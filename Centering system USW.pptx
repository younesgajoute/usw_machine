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5"/>
    <p:sldMasterId id="2147483819" r:id="rId6"/>
    <p:sldMasterId id="2147483835" r:id="rId7"/>
    <p:sldMasterId id="2147483867" r:id="rId8"/>
  </p:sldMasterIdLst>
  <p:notesMasterIdLst>
    <p:notesMasterId r:id="rId10"/>
  </p:notesMasterIdLst>
  <p:sldIdLst>
    <p:sldId id="47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DB44"/>
    <a:srgbClr val="FFFF99"/>
    <a:srgbClr val="2F8000"/>
    <a:srgbClr val="F08080"/>
    <a:srgbClr val="9E5E00"/>
    <a:srgbClr val="F5B45D"/>
    <a:srgbClr val="5BE430"/>
    <a:srgbClr val="F74018"/>
    <a:srgbClr val="4C595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DB2AD-59AB-4CCA-BEA1-8B087740B5FE}" v="7" dt="2026-04-02T13:05:49.023"/>
    <p1510:client id="{66846E69-0DDD-4E5C-8F4F-32657F747DA9}" v="375" dt="2026-04-02T13:23:25.608"/>
    <p1510:client id="{91FCC23E-81E2-3B59-6494-8B4BA7BF92F0}" v="393" dt="2026-04-02T13:24:40.933"/>
    <p1510:client id="{95BA7D29-9A5A-4F1E-BE9D-B7C8C0AA6828}" v="119" dt="2026-04-02T07:50:31.664"/>
    <p1510:client id="{9ED4785F-49D0-46AE-9707-2C27EEDB74A6}" v="6" dt="2026-04-02T11:35:08.576"/>
    <p1510:client id="{F5173528-37BF-CBA9-4AC9-7A13EA1828AC}" v="7" dt="2026-04-02T13:26:02.1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89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63C2B-7622-0048-9737-00D777C842A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80450-3FB4-A045-97DC-2269F700E04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8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Presenter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2D19A-131F-9F80-A40C-6A068F34AB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1532" y="6259873"/>
            <a:ext cx="1831675" cy="37484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908" y="6141328"/>
            <a:ext cx="2290482" cy="515875"/>
          </a:xfrm>
          <a:prstGeom prst="rect">
            <a:avLst/>
          </a:prstGeom>
        </p:spPr>
      </p:pic>
      <p:sp>
        <p:nvSpPr>
          <p:cNvPr id="15" name="Oval 14"/>
          <p:cNvSpPr/>
          <p:nvPr userDrawn="1"/>
        </p:nvSpPr>
        <p:spPr>
          <a:xfrm>
            <a:off x="-241739" y="171844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Presenter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+ imag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867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</p:spPr>
        <p:txBody>
          <a:bodyPr>
            <a:normAutofit/>
          </a:bodyPr>
          <a:lstStyle>
            <a:lvl1pPr>
              <a:defRPr sz="4800" cap="all" spc="200" baseline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872" y="6141573"/>
            <a:ext cx="2289401" cy="51563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Presenter Title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7059581"/>
            <a:ext cx="4804898" cy="184666"/>
            <a:chOff x="6311590" y="7118434"/>
            <a:chExt cx="4796677" cy="184666"/>
          </a:xfrm>
        </p:grpSpPr>
        <p:sp>
          <p:nvSpPr>
            <p:cNvPr id="12" name="Rectangle 11"/>
            <p:cNvSpPr/>
            <p:nvPr userDrawn="1"/>
          </p:nvSpPr>
          <p:spPr>
            <a:xfrm>
              <a:off x="6311590" y="7118434"/>
              <a:ext cx="45720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1100" b="1" baseline="0">
                  <a:solidFill>
                    <a:srgbClr val="929D96"/>
                  </a:solidFill>
                </a:rPr>
                <a:t>Note</a:t>
              </a:r>
              <a:endParaRPr lang="en-US" sz="1100" baseline="0">
                <a:solidFill>
                  <a:srgbClr val="929D96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793974" y="7133823"/>
              <a:ext cx="431429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1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Use this slide with a light colored image</a:t>
              </a: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+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867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908" y="6141328"/>
            <a:ext cx="2290482" cy="515875"/>
          </a:xfrm>
          <a:prstGeom prst="rect">
            <a:avLst/>
          </a:prstGeom>
        </p:spPr>
      </p:pic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609600" y="1600200"/>
            <a:ext cx="7010400" cy="335280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480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381000"/>
            <a:ext cx="2743200" cy="304800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381000"/>
            <a:ext cx="3962400" cy="304800"/>
          </a:xfr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3657600" y="685800"/>
            <a:ext cx="3962400" cy="304800"/>
          </a:xfrm>
        </p:spPr>
        <p:txBody>
          <a:bodyPr>
            <a:normAutofit/>
          </a:bodyPr>
          <a:lstStyle>
            <a:lvl1pPr>
              <a:defRPr sz="18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Presenter Title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7081353"/>
            <a:ext cx="4804898" cy="184666"/>
            <a:chOff x="6311590" y="7118434"/>
            <a:chExt cx="4796677" cy="18466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311590" y="7118434"/>
              <a:ext cx="457200" cy="1692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1100" b="1" baseline="0">
                  <a:solidFill>
                    <a:srgbClr val="929D96"/>
                  </a:solidFill>
                </a:rPr>
                <a:t>Note</a:t>
              </a:r>
              <a:endParaRPr lang="en-US" sz="1100" baseline="0">
                <a:solidFill>
                  <a:srgbClr val="929D96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793974" y="7133823"/>
              <a:ext cx="4314293" cy="1692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11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Use this slide with a dark colored image</a:t>
              </a: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9600" y="685800"/>
            <a:ext cx="54864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600" y="381000"/>
            <a:ext cx="10972800" cy="57912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14400" y="685800"/>
            <a:ext cx="5181600" cy="2743200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all out +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8229601" cy="9239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905000"/>
            <a:ext cx="8229600" cy="3962400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Oval 7"/>
          <p:cNvSpPr/>
          <p:nvPr userDrawn="1"/>
        </p:nvSpPr>
        <p:spPr>
          <a:xfrm>
            <a:off x="-241739" y="2050134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all out no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381000"/>
            <a:ext cx="8229600" cy="5486400"/>
          </a:xfrm>
        </p:spPr>
        <p:txBody>
          <a:bodyPr>
            <a:normAutofit/>
          </a:bodyPr>
          <a:lstStyle>
            <a:lvl1pPr>
              <a:defRPr sz="5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Oval 5"/>
          <p:cNvSpPr/>
          <p:nvPr userDrawn="1"/>
        </p:nvSpPr>
        <p:spPr>
          <a:xfrm>
            <a:off x="-241739" y="526132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10969246" cy="3657600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9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962400"/>
          </a:xfrm>
        </p:spPr>
        <p:txBody>
          <a:bodyPr>
            <a:noAutofit/>
          </a:bodyPr>
          <a:lstStyle>
            <a:lvl7pPr>
              <a:defRPr baseline="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657600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657600"/>
          </a:xfrm>
        </p:spPr>
        <p:txBody>
          <a:bodyPr bIns="182880">
            <a:noAutofit/>
          </a:bodyPr>
          <a:lstStyle>
            <a:lvl7pPr>
              <a:defRPr baseline="0"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9"/>
          </p:nvPr>
        </p:nvSpPr>
        <p:spPr>
          <a:xfrm>
            <a:off x="609600" y="5562600"/>
            <a:ext cx="10969625" cy="609600"/>
          </a:xfrm>
          <a:solidFill>
            <a:schemeClr val="tx2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1905000"/>
            <a:ext cx="51816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5282625"/>
            <a:ext cx="51816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97247" y="1905000"/>
            <a:ext cx="5181600" cy="3974128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09600" y="1905000"/>
            <a:ext cx="5181600" cy="3968264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397247" y="5263575"/>
            <a:ext cx="5181600" cy="615553"/>
          </a:xfrm>
        </p:spPr>
        <p:txBody>
          <a:bodyPr lIns="182880" tIns="182880" rIns="182880" bIns="182880" anchor="b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image le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09600" y="1905000"/>
            <a:ext cx="5181600" cy="3965448"/>
          </a:xfrm>
          <a:solidFill>
            <a:schemeClr val="accent4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6397247" y="1905000"/>
            <a:ext cx="5181600" cy="3965448"/>
          </a:xfrm>
          <a:solidFill>
            <a:schemeClr val="tx2"/>
          </a:solidFill>
        </p:spPr>
        <p:txBody>
          <a:bodyPr lIns="365760" tIns="365760" rIns="365760" bIns="365760"/>
          <a:lstStyle>
            <a:lvl1pPr>
              <a:defRPr b="0">
                <a:solidFill>
                  <a:schemeClr val="bg1"/>
                </a:solidFill>
              </a:defRPr>
            </a:lvl1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609600" y="5285673"/>
            <a:ext cx="5181599" cy="584775"/>
          </a:xfrm>
        </p:spPr>
        <p:txBody>
          <a:bodyPr lIns="182880" tIns="182880" rIns="182880" bIns="182880">
            <a:noAutofit/>
          </a:bodyPr>
          <a:lstStyle>
            <a:lvl1pPr>
              <a:defRPr sz="16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C30F9CA9-4D1E-54E2-7947-03E3317546FC}"/>
              </a:ext>
            </a:extLst>
          </p:cNvPr>
          <p:cNvSpPr/>
          <p:nvPr userDrawn="1"/>
        </p:nvSpPr>
        <p:spPr>
          <a:xfrm>
            <a:off x="-245679" y="381001"/>
            <a:ext cx="491358" cy="49135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97247" y="1910444"/>
            <a:ext cx="5181600" cy="3956955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397247" y="5282625"/>
            <a:ext cx="51816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09600" y="1905000"/>
            <a:ext cx="5486400" cy="3962400"/>
          </a:xfrm>
          <a:solidFill>
            <a:schemeClr val="tx2"/>
          </a:solidFill>
        </p:spPr>
        <p:txBody>
          <a:bodyPr lIns="365760" tIns="365760" rIns="365760" bIns="365760"/>
          <a:lstStyle>
            <a:lvl1pPr>
              <a:defRPr b="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 baseline="0">
                <a:solidFill>
                  <a:schemeClr val="tx1"/>
                </a:solidFill>
              </a:defRPr>
            </a:lvl6pPr>
            <a:lvl7pPr>
              <a:defRPr baseline="0"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69D90-4902-FA07-48B1-E6F6EACB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22494" y="1907406"/>
            <a:ext cx="3356353" cy="3959994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8222494" y="1907406"/>
            <a:ext cx="3356353" cy="3657600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quarter" idx="20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607823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417823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07823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7823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6047" y="5282625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70526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4419600" y="1905000"/>
            <a:ext cx="3352800" cy="3970526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70526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419600" y="5290751"/>
            <a:ext cx="3352800" cy="584775"/>
          </a:xfrm>
          <a:effectLst/>
        </p:spPr>
        <p:txBody>
          <a:bodyPr lIns="182880" tIns="182880" rIns="182880" bIns="182880" anchor="b">
            <a:norm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9600" y="5290751"/>
            <a:ext cx="3352800" cy="584775"/>
          </a:xfrm>
          <a:effectLst/>
        </p:spPr>
        <p:txBody>
          <a:bodyPr lIns="182880" tIns="182880" rIns="182880" bIns="182880" anchor="b">
            <a:norm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4417823" y="1905000"/>
            <a:ext cx="3356353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3352800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8229600" y="1905000"/>
            <a:ext cx="3352800" cy="3962400"/>
          </a:xfrm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8226047" y="5282626"/>
            <a:ext cx="335280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411224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962400"/>
          </a:xfrm>
        </p:spPr>
        <p:txBody>
          <a:bodyPr>
            <a:noAutofit/>
          </a:bodyPr>
          <a:lstStyle>
            <a:lvl1pPr>
              <a:defRPr sz="2800"/>
            </a:lvl1pPr>
            <a:lvl7pPr>
              <a:defRPr>
                <a:solidFill>
                  <a:srgbClr val="929D96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5564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9019903" y="1905000"/>
            <a:ext cx="2566737" cy="39624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411224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657599"/>
          </a:xfrm>
        </p:spPr>
        <p:txBody>
          <a:bodyPr>
            <a:noAutofit/>
          </a:bodyPr>
          <a:lstStyle>
            <a:lvl1pPr>
              <a:defRPr sz="2800"/>
            </a:lvl1pPr>
            <a:lvl7pPr>
              <a:defRPr>
                <a:solidFill>
                  <a:srgbClr val="929D96"/>
                </a:solidFill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5564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9019903" y="1905000"/>
            <a:ext cx="2566737" cy="3657599"/>
          </a:xfrm>
        </p:spPr>
        <p:txBody>
          <a:bodyPr bIns="182880">
            <a:noAutofit/>
          </a:bodyPr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9016465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3412981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901468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3411204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13955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61217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217439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6215662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1" y="1905000"/>
            <a:ext cx="2564020" cy="39624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210368" y="1905000"/>
            <a:ext cx="2566737" cy="3962400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9012110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3408626" y="1905000"/>
            <a:ext cx="2566737" cy="39624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2" hasCustomPrompt="1"/>
          </p:nvPr>
        </p:nvSpPr>
        <p:spPr>
          <a:xfrm>
            <a:off x="9014688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3411204" y="5282626"/>
            <a:ext cx="2570290" cy="584775"/>
          </a:xfrm>
        </p:spPr>
        <p:txBody>
          <a:bodyPr lIns="182880" tIns="182880" rIns="182880" bIns="182880" anchor="b">
            <a:noAutofit/>
          </a:bodyPr>
          <a:lstStyle>
            <a:lvl1pPr>
              <a:defRPr sz="1400" b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09600" y="1905000"/>
            <a:ext cx="5181600" cy="3657600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657600"/>
          </a:xfrm>
        </p:spPr>
        <p:txBody>
          <a:bodyPr bIns="182880"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397247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12775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lef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397247" y="1905000"/>
            <a:ext cx="5181600" cy="3657599"/>
          </a:xfrm>
        </p:spPr>
        <p:txBody>
          <a:bodyPr bIns="18288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12775" y="1905000"/>
            <a:ext cx="5178425" cy="3657599"/>
          </a:xfrm>
        </p:spPr>
        <p:txBody>
          <a:bodyPr bIns="182880"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905000"/>
            <a:ext cx="5178425" cy="39624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400800" y="1905000"/>
            <a:ext cx="5178425" cy="36576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905000"/>
            <a:ext cx="5178425" cy="36576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609600" y="1905000"/>
            <a:ext cx="10969625" cy="39624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chart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3"/>
          </p:nvPr>
        </p:nvSpPr>
        <p:spPr>
          <a:xfrm>
            <a:off x="609600" y="1905000"/>
            <a:ext cx="10969625" cy="3657599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3"/>
          </p:nvPr>
        </p:nvSpPr>
        <p:spPr>
          <a:xfrm>
            <a:off x="609600" y="1905000"/>
            <a:ext cx="10969625" cy="39624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2494923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55937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2443159"/>
            <a:ext cx="3450771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67061" y="2443159"/>
            <a:ext cx="3450771" cy="2743200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28076" y="2443159"/>
            <a:ext cx="3450771" cy="2743200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2443159"/>
            <a:ext cx="2468880" cy="2743200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75327" y="2443159"/>
            <a:ext cx="2468880" cy="2743200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109967" y="2443159"/>
            <a:ext cx="2468880" cy="2743200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40687" y="2443159"/>
            <a:ext cx="2468880" cy="2743200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606063"/>
            <a:ext cx="3450771" cy="1999287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70614" y="1606063"/>
            <a:ext cx="3450771" cy="1999287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31629" y="1606063"/>
            <a:ext cx="3450771" cy="1999287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09600" y="3920366"/>
            <a:ext cx="3450771" cy="194703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370614" y="3920366"/>
            <a:ext cx="3450771" cy="194703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606063"/>
            <a:ext cx="3450771" cy="1999287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70614" y="1606063"/>
            <a:ext cx="3450771" cy="1999287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131629" y="1606063"/>
            <a:ext cx="3450771" cy="1999287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609600" y="3920366"/>
            <a:ext cx="3450771" cy="194703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370614" y="3920366"/>
            <a:ext cx="3450771" cy="194703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8128076" y="3920366"/>
            <a:ext cx="3450771" cy="194703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1600200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36251" y="1600200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051352" y="1600200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21149" y="1600200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09600" y="3892731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239804" y="3892731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424702" y="3892731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6047" y="1600200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236251" y="1600200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051352" y="1600200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3421149" y="1600200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09600" y="3892731"/>
            <a:ext cx="2532888" cy="1975104"/>
          </a:xfrm>
          <a:solidFill>
            <a:schemeClr val="accent5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239804" y="3892731"/>
            <a:ext cx="2532888" cy="1975104"/>
          </a:xfrm>
          <a:solidFill>
            <a:schemeClr val="accent6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9054905" y="3892731"/>
            <a:ext cx="2532888" cy="1975104"/>
          </a:xfrm>
          <a:solidFill>
            <a:srgbClr val="81A2AA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424702" y="3892731"/>
            <a:ext cx="2532888" cy="1975104"/>
          </a:xfrm>
          <a:solidFill>
            <a:srgbClr val="475A64"/>
          </a:solidFill>
        </p:spPr>
        <p:txBody>
          <a:bodyPr lIns="274320" tIns="274320" rIns="274320" bIns="274320">
            <a:noAutofit/>
          </a:bodyPr>
          <a:lstStyle>
            <a:lvl1pPr>
              <a:defRPr sz="18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69816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699694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529572" y="2830068"/>
            <a:ext cx="3051552" cy="3035456"/>
          </a:xfrm>
          <a:noFill/>
        </p:spPr>
        <p:txBody>
          <a:bodyPr lIns="0" tIns="91440" rIns="0" bIns="0">
            <a:noAutofit/>
          </a:bodyPr>
          <a:lstStyle>
            <a:lvl1pPr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225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439812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8270950" y="1600201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8" name="Straight Connector 7"/>
          <p:cNvCxnSpPr>
            <a:stCxn id="5" idx="6"/>
            <a:endCxn id="14" idx="2"/>
          </p:cNvCxnSpPr>
          <p:nvPr userDrawn="1"/>
        </p:nvCxnSpPr>
        <p:spPr>
          <a:xfrm>
            <a:off x="1138989" y="1859876"/>
            <a:ext cx="330082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5" idx="4"/>
          </p:cNvCxnSpPr>
          <p:nvPr userDrawn="1"/>
        </p:nvCxnSpPr>
        <p:spPr>
          <a:xfrm>
            <a:off x="879107" y="2119551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4699694" y="2119550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8529572" y="2119550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4" idx="6"/>
            <a:endCxn id="16" idx="2"/>
          </p:cNvCxnSpPr>
          <p:nvPr userDrawn="1"/>
        </p:nvCxnSpPr>
        <p:spPr>
          <a:xfrm>
            <a:off x="4959576" y="1859876"/>
            <a:ext cx="3311374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195" y="2819402"/>
            <a:ext cx="2246651" cy="3047998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671201" y="2819402"/>
            <a:ext cx="2246651" cy="3047998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02743" y="2819398"/>
            <a:ext cx="2246651" cy="3048002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9335749" y="2819398"/>
            <a:ext cx="2246651" cy="3048002"/>
          </a:xfrm>
        </p:spPr>
        <p:txBody>
          <a:bodyPr tIns="91440">
            <a:noAutofit/>
          </a:bodyPr>
          <a:lstStyle>
            <a:lvl1pPr>
              <a:defRPr sz="20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19225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3446056" y="160019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6274148" y="160020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879107" y="2119551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3705938" y="2119548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6532770" y="2119549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Straight Connector 610"/>
          <p:cNvCxnSpPr>
            <a:stCxn id="14" idx="6"/>
            <a:endCxn id="16" idx="2"/>
          </p:cNvCxnSpPr>
          <p:nvPr userDrawn="1"/>
        </p:nvCxnSpPr>
        <p:spPr>
          <a:xfrm flipV="1">
            <a:off x="1138989" y="1859874"/>
            <a:ext cx="2307067" cy="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9100979" y="1609940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9359601" y="2129289"/>
            <a:ext cx="0" cy="699849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stCxn id="16" idx="6"/>
            <a:endCxn id="19" idx="2"/>
          </p:cNvCxnSpPr>
          <p:nvPr userDrawn="1"/>
        </p:nvCxnSpPr>
        <p:spPr>
          <a:xfrm>
            <a:off x="3965820" y="1859874"/>
            <a:ext cx="2308328" cy="2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19" idx="6"/>
            <a:endCxn id="614" idx="2"/>
          </p:cNvCxnSpPr>
          <p:nvPr userDrawn="1"/>
        </p:nvCxnSpPr>
        <p:spPr>
          <a:xfrm>
            <a:off x="6793912" y="1859876"/>
            <a:ext cx="2307067" cy="974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75156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8547651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5414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2550160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4464906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 flipV="1">
            <a:off x="895296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2810042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6379652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6639534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V="1">
            <a:off x="4724788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711404" y="1610136"/>
            <a:ext cx="3054096" cy="1517904"/>
          </a:xfrm>
        </p:spPr>
        <p:txBody>
          <a:bodyPr tIns="0" bIns="91440" anchor="b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8294396" y="3601728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8554278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2801904" y="4594767"/>
            <a:ext cx="3054096" cy="1517904"/>
          </a:xfrm>
        </p:spPr>
        <p:txBody>
          <a:bodyPr tIns="9144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6638152" y="4594767"/>
            <a:ext cx="3054096" cy="1517904"/>
          </a:xfrm>
        </p:spPr>
        <p:txBody>
          <a:bodyPr tIns="91440">
            <a:noAutofit/>
          </a:bodyPr>
          <a:lstStyle>
            <a:lvl1pPr>
              <a:defRPr sz="18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>
            <a:stCxn id="14" idx="6"/>
            <a:endCxn id="16" idx="2"/>
          </p:cNvCxnSpPr>
          <p:nvPr userDrawn="1"/>
        </p:nvCxnSpPr>
        <p:spPr>
          <a:xfrm>
            <a:off x="1155178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6" idx="6"/>
            <a:endCxn id="19" idx="2"/>
          </p:cNvCxnSpPr>
          <p:nvPr userDrawn="1"/>
        </p:nvCxnSpPr>
        <p:spPr>
          <a:xfrm>
            <a:off x="3069924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9" idx="6"/>
            <a:endCxn id="614" idx="2"/>
          </p:cNvCxnSpPr>
          <p:nvPr userDrawn="1"/>
        </p:nvCxnSpPr>
        <p:spPr>
          <a:xfrm>
            <a:off x="4984670" y="3861404"/>
            <a:ext cx="139498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14" idx="6"/>
            <a:endCxn id="30" idx="2"/>
          </p:cNvCxnSpPr>
          <p:nvPr userDrawn="1"/>
        </p:nvCxnSpPr>
        <p:spPr>
          <a:xfrm>
            <a:off x="6899416" y="3861404"/>
            <a:ext cx="13949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81407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389315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635414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2263193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3890972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3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 flipV="1">
            <a:off x="895296" y="3145387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 userDrawn="1"/>
        </p:nvCxnSpPr>
        <p:spPr>
          <a:xfrm>
            <a:off x="2508384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 userDrawn="1"/>
        </p:nvSpPr>
        <p:spPr>
          <a:xfrm>
            <a:off x="5518751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4</a:t>
            </a:r>
          </a:p>
        </p:txBody>
      </p:sp>
      <p:cxnSp>
        <p:nvCxnSpPr>
          <p:cNvPr id="615" name="Straight Connector 614"/>
          <p:cNvCxnSpPr/>
          <p:nvPr userDrawn="1"/>
        </p:nvCxnSpPr>
        <p:spPr>
          <a:xfrm>
            <a:off x="5773725" y="4118716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flipV="1">
            <a:off x="4155763" y="3143024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4135361" y="1611081"/>
            <a:ext cx="2562557" cy="1517904"/>
          </a:xfrm>
        </p:spPr>
        <p:txBody>
          <a:bodyPr tIns="0" bIns="91440" anchor="b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7146530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5</a:t>
            </a:r>
          </a:p>
        </p:txBody>
      </p:sp>
      <p:cxnSp>
        <p:nvCxnSpPr>
          <p:cNvPr id="31" name="Straight Connector 30"/>
          <p:cNvCxnSpPr/>
          <p:nvPr userDrawn="1"/>
        </p:nvCxnSpPr>
        <p:spPr>
          <a:xfrm flipV="1">
            <a:off x="7416229" y="3143024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2508384" y="4595712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62338" y="4595712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/>
          <p:cNvCxnSpPr>
            <a:stCxn id="14" idx="6"/>
            <a:endCxn id="16" idx="2"/>
          </p:cNvCxnSpPr>
          <p:nvPr userDrawn="1"/>
        </p:nvCxnSpPr>
        <p:spPr>
          <a:xfrm>
            <a:off x="1155178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16" idx="6"/>
            <a:endCxn id="19" idx="2"/>
          </p:cNvCxnSpPr>
          <p:nvPr userDrawn="1"/>
        </p:nvCxnSpPr>
        <p:spPr>
          <a:xfrm>
            <a:off x="2782957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19" idx="6"/>
            <a:endCxn id="614" idx="2"/>
          </p:cNvCxnSpPr>
          <p:nvPr userDrawn="1"/>
        </p:nvCxnSpPr>
        <p:spPr>
          <a:xfrm>
            <a:off x="4410736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14" idx="6"/>
            <a:endCxn id="30" idx="2"/>
          </p:cNvCxnSpPr>
          <p:nvPr userDrawn="1"/>
        </p:nvCxnSpPr>
        <p:spPr>
          <a:xfrm>
            <a:off x="6038515" y="3860223"/>
            <a:ext cx="110801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 userDrawn="1"/>
        </p:nvSpPr>
        <p:spPr>
          <a:xfrm>
            <a:off x="8774308" y="3600547"/>
            <a:ext cx="519764" cy="519351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6</a:t>
            </a: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9034190" y="4121025"/>
            <a:ext cx="0" cy="457200"/>
          </a:xfrm>
          <a:prstGeom prst="line">
            <a:avLst/>
          </a:prstGeom>
          <a:ln w="19050"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9016290" y="4575916"/>
            <a:ext cx="2562557" cy="1517904"/>
          </a:xfrm>
        </p:spPr>
        <p:txBody>
          <a:bodyPr tIns="91440">
            <a:noAutofit/>
          </a:bodyPr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>
            <a:stCxn id="30" idx="6"/>
            <a:endCxn id="26" idx="2"/>
          </p:cNvCxnSpPr>
          <p:nvPr userDrawn="1"/>
        </p:nvCxnSpPr>
        <p:spPr>
          <a:xfrm>
            <a:off x="7666294" y="3860223"/>
            <a:ext cx="110801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ight Image Full Ble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0" y="381001"/>
            <a:ext cx="5181600" cy="9239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400800" y="1905000"/>
            <a:ext cx="5181600" cy="3962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+ Right Image Full Ble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solidFill>
            <a:schemeClr val="accent4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6400800" y="685800"/>
            <a:ext cx="5181600" cy="54864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 white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3"/>
          <p:cNvSpPr>
            <a:spLocks noGrp="1"/>
          </p:cNvSpPr>
          <p:nvPr>
            <p:ph sz="quarter" idx="21"/>
          </p:nvPr>
        </p:nvSpPr>
        <p:spPr>
          <a:xfrm>
            <a:off x="609600" y="5562600"/>
            <a:ext cx="10969625" cy="609600"/>
          </a:xfrm>
          <a:solidFill>
            <a:schemeClr val="accent6"/>
          </a:solidFill>
        </p:spPr>
        <p:txBody>
          <a:bodyPr lIns="182880" tIns="182880" rIns="182880" bIns="18288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843" y="6303831"/>
            <a:ext cx="1600200" cy="3604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tiv Maste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to your template</a:t>
            </a:r>
            <a:endParaRPr lang="en-US" sz="360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1" y="1924295"/>
            <a:ext cx="5181600" cy="426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Your template is called Aptiv Master Theme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access your master theme from the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by selecting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 Slide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The Aptiv Master Theme contains all of the layouts for building your presentations.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not recommended that you make modifications to your slide layouts from this section. 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Also, never add content in Master Slide view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choose layouts from the Aptiv Master Theme and add content from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View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Use this quick reference guide to help choose your layouts, add content, and format text and content elements.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Easy color and margin guides are built into your themes, however these will not be viewable in Slide Show mode, when printed or exported to PDF.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01" b="20078"/>
          <a:stretch/>
        </p:blipFill>
        <p:spPr>
          <a:xfrm>
            <a:off x="6095999" y="1924295"/>
            <a:ext cx="5486401" cy="3943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1" name="Rectangle 10"/>
          <p:cNvSpPr/>
          <p:nvPr userDrawn="1"/>
        </p:nvSpPr>
        <p:spPr>
          <a:xfrm>
            <a:off x="7648516" y="2351426"/>
            <a:ext cx="423873" cy="58097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999" y="2351426"/>
            <a:ext cx="423873" cy="58097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Getting started</a:t>
            </a:r>
            <a:endParaRPr lang="en-US" sz="360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200918" y="910701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r>
              <a:rPr lang="en-US" sz="900" b="1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Slide title  </a:t>
            </a:r>
            <a:r>
              <a:rPr lang="en-US" sz="900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Arial 36 pt Bold, Black</a:t>
            </a:r>
          </a:p>
        </p:txBody>
      </p:sp>
      <p:cxnSp>
        <p:nvCxnSpPr>
          <p:cNvPr id="13" name="Straight Arrow Connector 12"/>
          <p:cNvCxnSpPr/>
          <p:nvPr userDrawn="1"/>
        </p:nvCxnSpPr>
        <p:spPr>
          <a:xfrm flipH="1">
            <a:off x="3930267" y="999563"/>
            <a:ext cx="23299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 userDrawn="1"/>
        </p:nvSpPr>
        <p:spPr>
          <a:xfrm>
            <a:off x="609601" y="1921248"/>
            <a:ext cx="5181600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Selecting and changing your layout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the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tab, click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Slide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select the layout from the Aptiv Master Theme which appears to best suit your content.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change your layout, click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Layout 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select a new option from your Aptiv Master Theme. Your slide will adopt the newly selected format.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57" b="67871"/>
          <a:stretch/>
        </p:blipFill>
        <p:spPr>
          <a:xfrm>
            <a:off x="609600" y="4051065"/>
            <a:ext cx="5486400" cy="18163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9" name="Rectangle 18"/>
          <p:cNvSpPr/>
          <p:nvPr userDrawn="1"/>
        </p:nvSpPr>
        <p:spPr>
          <a:xfrm>
            <a:off x="1670006" y="4427458"/>
            <a:ext cx="1152543" cy="64455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408549" y="1927674"/>
            <a:ext cx="518160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anatomy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Headers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Placeholders for section titles and slide titles exist on most slides. Do not rearrange or reformat these placeholders. If you do so accidentally, 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any reformatting can be returned to it’s original style by clicking </a:t>
            </a:r>
            <a:r>
              <a:rPr kumimoji="0" lang="en-US" sz="15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the </a:t>
            </a:r>
            <a:r>
              <a:rPr kumimoji="0" lang="en-US" sz="15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Footers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not edit footers on individual slides. 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lang="en-US" sz="1500" u="sng"/>
              <a:t>nsure footers</a:t>
            </a:r>
            <a:r>
              <a:rPr lang="en-US" sz="1500" u="sng" baseline="0"/>
              <a:t> are consistent by building your presentation from only one theme</a:t>
            </a:r>
            <a:r>
              <a:rPr lang="en-US" sz="1500" baseline="0"/>
              <a:t>. Then, add/edit footers from the </a:t>
            </a:r>
            <a:r>
              <a:rPr lang="en-US" sz="1500" b="1"/>
              <a:t>Insert</a:t>
            </a:r>
            <a:r>
              <a:rPr lang="en-US" sz="1500" b="1" baseline="0"/>
              <a:t> </a:t>
            </a:r>
            <a:r>
              <a:rPr lang="en-US" sz="1500" b="0" baseline="0"/>
              <a:t>tab and clicking</a:t>
            </a:r>
            <a:r>
              <a:rPr lang="en-US" sz="1500" b="1" baseline="0"/>
              <a:t> </a:t>
            </a:r>
            <a:r>
              <a:rPr lang="en-US" sz="1500" b="1"/>
              <a:t>Header &amp; Footer</a:t>
            </a:r>
            <a:r>
              <a:rPr lang="en-US" sz="1500" b="0"/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   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Avoid resizing or rearranging elements in your slides to ensure margins and spacing remain consistent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Instead, try to select a layout from your Master theme which best suits your content. If you must add or adjust content elements, refer to margins and guidelines built into your theme.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6891639" y="6408685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pPr algn="ctr"/>
            <a:r>
              <a:rPr lang="en-US" sz="900" b="1">
                <a:solidFill>
                  <a:schemeClr val="accent1"/>
                </a:solidFill>
                <a:latin typeface="Arial Regular" charset="0"/>
                <a:ea typeface="Arial Regular" charset="0"/>
                <a:cs typeface="Arial Regular" charset="0"/>
              </a:rPr>
              <a:t>Footer</a:t>
            </a:r>
            <a:endParaRPr lang="en-US" sz="900">
              <a:solidFill>
                <a:schemeClr val="accent1"/>
              </a:solidFill>
              <a:latin typeface="Arial Regular" charset="0"/>
              <a:ea typeface="Arial Regular" charset="0"/>
              <a:cs typeface="Arial Regular" charset="0"/>
            </a:endParaRPr>
          </a:p>
        </p:txBody>
      </p:sp>
      <p:cxnSp>
        <p:nvCxnSpPr>
          <p:cNvPr id="26" name="Straight Arrow Connector 25"/>
          <p:cNvCxnSpPr/>
          <p:nvPr userDrawn="1"/>
        </p:nvCxnSpPr>
        <p:spPr>
          <a:xfrm flipH="1">
            <a:off x="4295276" y="6497547"/>
            <a:ext cx="265176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 userDrawn="1"/>
        </p:nvCxnSpPr>
        <p:spPr>
          <a:xfrm>
            <a:off x="7548975" y="6497548"/>
            <a:ext cx="246888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ng content to your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  <a:endParaRPr lang="en-US" sz="360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1" y="1900992"/>
            <a:ext cx="5181600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Margins and guidelines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adding or resizing elements in your slide, refer to guidelines to maintain proper alignment, spacing and margins. To view guidelines, select the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 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tab, and check the checkbox next to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Guides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6408549" y="1907418"/>
            <a:ext cx="5181600" cy="3959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Filling placeholders with content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are adding text to your placeholder, simply click within the placeholder, then begin typing. Use the Indent tool to navigate preset text styles (see next slide).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simplest way to add content other than text to a placeholder is by clicking the icon at the center of the placeholder and choosing the content you want to add.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the icon is inaccessible (as with text overlaying a background image), you may also drag  an image file from your computer into the placeholder.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Furthermore, you may also right click on the placeholder and use the menu that appears to place (and even change existing) content into the placeholder.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1259"/>
          <a:stretch/>
        </p:blipFill>
        <p:spPr>
          <a:xfrm>
            <a:off x="609600" y="3429001"/>
            <a:ext cx="5486399" cy="2438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13" name="Rectangle 12"/>
          <p:cNvSpPr/>
          <p:nvPr userDrawn="1"/>
        </p:nvSpPr>
        <p:spPr>
          <a:xfrm>
            <a:off x="3463870" y="4133285"/>
            <a:ext cx="658679" cy="28164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ding content to your slid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05" t="-1" r="9895" b="63111"/>
          <a:stretch/>
        </p:blipFill>
        <p:spPr>
          <a:xfrm>
            <a:off x="1363740" y="4202103"/>
            <a:ext cx="3205212" cy="171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  <a:endParaRPr lang="en-US" sz="360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09600" y="1915320"/>
            <a:ext cx="518160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Navigating text styles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Less 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More 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buttons in the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to navigate between preset text styles.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3111"/>
          <a:stretch/>
        </p:blipFill>
        <p:spPr>
          <a:xfrm>
            <a:off x="609600" y="2971675"/>
            <a:ext cx="5173851" cy="6859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16"/>
          <p:cNvSpPr/>
          <p:nvPr userDrawn="1"/>
        </p:nvSpPr>
        <p:spPr>
          <a:xfrm>
            <a:off x="2684689" y="4989399"/>
            <a:ext cx="934411" cy="43190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400800" y="1905000"/>
            <a:ext cx="5181600" cy="396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Large heading/call out text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2 - Small heading text</a:t>
            </a:r>
          </a:p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3 - Paragraph text </a:t>
            </a:r>
          </a:p>
          <a:p>
            <a:pPr marL="285750" marR="0" lvl="3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74018"/>
              </a:buClr>
              <a:buSzPct val="125000"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 – Bullet tier one</a:t>
            </a:r>
          </a:p>
          <a:p>
            <a:pPr marL="4572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 – Bullet tier two</a:t>
            </a:r>
          </a:p>
          <a:p>
            <a:pPr marL="685800" marR="0" lvl="5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.AppleSystemUIFont" charset="-120"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 – Bullet tier three</a:t>
            </a:r>
          </a:p>
          <a:p>
            <a:pPr marL="685800" marR="0" lvl="5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.AppleSystemUIFont" charset="-120"/>
              <a:buChar char="-"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929D9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Footnotes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" name="Straight Arrow Connector 3"/>
          <p:cNvCxnSpPr/>
          <p:nvPr userDrawn="1"/>
        </p:nvCxnSpPr>
        <p:spPr>
          <a:xfrm flipH="1">
            <a:off x="4267200" y="3429000"/>
            <a:ext cx="429928" cy="724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ferri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396060"/>
            <a:ext cx="3959352" cy="3017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1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697811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Transferring content from other presentations</a:t>
            </a:r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0" y="1918604"/>
            <a:ext cx="5181600" cy="42011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Rules of copy and paste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drag and drop or copy/paste whole slides into your presentation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This will transfer a new Master theme (when using source formatting) or a new layout into your Master theme (when using destination theme), which often results in inconsistent headers, footers, margins and general formatting.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</a:t>
            </a:r>
            <a:r>
              <a:rPr kumimoji="0" lang="en-US" sz="1500" b="0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always start by selecting a layout from your Master theme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copy/paste bodies of text from a text box in your old presentation file to your new presentation file. Choose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Destination Theme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 Text Only</a:t>
            </a: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use Indent buttons to format text. This method will preserve the integrity of your Master theme.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copy/paste images from one file to another. Instead, save the image on your computer, then upload the image to the image placeholder within your selected layout.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9"/>
          <a:stretch/>
        </p:blipFill>
        <p:spPr>
          <a:xfrm>
            <a:off x="6660016" y="1600200"/>
            <a:ext cx="4358367" cy="3672960"/>
          </a:xfrm>
          <a:prstGeom prst="rect">
            <a:avLst/>
          </a:prstGeom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6" name="Rectangle 5"/>
          <p:cNvSpPr/>
          <p:nvPr userDrawn="1"/>
        </p:nvSpPr>
        <p:spPr>
          <a:xfrm>
            <a:off x="7336346" y="4634363"/>
            <a:ext cx="1395885" cy="672093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Swir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50F6C46-53D6-2C0A-7804-9226465D3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881" y="5157307"/>
            <a:ext cx="3883445" cy="7922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7219483-9D03-7F08-8E10-EBF9B9575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12211E-D257-0A6F-AB85-E82C0650D7EE}"/>
              </a:ext>
            </a:extLst>
          </p:cNvPr>
          <p:cNvSpPr/>
          <p:nvPr/>
        </p:nvSpPr>
        <p:spPr>
          <a:xfrm>
            <a:off x="4763729" y="-1"/>
            <a:ext cx="3878826" cy="685800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6D5B0-6876-12F1-A8AD-0DFE3B72D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9700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0DB447B-3DFC-47EB-607C-96B2EA9CA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9700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05C5017-9A3F-408F-8B5C-C237C2BCCD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9701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81576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Swir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80345A-5ECD-092B-260C-6F30F6C89B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9019"/>
          <a:stretch>
            <a:fillRect/>
          </a:stretch>
        </p:blipFill>
        <p:spPr>
          <a:xfrm rot="548464">
            <a:off x="1197102" y="-850421"/>
            <a:ext cx="10058400" cy="6281680"/>
          </a:xfrm>
          <a:custGeom>
            <a:avLst/>
            <a:gdLst>
              <a:gd name="connsiteX0" fmla="*/ 0 w 10058400"/>
              <a:gd name="connsiteY0" fmla="*/ 1618490 h 6281680"/>
              <a:gd name="connsiteX1" fmla="*/ 10058400 w 10058400"/>
              <a:gd name="connsiteY1" fmla="*/ 0 h 6281680"/>
              <a:gd name="connsiteX2" fmla="*/ 10058400 w 10058400"/>
              <a:gd name="connsiteY2" fmla="*/ 6281680 h 6281680"/>
              <a:gd name="connsiteX3" fmla="*/ 0 w 10058400"/>
              <a:gd name="connsiteY3" fmla="*/ 6281680 h 628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281680">
                <a:moveTo>
                  <a:pt x="0" y="1618490"/>
                </a:moveTo>
                <a:lnTo>
                  <a:pt x="10058400" y="0"/>
                </a:lnTo>
                <a:lnTo>
                  <a:pt x="10058400" y="6281680"/>
                </a:lnTo>
                <a:lnTo>
                  <a:pt x="0" y="6281680"/>
                </a:lnTo>
                <a:close/>
              </a:path>
            </a:pathLst>
          </a:cu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AA100CB-CB6F-8576-D964-7358D97F7A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881" y="5157307"/>
            <a:ext cx="3883445" cy="79227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A225BF1-5A1E-355E-5D10-B250C2C7D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9700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DFF6EC2-5A0F-C871-D89D-968A6B810F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9700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4DB3DD4-81A5-BC5E-F424-760B359FD1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9701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28298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209DC20-0FCD-FD39-3F1F-1D876C0E9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2345"/>
          <a:stretch>
            <a:fillRect/>
          </a:stretch>
        </p:blipFill>
        <p:spPr>
          <a:xfrm>
            <a:off x="0" y="-365760"/>
            <a:ext cx="12193089" cy="3886200"/>
          </a:xfrm>
          <a:custGeom>
            <a:avLst/>
            <a:gdLst>
              <a:gd name="connsiteX0" fmla="*/ 5001310 w 12193089"/>
              <a:gd name="connsiteY0" fmla="*/ 0 h 3886200"/>
              <a:gd name="connsiteX1" fmla="*/ 12193089 w 12193089"/>
              <a:gd name="connsiteY1" fmla="*/ 0 h 3886200"/>
              <a:gd name="connsiteX2" fmla="*/ 12193089 w 12193089"/>
              <a:gd name="connsiteY2" fmla="*/ 3886200 h 3886200"/>
              <a:gd name="connsiteX3" fmla="*/ 0 w 12193089"/>
              <a:gd name="connsiteY3" fmla="*/ 3886200 h 3886200"/>
              <a:gd name="connsiteX4" fmla="*/ 0 w 12193089"/>
              <a:gd name="connsiteY4" fmla="*/ 800100 h 3886200"/>
              <a:gd name="connsiteX5" fmla="*/ 1295400 w 12193089"/>
              <a:gd name="connsiteY5" fmla="*/ 800100 h 3886200"/>
              <a:gd name="connsiteX6" fmla="*/ 1295400 w 12193089"/>
              <a:gd name="connsiteY6" fmla="*/ 645053 h 3886200"/>
              <a:gd name="connsiteX7" fmla="*/ 1311010 w 12193089"/>
              <a:gd name="connsiteY7" fmla="*/ 646942 h 3886200"/>
              <a:gd name="connsiteX8" fmla="*/ 2072640 w 12193089"/>
              <a:gd name="connsiteY8" fmla="*/ 685800 h 3886200"/>
              <a:gd name="connsiteX9" fmla="*/ 4917587 w 12193089"/>
              <a:gd name="connsiteY9" fmla="*/ 49724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089" h="3886200">
                <a:moveTo>
                  <a:pt x="5001310" y="0"/>
                </a:moveTo>
                <a:lnTo>
                  <a:pt x="12193089" y="0"/>
                </a:lnTo>
                <a:lnTo>
                  <a:pt x="12193089" y="3886200"/>
                </a:lnTo>
                <a:lnTo>
                  <a:pt x="0" y="3886200"/>
                </a:lnTo>
                <a:lnTo>
                  <a:pt x="0" y="800100"/>
                </a:lnTo>
                <a:lnTo>
                  <a:pt x="1295400" y="800100"/>
                </a:lnTo>
                <a:lnTo>
                  <a:pt x="1295400" y="645053"/>
                </a:lnTo>
                <a:lnTo>
                  <a:pt x="1311010" y="646942"/>
                </a:lnTo>
                <a:cubicBezTo>
                  <a:pt x="1557628" y="672448"/>
                  <a:pt x="1812245" y="685800"/>
                  <a:pt x="2072640" y="685800"/>
                </a:cubicBezTo>
                <a:cubicBezTo>
                  <a:pt x="3183660" y="685800"/>
                  <a:pt x="4189500" y="442724"/>
                  <a:pt x="4917587" y="49724"/>
                </a:cubicBezTo>
                <a:close/>
              </a:path>
            </a:pathLst>
          </a:cu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33ECE0B-65C9-547D-B03C-B68E7F9810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190278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6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02BAE2-45F3-1C12-0AC4-4556BA48EB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21279"/>
            <a:ext cx="10972800" cy="553998"/>
          </a:xfrm>
        </p:spPr>
        <p:txBody>
          <a:bodyPr wrap="square">
            <a:noAutofit/>
          </a:bodyPr>
          <a:lstStyle>
            <a:lvl1pPr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37950E-F0E1-7008-9EF3-5B29D73E07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212379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8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C8AB9736-63CB-4970-B487-E8BE3CC813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681880"/>
            <a:ext cx="10972800" cy="2617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787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77AE6-0747-0C11-93A1-3432FD8960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F3318FA-F048-79E4-5DD5-A1B965A2FA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190278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6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AAD11D-6977-6B45-DF5E-BFEE08061E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21279"/>
            <a:ext cx="10972800" cy="553998"/>
          </a:xfrm>
        </p:spPr>
        <p:txBody>
          <a:bodyPr wrap="square">
            <a:noAutofit/>
          </a:bodyPr>
          <a:lstStyle>
            <a:lvl1pPr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C364F8E-1DC7-FFDA-3A30-EAB4596C9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212379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8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AA00B45-F084-A179-7AD3-CD7C5EC9BA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681880"/>
            <a:ext cx="10972800" cy="2617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996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416A5D54-C5F2-078D-BD52-A364D9E7EB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6619" y="-2377440"/>
            <a:ext cx="12994819" cy="8321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8537D8-B9EF-E075-6F02-FE745689B1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CA1E76E-B6CA-211B-29C2-40856C896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95400" y="2057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5EDD75E-6BD6-7BC8-7045-22CF491E4C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95400" y="27432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1FF690E-FC3E-3E41-1CCA-345B15D9F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0" y="34290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03A3991-A0A9-D2E4-3887-6CDD4239FB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95400" y="41148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FC6F517-BC53-4B0B-522B-5D70393CCE6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295400" y="48006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C7DB55-7165-F7CB-4560-3E906AADBFB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295400" y="5486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098E619-5A5F-B6CA-F98F-228353933D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EECE9DC-5C6D-DD61-0AB7-9B08F486B8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9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E626CD73-B322-BA49-8953-CAB2174D58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99BFA70-B3BA-607E-2657-843AD0D49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7641F22-8801-E12A-9AC5-78E9AEF1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8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E85CAEF-6E8C-E3CA-6FA1-FCCD17189F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1D32A54-3646-6521-6C20-E3949A6827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38410D-FD0B-1C13-4230-4C8CF1B365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E1A8979-8D53-A4C4-881F-67B91D6C9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4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3ED8182-3790-3251-5BA7-A37C4D6615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B6EE7D8-E8BD-5D83-7110-C89898366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66D4B04-0C63-B478-6DF0-829C66AEA4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1DB83C-BC17-CC4C-0FD1-354832177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0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7A8EE397-611C-E081-9CEF-1C9A8C73E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49FE73-4143-E996-E090-53B5358938A6}"/>
              </a:ext>
            </a:extLst>
          </p:cNvPr>
          <p:cNvSpPr/>
          <p:nvPr/>
        </p:nvSpPr>
        <p:spPr>
          <a:xfrm>
            <a:off x="4763729" y="-1"/>
            <a:ext cx="3878826" cy="685800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25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72D58D8-6D49-2EF8-A4D1-8ADA81FC21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385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wi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578966F-3177-4627-2A22-D34A5F1F9F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AF828F-D3EE-2AD0-DDE3-D08AF4F0CB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30680" y="-1097280"/>
            <a:ext cx="6949440" cy="711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4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3176684-C382-E942-9991-AFD992B63A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1" y="1828800"/>
            <a:ext cx="10972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3121C-DBB0-EBA4-3A6D-0BEB1DE6AF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3DCE0-B8B3-8D48-3226-BCCC19B3A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5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A4C2C52-04B2-B2EA-869A-693959C3ED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79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0" indent="0">
              <a:buFont typeface="Arial" panose="020B0604020202020204" pitchFamily="34" charset="0"/>
              <a:buNone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50975B1-C42B-D6D6-40DD-6987A9C7ACE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24603" y="1828800"/>
            <a:ext cx="5257797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0" indent="0">
              <a:buFont typeface="Arial" panose="020B0604020202020204" pitchFamily="34" charset="0"/>
              <a:buNone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5D61B-0E64-CB02-D694-52A5A49A35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6C817-5B83-6EE7-EF81-D748E80FCD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7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24600" y="0"/>
            <a:ext cx="58674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ADB99E0-06E5-E388-B6C3-B1B2A5215E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96C97-8C5B-DE76-83CD-E5AFE44160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00C57D0-ED5B-7D53-BD7D-E2FE64B602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7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DEBA916-D8DB-F1C2-C4C7-DE457BA4D4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6C02C2E-384C-03A5-D52C-2ECC2146BC0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815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47B0ABD-5C00-B7DA-2AD4-5C22721545B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DB04E-9DE0-329E-BEB7-F4C4635797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E584D83-9C11-8256-75A8-28A696068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5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FF4C1B-2A07-34CF-D949-6BAD7242E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A275D2-12C3-155F-976D-5B57607A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874E90-1482-16CD-CDEB-3EBFF3953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EB09FC0-951C-2413-E742-4C2C4B321926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0" y="5019040"/>
            <a:ext cx="12191998" cy="939408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1600">
                <a:solidFill>
                  <a:schemeClr val="tx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479E402-CFDE-7CF9-514C-18800128A8A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02DC656-918A-F4CC-4804-A514C99B545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3815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8A33C3A0-7606-50B7-6F46-3EF3BE29ADB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" y="1828800"/>
            <a:ext cx="3428999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149430E-7587-C520-09DA-4E92B42905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B5CD3DF-D1D5-790E-41AE-513B3171A3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8FEC2A4-DE1A-965C-A85A-B527DBC447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9D2AC28-4694-FC72-13DC-9FB26BCCEC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96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E93B042-8D4C-A45B-8BAA-24FFC97EED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27A7C8E8-D5D3-06C8-9C2F-F7D94769FAF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F2E0BE8-234C-E776-AD2D-DD06286DA9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899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C50CF-7CF0-2944-5396-1597605C14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1E36228-52AF-2F1F-1087-25F4ED632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1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AFC20755-B8A3-5DD8-4BF9-563236A0204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F745C07-79B1-79DC-1471-BEBA3D35FC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327B71-31DA-8596-B183-7E3F611AD4E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4384905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93AED14-2AF1-2FDA-21F7-B9FE8EA79E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7B59629-9D87-6DE9-59AD-5DDFEC918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9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DC2A95A-DDEC-4024-061C-032B44D4D0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7887" y="1828800"/>
            <a:ext cx="2506313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2E38871-C2CC-6FC0-0696-11E2E117933D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3421275" y="1828800"/>
            <a:ext cx="2526188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912747-6038-257C-762E-FF1E2FB068E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44538" y="1828800"/>
            <a:ext cx="2526187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EBB4CD0-4039-58CA-C831-6399A21A76C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9067801" y="1828800"/>
            <a:ext cx="25146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70230-02E1-2323-EF26-67303E8E14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6C8994-EA13-C3E6-AEA7-54ADD86E08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7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2" y="1828800"/>
            <a:ext cx="5257798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8CFDE9C-A028-6D16-784C-70D8D9C15E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E8A4C-E465-203E-1A59-A756D2AD1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873DA-48E9-A90E-D063-9ACD0663C7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0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2F028594-A2AC-8715-8C7D-75C69E8E4E1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0457C65-6EA7-22A0-92CF-A0B6A00117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743499-1670-18FD-6EA9-42C50A2798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9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72FA6-5F11-1C5F-3C9D-0AA769DADD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61AE9-AA8A-19D8-6C89-AF75FF9BA6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1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9C6D5-5B59-1288-DA68-F52BF20649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60860-4BE7-3F76-B687-7341480CEF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" name="Table Placeholder 11">
            <a:extLst>
              <a:ext uri="{FF2B5EF4-FFF2-40B4-BE49-F238E27FC236}">
                <a16:creationId xmlns:a16="http://schemas.microsoft.com/office/drawing/2014/main" id="{6FCE616E-1F49-D61F-33A2-DF2E0B8A5D4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09599" y="1828801"/>
            <a:ext cx="10972801" cy="41147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99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944F08B-20C3-FC82-A1DD-5923ABC303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434339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29BCE67-F5E5-9E24-84BC-28BB44CBAB66}"/>
              </a:ext>
            </a:extLst>
          </p:cNvPr>
          <p:cNvSpPr/>
          <p:nvPr/>
        </p:nvSpPr>
        <p:spPr>
          <a:xfrm>
            <a:off x="5044440" y="1737360"/>
            <a:ext cx="6699879" cy="4389119"/>
          </a:xfrm>
          <a:custGeom>
            <a:avLst/>
            <a:gdLst>
              <a:gd name="connsiteX0" fmla="*/ 1785896 w 6282234"/>
              <a:gd name="connsiteY0" fmla="*/ 4102249 h 4115518"/>
              <a:gd name="connsiteX1" fmla="*/ 1800554 w 6282234"/>
              <a:gd name="connsiteY1" fmla="*/ 4102249 h 4115518"/>
              <a:gd name="connsiteX2" fmla="*/ 1803161 w 6282234"/>
              <a:gd name="connsiteY2" fmla="*/ 4115518 h 4115518"/>
              <a:gd name="connsiteX3" fmla="*/ 1788503 w 6282234"/>
              <a:gd name="connsiteY3" fmla="*/ 4115518 h 4115518"/>
              <a:gd name="connsiteX4" fmla="*/ 1764725 w 6282234"/>
              <a:gd name="connsiteY4" fmla="*/ 4019315 h 4115518"/>
              <a:gd name="connsiteX5" fmla="*/ 1769937 w 6282234"/>
              <a:gd name="connsiteY5" fmla="*/ 4032584 h 4115518"/>
              <a:gd name="connsiteX6" fmla="*/ 1779383 w 6282234"/>
              <a:gd name="connsiteY6" fmla="*/ 4032584 h 4115518"/>
              <a:gd name="connsiteX7" fmla="*/ 1784594 w 6282234"/>
              <a:gd name="connsiteY7" fmla="*/ 4032584 h 4115518"/>
              <a:gd name="connsiteX8" fmla="*/ 1794039 w 6282234"/>
              <a:gd name="connsiteY8" fmla="*/ 4062441 h 4115518"/>
              <a:gd name="connsiteX9" fmla="*/ 1800554 w 6282234"/>
              <a:gd name="connsiteY9" fmla="*/ 4075711 h 4115518"/>
              <a:gd name="connsiteX10" fmla="*/ 1820424 w 6282234"/>
              <a:gd name="connsiteY10" fmla="*/ 4088979 h 4115518"/>
              <a:gd name="connsiteX11" fmla="*/ 1826939 w 6282234"/>
              <a:gd name="connsiteY11" fmla="*/ 4088979 h 4115518"/>
              <a:gd name="connsiteX12" fmla="*/ 1817818 w 6282234"/>
              <a:gd name="connsiteY12" fmla="*/ 4102249 h 4115518"/>
              <a:gd name="connsiteX13" fmla="*/ 1809674 w 6282234"/>
              <a:gd name="connsiteY13" fmla="*/ 4102249 h 4115518"/>
              <a:gd name="connsiteX14" fmla="*/ 1779383 w 6282234"/>
              <a:gd name="connsiteY14" fmla="*/ 4088979 h 4115518"/>
              <a:gd name="connsiteX15" fmla="*/ 1769937 w 6282234"/>
              <a:gd name="connsiteY15" fmla="*/ 4102249 h 4115518"/>
              <a:gd name="connsiteX16" fmla="*/ 1781988 w 6282234"/>
              <a:gd name="connsiteY16" fmla="*/ 4102249 h 4115518"/>
              <a:gd name="connsiteX17" fmla="*/ 1788503 w 6282234"/>
              <a:gd name="connsiteY17" fmla="*/ 4115518 h 4115518"/>
              <a:gd name="connsiteX18" fmla="*/ 1764725 w 6282234"/>
              <a:gd name="connsiteY18" fmla="*/ 4115518 h 4115518"/>
              <a:gd name="connsiteX19" fmla="*/ 1758210 w 6282234"/>
              <a:gd name="connsiteY19" fmla="*/ 4102249 h 4115518"/>
              <a:gd name="connsiteX20" fmla="*/ 1750067 w 6282234"/>
              <a:gd name="connsiteY20" fmla="*/ 4102249 h 4115518"/>
              <a:gd name="connsiteX21" fmla="*/ 1726289 w 6282234"/>
              <a:gd name="connsiteY21" fmla="*/ 4088979 h 4115518"/>
              <a:gd name="connsiteX22" fmla="*/ 1740946 w 6282234"/>
              <a:gd name="connsiteY22" fmla="*/ 4075711 h 4115518"/>
              <a:gd name="connsiteX23" fmla="*/ 1748764 w 6282234"/>
              <a:gd name="connsiteY23" fmla="*/ 4075711 h 4115518"/>
              <a:gd name="connsiteX24" fmla="*/ 1752998 w 6282234"/>
              <a:gd name="connsiteY24" fmla="*/ 4062441 h 4115518"/>
              <a:gd name="connsiteX25" fmla="*/ 1764725 w 6282234"/>
              <a:gd name="connsiteY25" fmla="*/ 4062441 h 4115518"/>
              <a:gd name="connsiteX26" fmla="*/ 1764725 w 6282234"/>
              <a:gd name="connsiteY26" fmla="*/ 4049171 h 4115518"/>
              <a:gd name="connsiteX27" fmla="*/ 1748764 w 6282234"/>
              <a:gd name="connsiteY27" fmla="*/ 4049171 h 4115518"/>
              <a:gd name="connsiteX28" fmla="*/ 1752998 w 6282234"/>
              <a:gd name="connsiteY28" fmla="*/ 4032584 h 4115518"/>
              <a:gd name="connsiteX29" fmla="*/ 1946154 w 6282234"/>
              <a:gd name="connsiteY29" fmla="*/ 3992777 h 4115518"/>
              <a:gd name="connsiteX30" fmla="*/ 1964720 w 6282234"/>
              <a:gd name="connsiteY30" fmla="*/ 3992777 h 4115518"/>
              <a:gd name="connsiteX31" fmla="*/ 1967327 w 6282234"/>
              <a:gd name="connsiteY31" fmla="*/ 4006045 h 4115518"/>
              <a:gd name="connsiteX32" fmla="*/ 1946154 w 6282234"/>
              <a:gd name="connsiteY32" fmla="*/ 4019315 h 4115518"/>
              <a:gd name="connsiteX33" fmla="*/ 1940943 w 6282234"/>
              <a:gd name="connsiteY33" fmla="*/ 4019315 h 4115518"/>
              <a:gd name="connsiteX34" fmla="*/ 1934103 w 6282234"/>
              <a:gd name="connsiteY34" fmla="*/ 4019315 h 4115518"/>
              <a:gd name="connsiteX35" fmla="*/ 1928891 w 6282234"/>
              <a:gd name="connsiteY35" fmla="*/ 3992777 h 4115518"/>
              <a:gd name="connsiteX36" fmla="*/ 1939314 w 6282234"/>
              <a:gd name="connsiteY36" fmla="*/ 3992777 h 4115518"/>
              <a:gd name="connsiteX37" fmla="*/ 1928891 w 6282234"/>
              <a:gd name="connsiteY37" fmla="*/ 4006045 h 4115518"/>
              <a:gd name="connsiteX38" fmla="*/ 1922376 w 6282234"/>
              <a:gd name="connsiteY38" fmla="*/ 4006045 h 4115518"/>
              <a:gd name="connsiteX39" fmla="*/ 1674824 w 6282234"/>
              <a:gd name="connsiteY39" fmla="*/ 3926429 h 4115518"/>
              <a:gd name="connsiteX40" fmla="*/ 1677429 w 6282234"/>
              <a:gd name="connsiteY40" fmla="*/ 3956285 h 4115518"/>
              <a:gd name="connsiteX41" fmla="*/ 1665378 w 6282234"/>
              <a:gd name="connsiteY41" fmla="*/ 3956285 h 4115518"/>
              <a:gd name="connsiteX42" fmla="*/ 1665378 w 6282234"/>
              <a:gd name="connsiteY42" fmla="*/ 3939698 h 4115518"/>
              <a:gd name="connsiteX43" fmla="*/ 1681339 w 6282234"/>
              <a:gd name="connsiteY43" fmla="*/ 3753926 h 4115518"/>
              <a:gd name="connsiteX44" fmla="*/ 1690785 w 6282234"/>
              <a:gd name="connsiteY44" fmla="*/ 3753926 h 4115518"/>
              <a:gd name="connsiteX45" fmla="*/ 1695996 w 6282234"/>
              <a:gd name="connsiteY45" fmla="*/ 3767195 h 4115518"/>
              <a:gd name="connsiteX46" fmla="*/ 1689482 w 6282234"/>
              <a:gd name="connsiteY46" fmla="*/ 3767195 h 4115518"/>
              <a:gd name="connsiteX47" fmla="*/ 1693390 w 6282234"/>
              <a:gd name="connsiteY47" fmla="*/ 3780465 h 4115518"/>
              <a:gd name="connsiteX48" fmla="*/ 1690785 w 6282234"/>
              <a:gd name="connsiteY48" fmla="*/ 3780465 h 4115518"/>
              <a:gd name="connsiteX49" fmla="*/ 1681339 w 6282234"/>
              <a:gd name="connsiteY49" fmla="*/ 3780465 h 4115518"/>
              <a:gd name="connsiteX50" fmla="*/ 5966279 w 6282234"/>
              <a:gd name="connsiteY50" fmla="*/ 3724070 h 4115518"/>
              <a:gd name="connsiteX51" fmla="*/ 5972793 w 6282234"/>
              <a:gd name="connsiteY51" fmla="*/ 3724070 h 4115518"/>
              <a:gd name="connsiteX52" fmla="*/ 5982565 w 6282234"/>
              <a:gd name="connsiteY52" fmla="*/ 3740657 h 4115518"/>
              <a:gd name="connsiteX53" fmla="*/ 5995595 w 6282234"/>
              <a:gd name="connsiteY53" fmla="*/ 3724070 h 4115518"/>
              <a:gd name="connsiteX54" fmla="*/ 6005366 w 6282234"/>
              <a:gd name="connsiteY54" fmla="*/ 3753926 h 4115518"/>
              <a:gd name="connsiteX55" fmla="*/ 5985823 w 6282234"/>
              <a:gd name="connsiteY55" fmla="*/ 3780465 h 4115518"/>
              <a:gd name="connsiteX56" fmla="*/ 5979308 w 6282234"/>
              <a:gd name="connsiteY56" fmla="*/ 3780465 h 4115518"/>
              <a:gd name="connsiteX57" fmla="*/ 5979308 w 6282234"/>
              <a:gd name="connsiteY57" fmla="*/ 3793735 h 4115518"/>
              <a:gd name="connsiteX58" fmla="*/ 5953250 w 6282234"/>
              <a:gd name="connsiteY58" fmla="*/ 3807004 h 4115518"/>
              <a:gd name="connsiteX59" fmla="*/ 5949992 w 6282234"/>
              <a:gd name="connsiteY59" fmla="*/ 3820274 h 4115518"/>
              <a:gd name="connsiteX60" fmla="*/ 5940221 w 6282234"/>
              <a:gd name="connsiteY60" fmla="*/ 3846812 h 4115518"/>
              <a:gd name="connsiteX61" fmla="*/ 5923935 w 6282234"/>
              <a:gd name="connsiteY61" fmla="*/ 3860082 h 4115518"/>
              <a:gd name="connsiteX62" fmla="*/ 5910905 w 6282234"/>
              <a:gd name="connsiteY62" fmla="*/ 3873351 h 4115518"/>
              <a:gd name="connsiteX63" fmla="*/ 5901133 w 6282234"/>
              <a:gd name="connsiteY63" fmla="*/ 3860082 h 4115518"/>
              <a:gd name="connsiteX64" fmla="*/ 5871819 w 6282234"/>
              <a:gd name="connsiteY64" fmla="*/ 3860082 h 4115518"/>
              <a:gd name="connsiteX65" fmla="*/ 5865303 w 6282234"/>
              <a:gd name="connsiteY65" fmla="*/ 3846812 h 4115518"/>
              <a:gd name="connsiteX66" fmla="*/ 5881590 w 6282234"/>
              <a:gd name="connsiteY66" fmla="*/ 3820274 h 4115518"/>
              <a:gd name="connsiteX67" fmla="*/ 5901133 w 6282234"/>
              <a:gd name="connsiteY67" fmla="*/ 3807004 h 4115518"/>
              <a:gd name="connsiteX68" fmla="*/ 5923935 w 6282234"/>
              <a:gd name="connsiteY68" fmla="*/ 3793735 h 4115518"/>
              <a:gd name="connsiteX69" fmla="*/ 5949992 w 6282234"/>
              <a:gd name="connsiteY69" fmla="*/ 3767195 h 4115518"/>
              <a:gd name="connsiteX70" fmla="*/ 5953250 w 6282234"/>
              <a:gd name="connsiteY70" fmla="*/ 3753926 h 4115518"/>
              <a:gd name="connsiteX71" fmla="*/ 5959764 w 6282234"/>
              <a:gd name="connsiteY71" fmla="*/ 3740657 h 4115518"/>
              <a:gd name="connsiteX72" fmla="*/ 5487459 w 6282234"/>
              <a:gd name="connsiteY72" fmla="*/ 3724070 h 4115518"/>
              <a:gd name="connsiteX73" fmla="*/ 5500489 w 6282234"/>
              <a:gd name="connsiteY73" fmla="*/ 3724070 h 4115518"/>
              <a:gd name="connsiteX74" fmla="*/ 5513519 w 6282234"/>
              <a:gd name="connsiteY74" fmla="*/ 3724070 h 4115518"/>
              <a:gd name="connsiteX75" fmla="*/ 5536319 w 6282234"/>
              <a:gd name="connsiteY75" fmla="*/ 3724070 h 4115518"/>
              <a:gd name="connsiteX76" fmla="*/ 5552605 w 6282234"/>
              <a:gd name="connsiteY76" fmla="*/ 3724070 h 4115518"/>
              <a:gd name="connsiteX77" fmla="*/ 5552605 w 6282234"/>
              <a:gd name="connsiteY77" fmla="*/ 3753926 h 4115518"/>
              <a:gd name="connsiteX78" fmla="*/ 5542833 w 6282234"/>
              <a:gd name="connsiteY78" fmla="*/ 3780465 h 4115518"/>
              <a:gd name="connsiteX79" fmla="*/ 5533062 w 6282234"/>
              <a:gd name="connsiteY79" fmla="*/ 3780465 h 4115518"/>
              <a:gd name="connsiteX80" fmla="*/ 5529805 w 6282234"/>
              <a:gd name="connsiteY80" fmla="*/ 3793735 h 4115518"/>
              <a:gd name="connsiteX81" fmla="*/ 5510261 w 6282234"/>
              <a:gd name="connsiteY81" fmla="*/ 3793735 h 4115518"/>
              <a:gd name="connsiteX82" fmla="*/ 5500489 w 6282234"/>
              <a:gd name="connsiteY82" fmla="*/ 3767195 h 4115518"/>
              <a:gd name="connsiteX83" fmla="*/ 5497233 w 6282234"/>
              <a:gd name="connsiteY83" fmla="*/ 3753926 h 4115518"/>
              <a:gd name="connsiteX84" fmla="*/ 5989079 w 6282234"/>
              <a:gd name="connsiteY84" fmla="*/ 3591375 h 4115518"/>
              <a:gd name="connsiteX85" fmla="*/ 6005366 w 6282234"/>
              <a:gd name="connsiteY85" fmla="*/ 3604645 h 4115518"/>
              <a:gd name="connsiteX86" fmla="*/ 6011881 w 6282234"/>
              <a:gd name="connsiteY86" fmla="*/ 3617914 h 4115518"/>
              <a:gd name="connsiteX87" fmla="*/ 6011881 w 6282234"/>
              <a:gd name="connsiteY87" fmla="*/ 3631184 h 4115518"/>
              <a:gd name="connsiteX88" fmla="*/ 6021653 w 6282234"/>
              <a:gd name="connsiteY88" fmla="*/ 3631184 h 4115518"/>
              <a:gd name="connsiteX89" fmla="*/ 6031424 w 6282234"/>
              <a:gd name="connsiteY89" fmla="*/ 3631184 h 4115518"/>
              <a:gd name="connsiteX90" fmla="*/ 6031424 w 6282234"/>
              <a:gd name="connsiteY90" fmla="*/ 3657722 h 4115518"/>
              <a:gd name="connsiteX91" fmla="*/ 6054225 w 6282234"/>
              <a:gd name="connsiteY91" fmla="*/ 3657722 h 4115518"/>
              <a:gd name="connsiteX92" fmla="*/ 6067255 w 6282234"/>
              <a:gd name="connsiteY92" fmla="*/ 3644454 h 4115518"/>
              <a:gd name="connsiteX93" fmla="*/ 6073769 w 6282234"/>
              <a:gd name="connsiteY93" fmla="*/ 3657722 h 4115518"/>
              <a:gd name="connsiteX94" fmla="*/ 6073769 w 6282234"/>
              <a:gd name="connsiteY94" fmla="*/ 3670992 h 4115518"/>
              <a:gd name="connsiteX95" fmla="*/ 6067255 w 6282234"/>
              <a:gd name="connsiteY95" fmla="*/ 3684261 h 4115518"/>
              <a:gd name="connsiteX96" fmla="*/ 6054225 w 6282234"/>
              <a:gd name="connsiteY96" fmla="*/ 3684261 h 4115518"/>
              <a:gd name="connsiteX97" fmla="*/ 6047711 w 6282234"/>
              <a:gd name="connsiteY97" fmla="*/ 3710801 h 4115518"/>
              <a:gd name="connsiteX98" fmla="*/ 6034682 w 6282234"/>
              <a:gd name="connsiteY98" fmla="*/ 3724070 h 4115518"/>
              <a:gd name="connsiteX99" fmla="*/ 6021653 w 6282234"/>
              <a:gd name="connsiteY99" fmla="*/ 3740657 h 4115518"/>
              <a:gd name="connsiteX100" fmla="*/ 6011881 w 6282234"/>
              <a:gd name="connsiteY100" fmla="*/ 3740657 h 4115518"/>
              <a:gd name="connsiteX101" fmla="*/ 6021653 w 6282234"/>
              <a:gd name="connsiteY101" fmla="*/ 3710801 h 4115518"/>
              <a:gd name="connsiteX102" fmla="*/ 6018395 w 6282234"/>
              <a:gd name="connsiteY102" fmla="*/ 3697531 h 4115518"/>
              <a:gd name="connsiteX103" fmla="*/ 5995595 w 6282234"/>
              <a:gd name="connsiteY103" fmla="*/ 3697531 h 4115518"/>
              <a:gd name="connsiteX104" fmla="*/ 5995595 w 6282234"/>
              <a:gd name="connsiteY104" fmla="*/ 3684261 h 4115518"/>
              <a:gd name="connsiteX105" fmla="*/ 6008624 w 6282234"/>
              <a:gd name="connsiteY105" fmla="*/ 3684261 h 4115518"/>
              <a:gd name="connsiteX106" fmla="*/ 6015137 w 6282234"/>
              <a:gd name="connsiteY106" fmla="*/ 3657722 h 4115518"/>
              <a:gd name="connsiteX107" fmla="*/ 6008624 w 6282234"/>
              <a:gd name="connsiteY107" fmla="*/ 3631184 h 4115518"/>
              <a:gd name="connsiteX108" fmla="*/ 5998851 w 6282234"/>
              <a:gd name="connsiteY108" fmla="*/ 3617914 h 4115518"/>
              <a:gd name="connsiteX109" fmla="*/ 5982565 w 6282234"/>
              <a:gd name="connsiteY109" fmla="*/ 3604645 h 4115518"/>
              <a:gd name="connsiteX110" fmla="*/ 5881590 w 6282234"/>
              <a:gd name="connsiteY110" fmla="*/ 3309400 h 4115518"/>
              <a:gd name="connsiteX111" fmla="*/ 5884847 w 6282234"/>
              <a:gd name="connsiteY111" fmla="*/ 3312718 h 4115518"/>
              <a:gd name="connsiteX112" fmla="*/ 5884847 w 6282234"/>
              <a:gd name="connsiteY112" fmla="*/ 3316035 h 4115518"/>
              <a:gd name="connsiteX113" fmla="*/ 5878332 w 6282234"/>
              <a:gd name="connsiteY113" fmla="*/ 3316035 h 4115518"/>
              <a:gd name="connsiteX114" fmla="*/ 3936998 w 6282234"/>
              <a:gd name="connsiteY114" fmla="*/ 3309400 h 4115518"/>
              <a:gd name="connsiteX115" fmla="*/ 3940256 w 6282234"/>
              <a:gd name="connsiteY115" fmla="*/ 3312718 h 4115518"/>
              <a:gd name="connsiteX116" fmla="*/ 3943513 w 6282234"/>
              <a:gd name="connsiteY116" fmla="*/ 3316035 h 4115518"/>
              <a:gd name="connsiteX117" fmla="*/ 3940256 w 6282234"/>
              <a:gd name="connsiteY117" fmla="*/ 3319351 h 4115518"/>
              <a:gd name="connsiteX118" fmla="*/ 3933741 w 6282234"/>
              <a:gd name="connsiteY118" fmla="*/ 3316035 h 4115518"/>
              <a:gd name="connsiteX119" fmla="*/ 3933741 w 6282234"/>
              <a:gd name="connsiteY119" fmla="*/ 3312718 h 4115518"/>
              <a:gd name="connsiteX120" fmla="*/ 5829473 w 6282234"/>
              <a:gd name="connsiteY120" fmla="*/ 3299448 h 4115518"/>
              <a:gd name="connsiteX121" fmla="*/ 5832731 w 6282234"/>
              <a:gd name="connsiteY121" fmla="*/ 3299448 h 4115518"/>
              <a:gd name="connsiteX122" fmla="*/ 5842503 w 6282234"/>
              <a:gd name="connsiteY122" fmla="*/ 3306083 h 4115518"/>
              <a:gd name="connsiteX123" fmla="*/ 5845759 w 6282234"/>
              <a:gd name="connsiteY123" fmla="*/ 3309400 h 4115518"/>
              <a:gd name="connsiteX124" fmla="*/ 5852274 w 6282234"/>
              <a:gd name="connsiteY124" fmla="*/ 3316035 h 4115518"/>
              <a:gd name="connsiteX125" fmla="*/ 5858789 w 6282234"/>
              <a:gd name="connsiteY125" fmla="*/ 3319351 h 4115518"/>
              <a:gd name="connsiteX126" fmla="*/ 5871819 w 6282234"/>
              <a:gd name="connsiteY126" fmla="*/ 3329304 h 4115518"/>
              <a:gd name="connsiteX127" fmla="*/ 5875075 w 6282234"/>
              <a:gd name="connsiteY127" fmla="*/ 3332621 h 4115518"/>
              <a:gd name="connsiteX128" fmla="*/ 5875075 w 6282234"/>
              <a:gd name="connsiteY128" fmla="*/ 3339256 h 4115518"/>
              <a:gd name="connsiteX129" fmla="*/ 5865303 w 6282234"/>
              <a:gd name="connsiteY129" fmla="*/ 3332621 h 4115518"/>
              <a:gd name="connsiteX130" fmla="*/ 5855532 w 6282234"/>
              <a:gd name="connsiteY130" fmla="*/ 3325986 h 4115518"/>
              <a:gd name="connsiteX131" fmla="*/ 5849017 w 6282234"/>
              <a:gd name="connsiteY131" fmla="*/ 3322669 h 4115518"/>
              <a:gd name="connsiteX132" fmla="*/ 5842503 w 6282234"/>
              <a:gd name="connsiteY132" fmla="*/ 3316035 h 4115518"/>
              <a:gd name="connsiteX133" fmla="*/ 5839245 w 6282234"/>
              <a:gd name="connsiteY133" fmla="*/ 3316035 h 4115518"/>
              <a:gd name="connsiteX134" fmla="*/ 5832731 w 6282234"/>
              <a:gd name="connsiteY134" fmla="*/ 3309400 h 4115518"/>
              <a:gd name="connsiteX135" fmla="*/ 5829473 w 6282234"/>
              <a:gd name="connsiteY135" fmla="*/ 3302765 h 4115518"/>
              <a:gd name="connsiteX136" fmla="*/ 3972829 w 6282234"/>
              <a:gd name="connsiteY136" fmla="*/ 3292813 h 4115518"/>
              <a:gd name="connsiteX137" fmla="*/ 3976086 w 6282234"/>
              <a:gd name="connsiteY137" fmla="*/ 3292813 h 4115518"/>
              <a:gd name="connsiteX138" fmla="*/ 3976086 w 6282234"/>
              <a:gd name="connsiteY138" fmla="*/ 3296131 h 4115518"/>
              <a:gd name="connsiteX139" fmla="*/ 3976086 w 6282234"/>
              <a:gd name="connsiteY139" fmla="*/ 3302765 h 4115518"/>
              <a:gd name="connsiteX140" fmla="*/ 3972829 w 6282234"/>
              <a:gd name="connsiteY140" fmla="*/ 3302765 h 4115518"/>
              <a:gd name="connsiteX141" fmla="*/ 3969571 w 6282234"/>
              <a:gd name="connsiteY141" fmla="*/ 3302765 h 4115518"/>
              <a:gd name="connsiteX142" fmla="*/ 5914163 w 6282234"/>
              <a:gd name="connsiteY142" fmla="*/ 3269591 h 4115518"/>
              <a:gd name="connsiteX143" fmla="*/ 5917419 w 6282234"/>
              <a:gd name="connsiteY143" fmla="*/ 3272909 h 4115518"/>
              <a:gd name="connsiteX144" fmla="*/ 5910905 w 6282234"/>
              <a:gd name="connsiteY144" fmla="*/ 3272909 h 4115518"/>
              <a:gd name="connsiteX145" fmla="*/ 5901133 w 6282234"/>
              <a:gd name="connsiteY145" fmla="*/ 3246370 h 4115518"/>
              <a:gd name="connsiteX146" fmla="*/ 5904391 w 6282234"/>
              <a:gd name="connsiteY146" fmla="*/ 3249687 h 4115518"/>
              <a:gd name="connsiteX147" fmla="*/ 5901133 w 6282234"/>
              <a:gd name="connsiteY147" fmla="*/ 3249687 h 4115518"/>
              <a:gd name="connsiteX148" fmla="*/ 5897877 w 6282234"/>
              <a:gd name="connsiteY148" fmla="*/ 3249687 h 4115518"/>
              <a:gd name="connsiteX149" fmla="*/ 6063997 w 6282234"/>
              <a:gd name="connsiteY149" fmla="*/ 3243052 h 4115518"/>
              <a:gd name="connsiteX150" fmla="*/ 6070511 w 6282234"/>
              <a:gd name="connsiteY150" fmla="*/ 3243052 h 4115518"/>
              <a:gd name="connsiteX151" fmla="*/ 6080283 w 6282234"/>
              <a:gd name="connsiteY151" fmla="*/ 3249687 h 4115518"/>
              <a:gd name="connsiteX152" fmla="*/ 6080283 w 6282234"/>
              <a:gd name="connsiteY152" fmla="*/ 3256322 h 4115518"/>
              <a:gd name="connsiteX153" fmla="*/ 6080283 w 6282234"/>
              <a:gd name="connsiteY153" fmla="*/ 3259639 h 4115518"/>
              <a:gd name="connsiteX154" fmla="*/ 6070511 w 6282234"/>
              <a:gd name="connsiteY154" fmla="*/ 3259639 h 4115518"/>
              <a:gd name="connsiteX155" fmla="*/ 6067255 w 6282234"/>
              <a:gd name="connsiteY155" fmla="*/ 3259639 h 4115518"/>
              <a:gd name="connsiteX156" fmla="*/ 6057483 w 6282234"/>
              <a:gd name="connsiteY156" fmla="*/ 3259639 h 4115518"/>
              <a:gd name="connsiteX157" fmla="*/ 6054225 w 6282234"/>
              <a:gd name="connsiteY157" fmla="*/ 3253004 h 4115518"/>
              <a:gd name="connsiteX158" fmla="*/ 6060740 w 6282234"/>
              <a:gd name="connsiteY158" fmla="*/ 3249687 h 4115518"/>
              <a:gd name="connsiteX159" fmla="*/ 6060740 w 6282234"/>
              <a:gd name="connsiteY159" fmla="*/ 3246370 h 4115518"/>
              <a:gd name="connsiteX160" fmla="*/ 6096569 w 6282234"/>
              <a:gd name="connsiteY160" fmla="*/ 3223149 h 4115518"/>
              <a:gd name="connsiteX161" fmla="*/ 6103084 w 6282234"/>
              <a:gd name="connsiteY161" fmla="*/ 3223149 h 4115518"/>
              <a:gd name="connsiteX162" fmla="*/ 6096569 w 6282234"/>
              <a:gd name="connsiteY162" fmla="*/ 3226466 h 4115518"/>
              <a:gd name="connsiteX163" fmla="*/ 6090055 w 6282234"/>
              <a:gd name="connsiteY163" fmla="*/ 3233100 h 4115518"/>
              <a:gd name="connsiteX164" fmla="*/ 6083541 w 6282234"/>
              <a:gd name="connsiteY164" fmla="*/ 3233100 h 4115518"/>
              <a:gd name="connsiteX165" fmla="*/ 6080283 w 6282234"/>
              <a:gd name="connsiteY165" fmla="*/ 3233100 h 4115518"/>
              <a:gd name="connsiteX166" fmla="*/ 6086798 w 6282234"/>
              <a:gd name="connsiteY166" fmla="*/ 3226466 h 4115518"/>
              <a:gd name="connsiteX167" fmla="*/ 6093313 w 6282234"/>
              <a:gd name="connsiteY167" fmla="*/ 3226466 h 4115518"/>
              <a:gd name="connsiteX168" fmla="*/ 5884847 w 6282234"/>
              <a:gd name="connsiteY168" fmla="*/ 3219831 h 4115518"/>
              <a:gd name="connsiteX169" fmla="*/ 5891361 w 6282234"/>
              <a:gd name="connsiteY169" fmla="*/ 3223149 h 4115518"/>
              <a:gd name="connsiteX170" fmla="*/ 5884847 w 6282234"/>
              <a:gd name="connsiteY170" fmla="*/ 3229784 h 4115518"/>
              <a:gd name="connsiteX171" fmla="*/ 5868561 w 6282234"/>
              <a:gd name="connsiteY171" fmla="*/ 3198268 h 4115518"/>
              <a:gd name="connsiteX172" fmla="*/ 5875075 w 6282234"/>
              <a:gd name="connsiteY172" fmla="*/ 3198268 h 4115518"/>
              <a:gd name="connsiteX173" fmla="*/ 5875075 w 6282234"/>
              <a:gd name="connsiteY173" fmla="*/ 3202580 h 4115518"/>
              <a:gd name="connsiteX174" fmla="*/ 5878332 w 6282234"/>
              <a:gd name="connsiteY174" fmla="*/ 3202580 h 4115518"/>
              <a:gd name="connsiteX175" fmla="*/ 5881590 w 6282234"/>
              <a:gd name="connsiteY175" fmla="*/ 3209879 h 4115518"/>
              <a:gd name="connsiteX176" fmla="*/ 5875075 w 6282234"/>
              <a:gd name="connsiteY176" fmla="*/ 3213197 h 4115518"/>
              <a:gd name="connsiteX177" fmla="*/ 5871819 w 6282234"/>
              <a:gd name="connsiteY177" fmla="*/ 3207889 h 4115518"/>
              <a:gd name="connsiteX178" fmla="*/ 5871819 w 6282234"/>
              <a:gd name="connsiteY178" fmla="*/ 3205235 h 4115518"/>
              <a:gd name="connsiteX179" fmla="*/ 3829509 w 6282234"/>
              <a:gd name="connsiteY179" fmla="*/ 3149835 h 4115518"/>
              <a:gd name="connsiteX180" fmla="*/ 3836023 w 6282234"/>
              <a:gd name="connsiteY180" fmla="*/ 3151162 h 4115518"/>
              <a:gd name="connsiteX181" fmla="*/ 3836023 w 6282234"/>
              <a:gd name="connsiteY181" fmla="*/ 3156470 h 4115518"/>
              <a:gd name="connsiteX182" fmla="*/ 3839280 w 6282234"/>
              <a:gd name="connsiteY182" fmla="*/ 3159455 h 4115518"/>
              <a:gd name="connsiteX183" fmla="*/ 3842538 w 6282234"/>
              <a:gd name="connsiteY183" fmla="*/ 3175378 h 4115518"/>
              <a:gd name="connsiteX184" fmla="*/ 3845795 w 6282234"/>
              <a:gd name="connsiteY184" fmla="*/ 3187652 h 4115518"/>
              <a:gd name="connsiteX185" fmla="*/ 3845795 w 6282234"/>
              <a:gd name="connsiteY185" fmla="*/ 3192960 h 4115518"/>
              <a:gd name="connsiteX186" fmla="*/ 3849053 w 6282234"/>
              <a:gd name="connsiteY186" fmla="*/ 3199927 h 4115518"/>
              <a:gd name="connsiteX187" fmla="*/ 3852310 w 6282234"/>
              <a:gd name="connsiteY187" fmla="*/ 3202580 h 4115518"/>
              <a:gd name="connsiteX188" fmla="*/ 3849053 w 6282234"/>
              <a:gd name="connsiteY188" fmla="*/ 3209879 h 4115518"/>
              <a:gd name="connsiteX189" fmla="*/ 3845795 w 6282234"/>
              <a:gd name="connsiteY189" fmla="*/ 3216514 h 4115518"/>
              <a:gd name="connsiteX190" fmla="*/ 3842538 w 6282234"/>
              <a:gd name="connsiteY190" fmla="*/ 3213197 h 4115518"/>
              <a:gd name="connsiteX191" fmla="*/ 3839280 w 6282234"/>
              <a:gd name="connsiteY191" fmla="*/ 3207889 h 4115518"/>
              <a:gd name="connsiteX192" fmla="*/ 3836023 w 6282234"/>
              <a:gd name="connsiteY192" fmla="*/ 3209879 h 4115518"/>
              <a:gd name="connsiteX193" fmla="*/ 3839280 w 6282234"/>
              <a:gd name="connsiteY193" fmla="*/ 3223149 h 4115518"/>
              <a:gd name="connsiteX194" fmla="*/ 3839280 w 6282234"/>
              <a:gd name="connsiteY194" fmla="*/ 3229784 h 4115518"/>
              <a:gd name="connsiteX195" fmla="*/ 3836023 w 6282234"/>
              <a:gd name="connsiteY195" fmla="*/ 3236417 h 4115518"/>
              <a:gd name="connsiteX196" fmla="*/ 3832767 w 6282234"/>
              <a:gd name="connsiteY196" fmla="*/ 3243052 h 4115518"/>
              <a:gd name="connsiteX197" fmla="*/ 3832767 w 6282234"/>
              <a:gd name="connsiteY197" fmla="*/ 3249687 h 4115518"/>
              <a:gd name="connsiteX198" fmla="*/ 3829509 w 6282234"/>
              <a:gd name="connsiteY198" fmla="*/ 3259639 h 4115518"/>
              <a:gd name="connsiteX199" fmla="*/ 3822994 w 6282234"/>
              <a:gd name="connsiteY199" fmla="*/ 3286178 h 4115518"/>
              <a:gd name="connsiteX200" fmla="*/ 3819737 w 6282234"/>
              <a:gd name="connsiteY200" fmla="*/ 3292813 h 4115518"/>
              <a:gd name="connsiteX201" fmla="*/ 3819737 w 6282234"/>
              <a:gd name="connsiteY201" fmla="*/ 3299448 h 4115518"/>
              <a:gd name="connsiteX202" fmla="*/ 3813222 w 6282234"/>
              <a:gd name="connsiteY202" fmla="*/ 3316035 h 4115518"/>
              <a:gd name="connsiteX203" fmla="*/ 3809965 w 6282234"/>
              <a:gd name="connsiteY203" fmla="*/ 3325986 h 4115518"/>
              <a:gd name="connsiteX204" fmla="*/ 3806707 w 6282234"/>
              <a:gd name="connsiteY204" fmla="*/ 3339256 h 4115518"/>
              <a:gd name="connsiteX205" fmla="*/ 3803451 w 6282234"/>
              <a:gd name="connsiteY205" fmla="*/ 3349208 h 4115518"/>
              <a:gd name="connsiteX206" fmla="*/ 3800193 w 6282234"/>
              <a:gd name="connsiteY206" fmla="*/ 3365795 h 4115518"/>
              <a:gd name="connsiteX207" fmla="*/ 3796936 w 6282234"/>
              <a:gd name="connsiteY207" fmla="*/ 3375747 h 4115518"/>
              <a:gd name="connsiteX208" fmla="*/ 3793679 w 6282234"/>
              <a:gd name="connsiteY208" fmla="*/ 3389017 h 4115518"/>
              <a:gd name="connsiteX209" fmla="*/ 3783907 w 6282234"/>
              <a:gd name="connsiteY209" fmla="*/ 3392334 h 4115518"/>
              <a:gd name="connsiteX210" fmla="*/ 3777393 w 6282234"/>
              <a:gd name="connsiteY210" fmla="*/ 3392334 h 4115518"/>
              <a:gd name="connsiteX211" fmla="*/ 3770878 w 6282234"/>
              <a:gd name="connsiteY211" fmla="*/ 3392334 h 4115518"/>
              <a:gd name="connsiteX212" fmla="*/ 3764363 w 6282234"/>
              <a:gd name="connsiteY212" fmla="*/ 3398969 h 4115518"/>
              <a:gd name="connsiteX213" fmla="*/ 3757849 w 6282234"/>
              <a:gd name="connsiteY213" fmla="*/ 3398969 h 4115518"/>
              <a:gd name="connsiteX214" fmla="*/ 3751334 w 6282234"/>
              <a:gd name="connsiteY214" fmla="*/ 3392334 h 4115518"/>
              <a:gd name="connsiteX215" fmla="*/ 3738305 w 6282234"/>
              <a:gd name="connsiteY215" fmla="*/ 3389017 h 4115518"/>
              <a:gd name="connsiteX216" fmla="*/ 3738305 w 6282234"/>
              <a:gd name="connsiteY216" fmla="*/ 3382382 h 4115518"/>
              <a:gd name="connsiteX217" fmla="*/ 3731791 w 6282234"/>
              <a:gd name="connsiteY217" fmla="*/ 3375747 h 4115518"/>
              <a:gd name="connsiteX218" fmla="*/ 3728533 w 6282234"/>
              <a:gd name="connsiteY218" fmla="*/ 3352525 h 4115518"/>
              <a:gd name="connsiteX219" fmla="*/ 3728533 w 6282234"/>
              <a:gd name="connsiteY219" fmla="*/ 3345891 h 4115518"/>
              <a:gd name="connsiteX220" fmla="*/ 3725276 w 6282234"/>
              <a:gd name="connsiteY220" fmla="*/ 3335938 h 4115518"/>
              <a:gd name="connsiteX221" fmla="*/ 3725276 w 6282234"/>
              <a:gd name="connsiteY221" fmla="*/ 3325986 h 4115518"/>
              <a:gd name="connsiteX222" fmla="*/ 3728533 w 6282234"/>
              <a:gd name="connsiteY222" fmla="*/ 3322669 h 4115518"/>
              <a:gd name="connsiteX223" fmla="*/ 3728533 w 6282234"/>
              <a:gd name="connsiteY223" fmla="*/ 3316035 h 4115518"/>
              <a:gd name="connsiteX224" fmla="*/ 3735047 w 6282234"/>
              <a:gd name="connsiteY224" fmla="*/ 3316035 h 4115518"/>
              <a:gd name="connsiteX225" fmla="*/ 3738305 w 6282234"/>
              <a:gd name="connsiteY225" fmla="*/ 3309400 h 4115518"/>
              <a:gd name="connsiteX226" fmla="*/ 3748077 w 6282234"/>
              <a:gd name="connsiteY226" fmla="*/ 3292813 h 4115518"/>
              <a:gd name="connsiteX227" fmla="*/ 3744820 w 6282234"/>
              <a:gd name="connsiteY227" fmla="*/ 3286178 h 4115518"/>
              <a:gd name="connsiteX228" fmla="*/ 3748077 w 6282234"/>
              <a:gd name="connsiteY228" fmla="*/ 3282861 h 4115518"/>
              <a:gd name="connsiteX229" fmla="*/ 3741562 w 6282234"/>
              <a:gd name="connsiteY229" fmla="*/ 3276226 h 4115518"/>
              <a:gd name="connsiteX230" fmla="*/ 3741562 w 6282234"/>
              <a:gd name="connsiteY230" fmla="*/ 3272909 h 4115518"/>
              <a:gd name="connsiteX231" fmla="*/ 3738305 w 6282234"/>
              <a:gd name="connsiteY231" fmla="*/ 3262957 h 4115518"/>
              <a:gd name="connsiteX232" fmla="*/ 3738305 w 6282234"/>
              <a:gd name="connsiteY232" fmla="*/ 3249687 h 4115518"/>
              <a:gd name="connsiteX233" fmla="*/ 3738305 w 6282234"/>
              <a:gd name="connsiteY233" fmla="*/ 3243052 h 4115518"/>
              <a:gd name="connsiteX234" fmla="*/ 3744820 w 6282234"/>
              <a:gd name="connsiteY234" fmla="*/ 3233100 h 4115518"/>
              <a:gd name="connsiteX235" fmla="*/ 3748077 w 6282234"/>
              <a:gd name="connsiteY235" fmla="*/ 3226466 h 4115518"/>
              <a:gd name="connsiteX236" fmla="*/ 3748077 w 6282234"/>
              <a:gd name="connsiteY236" fmla="*/ 3223149 h 4115518"/>
              <a:gd name="connsiteX237" fmla="*/ 3754591 w 6282234"/>
              <a:gd name="connsiteY237" fmla="*/ 3223149 h 4115518"/>
              <a:gd name="connsiteX238" fmla="*/ 3757849 w 6282234"/>
              <a:gd name="connsiteY238" fmla="*/ 3216514 h 4115518"/>
              <a:gd name="connsiteX239" fmla="*/ 3764363 w 6282234"/>
              <a:gd name="connsiteY239" fmla="*/ 3216514 h 4115518"/>
              <a:gd name="connsiteX240" fmla="*/ 3770878 w 6282234"/>
              <a:gd name="connsiteY240" fmla="*/ 3213197 h 4115518"/>
              <a:gd name="connsiteX241" fmla="*/ 3777393 w 6282234"/>
              <a:gd name="connsiteY241" fmla="*/ 3213197 h 4115518"/>
              <a:gd name="connsiteX242" fmla="*/ 3780649 w 6282234"/>
              <a:gd name="connsiteY242" fmla="*/ 3209879 h 4115518"/>
              <a:gd name="connsiteX243" fmla="*/ 3793679 w 6282234"/>
              <a:gd name="connsiteY243" fmla="*/ 3202580 h 4115518"/>
              <a:gd name="connsiteX244" fmla="*/ 3793679 w 6282234"/>
              <a:gd name="connsiteY244" fmla="*/ 3198268 h 4115518"/>
              <a:gd name="connsiteX245" fmla="*/ 3800193 w 6282234"/>
              <a:gd name="connsiteY245" fmla="*/ 3199927 h 4115518"/>
              <a:gd name="connsiteX246" fmla="*/ 3803451 w 6282234"/>
              <a:gd name="connsiteY246" fmla="*/ 3192960 h 4115518"/>
              <a:gd name="connsiteX247" fmla="*/ 3803451 w 6282234"/>
              <a:gd name="connsiteY247" fmla="*/ 3186325 h 4115518"/>
              <a:gd name="connsiteX248" fmla="*/ 3806707 w 6282234"/>
              <a:gd name="connsiteY248" fmla="*/ 3186325 h 4115518"/>
              <a:gd name="connsiteX249" fmla="*/ 3806707 w 6282234"/>
              <a:gd name="connsiteY249" fmla="*/ 3178364 h 4115518"/>
              <a:gd name="connsiteX250" fmla="*/ 3806707 w 6282234"/>
              <a:gd name="connsiteY250" fmla="*/ 3174052 h 4115518"/>
              <a:gd name="connsiteX251" fmla="*/ 3813222 w 6282234"/>
              <a:gd name="connsiteY251" fmla="*/ 3174052 h 4115518"/>
              <a:gd name="connsiteX252" fmla="*/ 3819737 w 6282234"/>
              <a:gd name="connsiteY252" fmla="*/ 3171398 h 4115518"/>
              <a:gd name="connsiteX253" fmla="*/ 3822994 w 6282234"/>
              <a:gd name="connsiteY253" fmla="*/ 3159455 h 4115518"/>
              <a:gd name="connsiteX254" fmla="*/ 3819737 w 6282234"/>
              <a:gd name="connsiteY254" fmla="*/ 3153815 h 4115518"/>
              <a:gd name="connsiteX255" fmla="*/ 3725276 w 6282234"/>
              <a:gd name="connsiteY255" fmla="*/ 3134906 h 4115518"/>
              <a:gd name="connsiteX256" fmla="*/ 3728533 w 6282234"/>
              <a:gd name="connsiteY256" fmla="*/ 3134906 h 4115518"/>
              <a:gd name="connsiteX257" fmla="*/ 3728533 w 6282234"/>
              <a:gd name="connsiteY257" fmla="*/ 3139219 h 4115518"/>
              <a:gd name="connsiteX258" fmla="*/ 3728533 w 6282234"/>
              <a:gd name="connsiteY258" fmla="*/ 3144527 h 4115518"/>
              <a:gd name="connsiteX259" fmla="*/ 3725276 w 6282234"/>
              <a:gd name="connsiteY259" fmla="*/ 3141873 h 4115518"/>
              <a:gd name="connsiteX260" fmla="*/ 5445115 w 6282234"/>
              <a:gd name="connsiteY260" fmla="*/ 3126945 h 4115518"/>
              <a:gd name="connsiteX261" fmla="*/ 5454887 w 6282234"/>
              <a:gd name="connsiteY261" fmla="*/ 3126945 h 4115518"/>
              <a:gd name="connsiteX262" fmla="*/ 5458145 w 6282234"/>
              <a:gd name="connsiteY262" fmla="*/ 3141873 h 4115518"/>
              <a:gd name="connsiteX263" fmla="*/ 5464659 w 6282234"/>
              <a:gd name="connsiteY263" fmla="*/ 3144527 h 4115518"/>
              <a:gd name="connsiteX264" fmla="*/ 5467917 w 6282234"/>
              <a:gd name="connsiteY264" fmla="*/ 3162108 h 4115518"/>
              <a:gd name="connsiteX265" fmla="*/ 5467917 w 6282234"/>
              <a:gd name="connsiteY265" fmla="*/ 3178364 h 4115518"/>
              <a:gd name="connsiteX266" fmla="*/ 5474431 w 6282234"/>
              <a:gd name="connsiteY266" fmla="*/ 3187652 h 4115518"/>
              <a:gd name="connsiteX267" fmla="*/ 5487459 w 6282234"/>
              <a:gd name="connsiteY267" fmla="*/ 3186325 h 4115518"/>
              <a:gd name="connsiteX268" fmla="*/ 5500489 w 6282234"/>
              <a:gd name="connsiteY268" fmla="*/ 3198268 h 4115518"/>
              <a:gd name="connsiteX269" fmla="*/ 5503746 w 6282234"/>
              <a:gd name="connsiteY269" fmla="*/ 3226466 h 4115518"/>
              <a:gd name="connsiteX270" fmla="*/ 5513519 w 6282234"/>
              <a:gd name="connsiteY270" fmla="*/ 3249687 h 4115518"/>
              <a:gd name="connsiteX271" fmla="*/ 5510261 w 6282234"/>
              <a:gd name="connsiteY271" fmla="*/ 3259639 h 4115518"/>
              <a:gd name="connsiteX272" fmla="*/ 5516775 w 6282234"/>
              <a:gd name="connsiteY272" fmla="*/ 3269591 h 4115518"/>
              <a:gd name="connsiteX273" fmla="*/ 5539577 w 6282234"/>
              <a:gd name="connsiteY273" fmla="*/ 3289496 h 4115518"/>
              <a:gd name="connsiteX274" fmla="*/ 5559120 w 6282234"/>
              <a:gd name="connsiteY274" fmla="*/ 3296131 h 4115518"/>
              <a:gd name="connsiteX275" fmla="*/ 5559120 w 6282234"/>
              <a:gd name="connsiteY275" fmla="*/ 3309400 h 4115518"/>
              <a:gd name="connsiteX276" fmla="*/ 5568891 w 6282234"/>
              <a:gd name="connsiteY276" fmla="*/ 3316035 h 4115518"/>
              <a:gd name="connsiteX277" fmla="*/ 5575406 w 6282234"/>
              <a:gd name="connsiteY277" fmla="*/ 3339256 h 4115518"/>
              <a:gd name="connsiteX278" fmla="*/ 5594951 w 6282234"/>
              <a:gd name="connsiteY278" fmla="*/ 3345891 h 4115518"/>
              <a:gd name="connsiteX279" fmla="*/ 5598207 w 6282234"/>
              <a:gd name="connsiteY279" fmla="*/ 3359160 h 4115518"/>
              <a:gd name="connsiteX280" fmla="*/ 5607979 w 6282234"/>
              <a:gd name="connsiteY280" fmla="*/ 3369112 h 4115518"/>
              <a:gd name="connsiteX281" fmla="*/ 5624265 w 6282234"/>
              <a:gd name="connsiteY281" fmla="*/ 3385699 h 4115518"/>
              <a:gd name="connsiteX282" fmla="*/ 5634037 w 6282234"/>
              <a:gd name="connsiteY282" fmla="*/ 3405603 h 4115518"/>
              <a:gd name="connsiteX283" fmla="*/ 5637295 w 6282234"/>
              <a:gd name="connsiteY283" fmla="*/ 3438777 h 4115518"/>
              <a:gd name="connsiteX284" fmla="*/ 5643809 w 6282234"/>
              <a:gd name="connsiteY284" fmla="*/ 3452046 h 4115518"/>
              <a:gd name="connsiteX285" fmla="*/ 5637295 w 6282234"/>
              <a:gd name="connsiteY285" fmla="*/ 3508441 h 4115518"/>
              <a:gd name="connsiteX286" fmla="*/ 5627523 w 6282234"/>
              <a:gd name="connsiteY286" fmla="*/ 3538298 h 4115518"/>
              <a:gd name="connsiteX287" fmla="*/ 5611237 w 6282234"/>
              <a:gd name="connsiteY287" fmla="*/ 3551567 h 4115518"/>
              <a:gd name="connsiteX288" fmla="*/ 5598207 w 6282234"/>
              <a:gd name="connsiteY288" fmla="*/ 3578106 h 4115518"/>
              <a:gd name="connsiteX289" fmla="*/ 5591693 w 6282234"/>
              <a:gd name="connsiteY289" fmla="*/ 3591375 h 4115518"/>
              <a:gd name="connsiteX290" fmla="*/ 5581921 w 6282234"/>
              <a:gd name="connsiteY290" fmla="*/ 3617914 h 4115518"/>
              <a:gd name="connsiteX291" fmla="*/ 5581921 w 6282234"/>
              <a:gd name="connsiteY291" fmla="*/ 3631184 h 4115518"/>
              <a:gd name="connsiteX292" fmla="*/ 5581921 w 6282234"/>
              <a:gd name="connsiteY292" fmla="*/ 3644454 h 4115518"/>
              <a:gd name="connsiteX293" fmla="*/ 5572149 w 6282234"/>
              <a:gd name="connsiteY293" fmla="*/ 3657722 h 4115518"/>
              <a:gd name="connsiteX294" fmla="*/ 5552605 w 6282234"/>
              <a:gd name="connsiteY294" fmla="*/ 3657722 h 4115518"/>
              <a:gd name="connsiteX295" fmla="*/ 5536319 w 6282234"/>
              <a:gd name="connsiteY295" fmla="*/ 3657722 h 4115518"/>
              <a:gd name="connsiteX296" fmla="*/ 5526547 w 6282234"/>
              <a:gd name="connsiteY296" fmla="*/ 3670992 h 4115518"/>
              <a:gd name="connsiteX297" fmla="*/ 5510261 w 6282234"/>
              <a:gd name="connsiteY297" fmla="*/ 3684261 h 4115518"/>
              <a:gd name="connsiteX298" fmla="*/ 5497233 w 6282234"/>
              <a:gd name="connsiteY298" fmla="*/ 3670992 h 4115518"/>
              <a:gd name="connsiteX299" fmla="*/ 5493975 w 6282234"/>
              <a:gd name="connsiteY299" fmla="*/ 3657722 h 4115518"/>
              <a:gd name="connsiteX300" fmla="*/ 5467917 w 6282234"/>
              <a:gd name="connsiteY300" fmla="*/ 3684261 h 4115518"/>
              <a:gd name="connsiteX301" fmla="*/ 5451630 w 6282234"/>
              <a:gd name="connsiteY301" fmla="*/ 3670992 h 4115518"/>
              <a:gd name="connsiteX302" fmla="*/ 5435343 w 6282234"/>
              <a:gd name="connsiteY302" fmla="*/ 3670992 h 4115518"/>
              <a:gd name="connsiteX303" fmla="*/ 5415801 w 6282234"/>
              <a:gd name="connsiteY303" fmla="*/ 3657722 h 4115518"/>
              <a:gd name="connsiteX304" fmla="*/ 5402771 w 6282234"/>
              <a:gd name="connsiteY304" fmla="*/ 3644454 h 4115518"/>
              <a:gd name="connsiteX305" fmla="*/ 5402771 w 6282234"/>
              <a:gd name="connsiteY305" fmla="*/ 3631184 h 4115518"/>
              <a:gd name="connsiteX306" fmla="*/ 5392999 w 6282234"/>
              <a:gd name="connsiteY306" fmla="*/ 3604645 h 4115518"/>
              <a:gd name="connsiteX307" fmla="*/ 5383228 w 6282234"/>
              <a:gd name="connsiteY307" fmla="*/ 3604645 h 4115518"/>
              <a:gd name="connsiteX308" fmla="*/ 5379970 w 6282234"/>
              <a:gd name="connsiteY308" fmla="*/ 3591375 h 4115518"/>
              <a:gd name="connsiteX309" fmla="*/ 5376713 w 6282234"/>
              <a:gd name="connsiteY309" fmla="*/ 3578106 h 4115518"/>
              <a:gd name="connsiteX310" fmla="*/ 5363683 w 6282234"/>
              <a:gd name="connsiteY310" fmla="*/ 3591375 h 4115518"/>
              <a:gd name="connsiteX311" fmla="*/ 5366941 w 6282234"/>
              <a:gd name="connsiteY311" fmla="*/ 3564837 h 4115518"/>
              <a:gd name="connsiteX312" fmla="*/ 5370199 w 6282234"/>
              <a:gd name="connsiteY312" fmla="*/ 3564837 h 4115518"/>
              <a:gd name="connsiteX313" fmla="*/ 5366941 w 6282234"/>
              <a:gd name="connsiteY313" fmla="*/ 3551567 h 4115518"/>
              <a:gd name="connsiteX314" fmla="*/ 5357169 w 6282234"/>
              <a:gd name="connsiteY314" fmla="*/ 3564837 h 4115518"/>
              <a:gd name="connsiteX315" fmla="*/ 5344141 w 6282234"/>
              <a:gd name="connsiteY315" fmla="*/ 3578106 h 4115518"/>
              <a:gd name="connsiteX316" fmla="*/ 5334367 w 6282234"/>
              <a:gd name="connsiteY316" fmla="*/ 3591375 h 4115518"/>
              <a:gd name="connsiteX317" fmla="*/ 5324596 w 6282234"/>
              <a:gd name="connsiteY317" fmla="*/ 3591375 h 4115518"/>
              <a:gd name="connsiteX318" fmla="*/ 5324596 w 6282234"/>
              <a:gd name="connsiteY318" fmla="*/ 3578106 h 4115518"/>
              <a:gd name="connsiteX319" fmla="*/ 5308310 w 6282234"/>
              <a:gd name="connsiteY319" fmla="*/ 3551567 h 4115518"/>
              <a:gd name="connsiteX320" fmla="*/ 5305053 w 6282234"/>
              <a:gd name="connsiteY320" fmla="*/ 3538298 h 4115518"/>
              <a:gd name="connsiteX321" fmla="*/ 5278995 w 6282234"/>
              <a:gd name="connsiteY321" fmla="*/ 3525028 h 4115518"/>
              <a:gd name="connsiteX322" fmla="*/ 5272480 w 6282234"/>
              <a:gd name="connsiteY322" fmla="*/ 3538298 h 4115518"/>
              <a:gd name="connsiteX323" fmla="*/ 5252936 w 6282234"/>
              <a:gd name="connsiteY323" fmla="*/ 3525028 h 4115518"/>
              <a:gd name="connsiteX324" fmla="*/ 5217107 w 6282234"/>
              <a:gd name="connsiteY324" fmla="*/ 3525028 h 4115518"/>
              <a:gd name="connsiteX325" fmla="*/ 5187791 w 6282234"/>
              <a:gd name="connsiteY325" fmla="*/ 3538298 h 4115518"/>
              <a:gd name="connsiteX326" fmla="*/ 5164991 w 6282234"/>
              <a:gd name="connsiteY326" fmla="*/ 3538298 h 4115518"/>
              <a:gd name="connsiteX327" fmla="*/ 5129160 w 6282234"/>
              <a:gd name="connsiteY327" fmla="*/ 3551567 h 4115518"/>
              <a:gd name="connsiteX328" fmla="*/ 5119389 w 6282234"/>
              <a:gd name="connsiteY328" fmla="*/ 3578106 h 4115518"/>
              <a:gd name="connsiteX329" fmla="*/ 5093331 w 6282234"/>
              <a:gd name="connsiteY329" fmla="*/ 3564837 h 4115518"/>
              <a:gd name="connsiteX330" fmla="*/ 5057499 w 6282234"/>
              <a:gd name="connsiteY330" fmla="*/ 3578106 h 4115518"/>
              <a:gd name="connsiteX331" fmla="*/ 5044471 w 6282234"/>
              <a:gd name="connsiteY331" fmla="*/ 3578106 h 4115518"/>
              <a:gd name="connsiteX332" fmla="*/ 5041213 w 6282234"/>
              <a:gd name="connsiteY332" fmla="*/ 3578106 h 4115518"/>
              <a:gd name="connsiteX333" fmla="*/ 5024927 w 6282234"/>
              <a:gd name="connsiteY333" fmla="*/ 3591375 h 4115518"/>
              <a:gd name="connsiteX334" fmla="*/ 4998869 w 6282234"/>
              <a:gd name="connsiteY334" fmla="*/ 3591375 h 4115518"/>
              <a:gd name="connsiteX335" fmla="*/ 4982583 w 6282234"/>
              <a:gd name="connsiteY335" fmla="*/ 3578106 h 4115518"/>
              <a:gd name="connsiteX336" fmla="*/ 4972811 w 6282234"/>
              <a:gd name="connsiteY336" fmla="*/ 3578106 h 4115518"/>
              <a:gd name="connsiteX337" fmla="*/ 4972811 w 6282234"/>
              <a:gd name="connsiteY337" fmla="*/ 3564837 h 4115518"/>
              <a:gd name="connsiteX338" fmla="*/ 4985841 w 6282234"/>
              <a:gd name="connsiteY338" fmla="*/ 3564837 h 4115518"/>
              <a:gd name="connsiteX339" fmla="*/ 4985841 w 6282234"/>
              <a:gd name="connsiteY339" fmla="*/ 3525028 h 4115518"/>
              <a:gd name="connsiteX340" fmla="*/ 4972811 w 6282234"/>
              <a:gd name="connsiteY340" fmla="*/ 3498489 h 4115518"/>
              <a:gd name="connsiteX341" fmla="*/ 4972811 w 6282234"/>
              <a:gd name="connsiteY341" fmla="*/ 3478586 h 4115518"/>
              <a:gd name="connsiteX342" fmla="*/ 4959781 w 6282234"/>
              <a:gd name="connsiteY342" fmla="*/ 3452046 h 4115518"/>
              <a:gd name="connsiteX343" fmla="*/ 4956525 w 6282234"/>
              <a:gd name="connsiteY343" fmla="*/ 3438777 h 4115518"/>
              <a:gd name="connsiteX344" fmla="*/ 4950010 w 6282234"/>
              <a:gd name="connsiteY344" fmla="*/ 3422190 h 4115518"/>
              <a:gd name="connsiteX345" fmla="*/ 4956525 w 6282234"/>
              <a:gd name="connsiteY345" fmla="*/ 3418872 h 4115518"/>
              <a:gd name="connsiteX346" fmla="*/ 4956525 w 6282234"/>
              <a:gd name="connsiteY346" fmla="*/ 3402285 h 4115518"/>
              <a:gd name="connsiteX347" fmla="*/ 4943495 w 6282234"/>
              <a:gd name="connsiteY347" fmla="*/ 3375747 h 4115518"/>
              <a:gd name="connsiteX348" fmla="*/ 4950010 w 6282234"/>
              <a:gd name="connsiteY348" fmla="*/ 3359160 h 4115518"/>
              <a:gd name="connsiteX349" fmla="*/ 4950010 w 6282234"/>
              <a:gd name="connsiteY349" fmla="*/ 3342573 h 4115518"/>
              <a:gd name="connsiteX350" fmla="*/ 4963039 w 6282234"/>
              <a:gd name="connsiteY350" fmla="*/ 3339256 h 4115518"/>
              <a:gd name="connsiteX351" fmla="*/ 4966297 w 6282234"/>
              <a:gd name="connsiteY351" fmla="*/ 3329304 h 4115518"/>
              <a:gd name="connsiteX352" fmla="*/ 4979326 w 6282234"/>
              <a:gd name="connsiteY352" fmla="*/ 3322669 h 4115518"/>
              <a:gd name="connsiteX353" fmla="*/ 5002127 w 6282234"/>
              <a:gd name="connsiteY353" fmla="*/ 3306083 h 4115518"/>
              <a:gd name="connsiteX354" fmla="*/ 5015155 w 6282234"/>
              <a:gd name="connsiteY354" fmla="*/ 3309400 h 4115518"/>
              <a:gd name="connsiteX355" fmla="*/ 5077044 w 6282234"/>
              <a:gd name="connsiteY355" fmla="*/ 3286178 h 4115518"/>
              <a:gd name="connsiteX356" fmla="*/ 5086815 w 6282234"/>
              <a:gd name="connsiteY356" fmla="*/ 3276226 h 4115518"/>
              <a:gd name="connsiteX357" fmla="*/ 5090073 w 6282234"/>
              <a:gd name="connsiteY357" fmla="*/ 3266274 h 4115518"/>
              <a:gd name="connsiteX358" fmla="*/ 5099845 w 6282234"/>
              <a:gd name="connsiteY358" fmla="*/ 3259639 h 4115518"/>
              <a:gd name="connsiteX359" fmla="*/ 5096587 w 6282234"/>
              <a:gd name="connsiteY359" fmla="*/ 3243052 h 4115518"/>
              <a:gd name="connsiteX360" fmla="*/ 5106359 w 6282234"/>
              <a:gd name="connsiteY360" fmla="*/ 3233100 h 4115518"/>
              <a:gd name="connsiteX361" fmla="*/ 5122645 w 6282234"/>
              <a:gd name="connsiteY361" fmla="*/ 3233100 h 4115518"/>
              <a:gd name="connsiteX362" fmla="*/ 5135675 w 6282234"/>
              <a:gd name="connsiteY362" fmla="*/ 3213197 h 4115518"/>
              <a:gd name="connsiteX363" fmla="*/ 5155218 w 6282234"/>
              <a:gd name="connsiteY363" fmla="*/ 3187652 h 4115518"/>
              <a:gd name="connsiteX364" fmla="*/ 5174762 w 6282234"/>
              <a:gd name="connsiteY364" fmla="*/ 3186325 h 4115518"/>
              <a:gd name="connsiteX365" fmla="*/ 5181277 w 6282234"/>
              <a:gd name="connsiteY365" fmla="*/ 3175378 h 4115518"/>
              <a:gd name="connsiteX366" fmla="*/ 5197563 w 6282234"/>
              <a:gd name="connsiteY366" fmla="*/ 3192960 h 4115518"/>
              <a:gd name="connsiteX367" fmla="*/ 5226878 w 6282234"/>
              <a:gd name="connsiteY367" fmla="*/ 3199927 h 4115518"/>
              <a:gd name="connsiteX368" fmla="*/ 5223621 w 6282234"/>
              <a:gd name="connsiteY368" fmla="*/ 3187652 h 4115518"/>
              <a:gd name="connsiteX369" fmla="*/ 5230136 w 6282234"/>
              <a:gd name="connsiteY369" fmla="*/ 3174052 h 4115518"/>
              <a:gd name="connsiteX370" fmla="*/ 5236649 w 6282234"/>
              <a:gd name="connsiteY370" fmla="*/ 3168743 h 4115518"/>
              <a:gd name="connsiteX371" fmla="*/ 5239907 w 6282234"/>
              <a:gd name="connsiteY371" fmla="*/ 3156470 h 4115518"/>
              <a:gd name="connsiteX372" fmla="*/ 5252936 w 6282234"/>
              <a:gd name="connsiteY372" fmla="*/ 3151162 h 4115518"/>
              <a:gd name="connsiteX373" fmla="*/ 5269223 w 6282234"/>
              <a:gd name="connsiteY373" fmla="*/ 3151162 h 4115518"/>
              <a:gd name="connsiteX374" fmla="*/ 5278995 w 6282234"/>
              <a:gd name="connsiteY374" fmla="*/ 3147181 h 4115518"/>
              <a:gd name="connsiteX375" fmla="*/ 5282252 w 6282234"/>
              <a:gd name="connsiteY375" fmla="*/ 3137892 h 4115518"/>
              <a:gd name="connsiteX376" fmla="*/ 5318081 w 6282234"/>
              <a:gd name="connsiteY376" fmla="*/ 3144527 h 4115518"/>
              <a:gd name="connsiteX377" fmla="*/ 5347397 w 6282234"/>
              <a:gd name="connsiteY377" fmla="*/ 3149835 h 4115518"/>
              <a:gd name="connsiteX378" fmla="*/ 5347397 w 6282234"/>
              <a:gd name="connsiteY378" fmla="*/ 3166090 h 4115518"/>
              <a:gd name="connsiteX379" fmla="*/ 5334367 w 6282234"/>
              <a:gd name="connsiteY379" fmla="*/ 3174052 h 4115518"/>
              <a:gd name="connsiteX380" fmla="*/ 5334367 w 6282234"/>
              <a:gd name="connsiteY380" fmla="*/ 3183672 h 4115518"/>
              <a:gd name="connsiteX381" fmla="*/ 5327854 w 6282234"/>
              <a:gd name="connsiteY381" fmla="*/ 3198268 h 4115518"/>
              <a:gd name="connsiteX382" fmla="*/ 5353912 w 6282234"/>
              <a:gd name="connsiteY382" fmla="*/ 3216514 h 4115518"/>
              <a:gd name="connsiteX383" fmla="*/ 5366941 w 6282234"/>
              <a:gd name="connsiteY383" fmla="*/ 3223149 h 4115518"/>
              <a:gd name="connsiteX384" fmla="*/ 5376713 w 6282234"/>
              <a:gd name="connsiteY384" fmla="*/ 3233100 h 4115518"/>
              <a:gd name="connsiteX385" fmla="*/ 5389741 w 6282234"/>
              <a:gd name="connsiteY385" fmla="*/ 3233100 h 4115518"/>
              <a:gd name="connsiteX386" fmla="*/ 5396257 w 6282234"/>
              <a:gd name="connsiteY386" fmla="*/ 3243052 h 4115518"/>
              <a:gd name="connsiteX387" fmla="*/ 5406028 w 6282234"/>
              <a:gd name="connsiteY387" fmla="*/ 3249687 h 4115518"/>
              <a:gd name="connsiteX388" fmla="*/ 5422314 w 6282234"/>
              <a:gd name="connsiteY388" fmla="*/ 3246370 h 4115518"/>
              <a:gd name="connsiteX389" fmla="*/ 5432087 w 6282234"/>
              <a:gd name="connsiteY389" fmla="*/ 3219831 h 4115518"/>
              <a:gd name="connsiteX390" fmla="*/ 5435343 w 6282234"/>
              <a:gd name="connsiteY390" fmla="*/ 3199927 h 4115518"/>
              <a:gd name="connsiteX391" fmla="*/ 5432087 w 6282234"/>
              <a:gd name="connsiteY391" fmla="*/ 3178364 h 4115518"/>
              <a:gd name="connsiteX392" fmla="*/ 5438601 w 6282234"/>
              <a:gd name="connsiteY392" fmla="*/ 3168743 h 4115518"/>
              <a:gd name="connsiteX393" fmla="*/ 5435343 w 6282234"/>
              <a:gd name="connsiteY393" fmla="*/ 3153815 h 4115518"/>
              <a:gd name="connsiteX394" fmla="*/ 5438601 w 6282234"/>
              <a:gd name="connsiteY394" fmla="*/ 3147181 h 4115518"/>
              <a:gd name="connsiteX395" fmla="*/ 5780614 w 6282234"/>
              <a:gd name="connsiteY395" fmla="*/ 3113344 h 4115518"/>
              <a:gd name="connsiteX396" fmla="*/ 5787129 w 6282234"/>
              <a:gd name="connsiteY396" fmla="*/ 3117656 h 4115518"/>
              <a:gd name="connsiteX397" fmla="*/ 5793643 w 6282234"/>
              <a:gd name="connsiteY397" fmla="*/ 3117656 h 4115518"/>
              <a:gd name="connsiteX398" fmla="*/ 5793643 w 6282234"/>
              <a:gd name="connsiteY398" fmla="*/ 3122964 h 4115518"/>
              <a:gd name="connsiteX399" fmla="*/ 5787129 w 6282234"/>
              <a:gd name="connsiteY399" fmla="*/ 3122964 h 4115518"/>
              <a:gd name="connsiteX400" fmla="*/ 5780614 w 6282234"/>
              <a:gd name="connsiteY400" fmla="*/ 3117656 h 4115518"/>
              <a:gd name="connsiteX401" fmla="*/ 5748041 w 6282234"/>
              <a:gd name="connsiteY401" fmla="*/ 3096093 h 4115518"/>
              <a:gd name="connsiteX402" fmla="*/ 5754556 w 6282234"/>
              <a:gd name="connsiteY402" fmla="*/ 3098748 h 4115518"/>
              <a:gd name="connsiteX403" fmla="*/ 5761071 w 6282234"/>
              <a:gd name="connsiteY403" fmla="*/ 3098748 h 4115518"/>
              <a:gd name="connsiteX404" fmla="*/ 5767585 w 6282234"/>
              <a:gd name="connsiteY404" fmla="*/ 3101401 h 4115518"/>
              <a:gd name="connsiteX405" fmla="*/ 5770843 w 6282234"/>
              <a:gd name="connsiteY405" fmla="*/ 3105382 h 4115518"/>
              <a:gd name="connsiteX406" fmla="*/ 5767585 w 6282234"/>
              <a:gd name="connsiteY406" fmla="*/ 3108036 h 4115518"/>
              <a:gd name="connsiteX407" fmla="*/ 5761071 w 6282234"/>
              <a:gd name="connsiteY407" fmla="*/ 3105382 h 4115518"/>
              <a:gd name="connsiteX408" fmla="*/ 5751299 w 6282234"/>
              <a:gd name="connsiteY408" fmla="*/ 3105382 h 4115518"/>
              <a:gd name="connsiteX409" fmla="*/ 5748041 w 6282234"/>
              <a:gd name="connsiteY409" fmla="*/ 3101401 h 4115518"/>
              <a:gd name="connsiteX410" fmla="*/ 5057499 w 6282234"/>
              <a:gd name="connsiteY410" fmla="*/ 3096093 h 4115518"/>
              <a:gd name="connsiteX411" fmla="*/ 5073786 w 6282234"/>
              <a:gd name="connsiteY411" fmla="*/ 3108036 h 4115518"/>
              <a:gd name="connsiteX412" fmla="*/ 5070529 w 6282234"/>
              <a:gd name="connsiteY412" fmla="*/ 3113344 h 4115518"/>
              <a:gd name="connsiteX413" fmla="*/ 5060757 w 6282234"/>
              <a:gd name="connsiteY413" fmla="*/ 3113344 h 4115518"/>
              <a:gd name="connsiteX414" fmla="*/ 5050986 w 6282234"/>
              <a:gd name="connsiteY414" fmla="*/ 3105382 h 4115518"/>
              <a:gd name="connsiteX415" fmla="*/ 5044471 w 6282234"/>
              <a:gd name="connsiteY415" fmla="*/ 3105382 h 4115518"/>
              <a:gd name="connsiteX416" fmla="*/ 5047728 w 6282234"/>
              <a:gd name="connsiteY416" fmla="*/ 3098748 h 4115518"/>
              <a:gd name="connsiteX417" fmla="*/ 6086798 w 6282234"/>
              <a:gd name="connsiteY417" fmla="*/ 3081166 h 4115518"/>
              <a:gd name="connsiteX418" fmla="*/ 6090055 w 6282234"/>
              <a:gd name="connsiteY418" fmla="*/ 3081166 h 4115518"/>
              <a:gd name="connsiteX419" fmla="*/ 6090055 w 6282234"/>
              <a:gd name="connsiteY419" fmla="*/ 3083819 h 4115518"/>
              <a:gd name="connsiteX420" fmla="*/ 5161733 w 6282234"/>
              <a:gd name="connsiteY420" fmla="*/ 3081166 h 4115518"/>
              <a:gd name="connsiteX421" fmla="*/ 5174762 w 6282234"/>
              <a:gd name="connsiteY421" fmla="*/ 3081166 h 4115518"/>
              <a:gd name="connsiteX422" fmla="*/ 5171504 w 6282234"/>
              <a:gd name="connsiteY422" fmla="*/ 3090454 h 4115518"/>
              <a:gd name="connsiteX423" fmla="*/ 5151961 w 6282234"/>
              <a:gd name="connsiteY423" fmla="*/ 3096093 h 4115518"/>
              <a:gd name="connsiteX424" fmla="*/ 5148704 w 6282234"/>
              <a:gd name="connsiteY424" fmla="*/ 3098748 h 4115518"/>
              <a:gd name="connsiteX425" fmla="*/ 5135675 w 6282234"/>
              <a:gd name="connsiteY425" fmla="*/ 3113344 h 4115518"/>
              <a:gd name="connsiteX426" fmla="*/ 5125903 w 6282234"/>
              <a:gd name="connsiteY426" fmla="*/ 3115003 h 4115518"/>
              <a:gd name="connsiteX427" fmla="*/ 5119389 w 6282234"/>
              <a:gd name="connsiteY427" fmla="*/ 3115003 h 4115518"/>
              <a:gd name="connsiteX428" fmla="*/ 5122645 w 6282234"/>
              <a:gd name="connsiteY428" fmla="*/ 3102728 h 4115518"/>
              <a:gd name="connsiteX429" fmla="*/ 5129160 w 6282234"/>
              <a:gd name="connsiteY429" fmla="*/ 3098748 h 4115518"/>
              <a:gd name="connsiteX430" fmla="*/ 5138931 w 6282234"/>
              <a:gd name="connsiteY430" fmla="*/ 3096093 h 4115518"/>
              <a:gd name="connsiteX431" fmla="*/ 5145446 w 6282234"/>
              <a:gd name="connsiteY431" fmla="*/ 3090454 h 4115518"/>
              <a:gd name="connsiteX432" fmla="*/ 5148704 w 6282234"/>
              <a:gd name="connsiteY432" fmla="*/ 3083819 h 4115518"/>
              <a:gd name="connsiteX433" fmla="*/ 5767585 w 6282234"/>
              <a:gd name="connsiteY433" fmla="*/ 3078511 h 4115518"/>
              <a:gd name="connsiteX434" fmla="*/ 5770843 w 6282234"/>
              <a:gd name="connsiteY434" fmla="*/ 3083819 h 4115518"/>
              <a:gd name="connsiteX435" fmla="*/ 5770843 w 6282234"/>
              <a:gd name="connsiteY435" fmla="*/ 3089127 h 4115518"/>
              <a:gd name="connsiteX436" fmla="*/ 5777357 w 6282234"/>
              <a:gd name="connsiteY436" fmla="*/ 3093439 h 4115518"/>
              <a:gd name="connsiteX437" fmla="*/ 5777357 w 6282234"/>
              <a:gd name="connsiteY437" fmla="*/ 3098748 h 4115518"/>
              <a:gd name="connsiteX438" fmla="*/ 5770843 w 6282234"/>
              <a:gd name="connsiteY438" fmla="*/ 3093439 h 4115518"/>
              <a:gd name="connsiteX439" fmla="*/ 5767585 w 6282234"/>
              <a:gd name="connsiteY439" fmla="*/ 3081166 h 4115518"/>
              <a:gd name="connsiteX440" fmla="*/ 5064015 w 6282234"/>
              <a:gd name="connsiteY440" fmla="*/ 3078511 h 4115518"/>
              <a:gd name="connsiteX441" fmla="*/ 5077044 w 6282234"/>
              <a:gd name="connsiteY441" fmla="*/ 3078511 h 4115518"/>
              <a:gd name="connsiteX442" fmla="*/ 5086815 w 6282234"/>
              <a:gd name="connsiteY442" fmla="*/ 3083819 h 4115518"/>
              <a:gd name="connsiteX443" fmla="*/ 5077044 w 6282234"/>
              <a:gd name="connsiteY443" fmla="*/ 3090454 h 4115518"/>
              <a:gd name="connsiteX444" fmla="*/ 5057499 w 6282234"/>
              <a:gd name="connsiteY444" fmla="*/ 3086473 h 4115518"/>
              <a:gd name="connsiteX445" fmla="*/ 5138931 w 6282234"/>
              <a:gd name="connsiteY445" fmla="*/ 3077184 h 4115518"/>
              <a:gd name="connsiteX446" fmla="*/ 5148704 w 6282234"/>
              <a:gd name="connsiteY446" fmla="*/ 3078511 h 4115518"/>
              <a:gd name="connsiteX447" fmla="*/ 5135675 w 6282234"/>
              <a:gd name="connsiteY447" fmla="*/ 3081166 h 4115518"/>
              <a:gd name="connsiteX448" fmla="*/ 5028185 w 6282234"/>
              <a:gd name="connsiteY448" fmla="*/ 3077184 h 4115518"/>
              <a:gd name="connsiteX449" fmla="*/ 5044471 w 6282234"/>
              <a:gd name="connsiteY449" fmla="*/ 3078511 h 4115518"/>
              <a:gd name="connsiteX450" fmla="*/ 5044471 w 6282234"/>
              <a:gd name="connsiteY450" fmla="*/ 3083819 h 4115518"/>
              <a:gd name="connsiteX451" fmla="*/ 5008641 w 6282234"/>
              <a:gd name="connsiteY451" fmla="*/ 3093439 h 4115518"/>
              <a:gd name="connsiteX452" fmla="*/ 5005384 w 6282234"/>
              <a:gd name="connsiteY452" fmla="*/ 3083819 h 4115518"/>
              <a:gd name="connsiteX453" fmla="*/ 5011899 w 6282234"/>
              <a:gd name="connsiteY453" fmla="*/ 3078511 h 4115518"/>
              <a:gd name="connsiteX454" fmla="*/ 5021670 w 6282234"/>
              <a:gd name="connsiteY454" fmla="*/ 3086473 h 4115518"/>
              <a:gd name="connsiteX455" fmla="*/ 4995612 w 6282234"/>
              <a:gd name="connsiteY455" fmla="*/ 3077184 h 4115518"/>
              <a:gd name="connsiteX456" fmla="*/ 5002127 w 6282234"/>
              <a:gd name="connsiteY456" fmla="*/ 3081166 h 4115518"/>
              <a:gd name="connsiteX457" fmla="*/ 4998869 w 6282234"/>
              <a:gd name="connsiteY457" fmla="*/ 3086473 h 4115518"/>
              <a:gd name="connsiteX458" fmla="*/ 4989097 w 6282234"/>
              <a:gd name="connsiteY458" fmla="*/ 3089127 h 4115518"/>
              <a:gd name="connsiteX459" fmla="*/ 4992355 w 6282234"/>
              <a:gd name="connsiteY459" fmla="*/ 3081166 h 4115518"/>
              <a:gd name="connsiteX460" fmla="*/ 5708955 w 6282234"/>
              <a:gd name="connsiteY460" fmla="*/ 3074531 h 4115518"/>
              <a:gd name="connsiteX461" fmla="*/ 5715469 w 6282234"/>
              <a:gd name="connsiteY461" fmla="*/ 3074531 h 4115518"/>
              <a:gd name="connsiteX462" fmla="*/ 5718727 w 6282234"/>
              <a:gd name="connsiteY462" fmla="*/ 3081166 h 4115518"/>
              <a:gd name="connsiteX463" fmla="*/ 5715469 w 6282234"/>
              <a:gd name="connsiteY463" fmla="*/ 3083819 h 4115518"/>
              <a:gd name="connsiteX464" fmla="*/ 5712211 w 6282234"/>
              <a:gd name="connsiteY464" fmla="*/ 3078511 h 4115518"/>
              <a:gd name="connsiteX465" fmla="*/ 5705697 w 6282234"/>
              <a:gd name="connsiteY465" fmla="*/ 3077184 h 4115518"/>
              <a:gd name="connsiteX466" fmla="*/ 4976068 w 6282234"/>
              <a:gd name="connsiteY466" fmla="*/ 3074531 h 4115518"/>
              <a:gd name="connsiteX467" fmla="*/ 4982583 w 6282234"/>
              <a:gd name="connsiteY467" fmla="*/ 3081166 h 4115518"/>
              <a:gd name="connsiteX468" fmla="*/ 4976068 w 6282234"/>
              <a:gd name="connsiteY468" fmla="*/ 3086473 h 4115518"/>
              <a:gd name="connsiteX469" fmla="*/ 4966297 w 6282234"/>
              <a:gd name="connsiteY469" fmla="*/ 3081166 h 4115518"/>
              <a:gd name="connsiteX470" fmla="*/ 5735013 w 6282234"/>
              <a:gd name="connsiteY470" fmla="*/ 3066237 h 4115518"/>
              <a:gd name="connsiteX471" fmla="*/ 5741527 w 6282234"/>
              <a:gd name="connsiteY471" fmla="*/ 3071877 h 4115518"/>
              <a:gd name="connsiteX472" fmla="*/ 5744785 w 6282234"/>
              <a:gd name="connsiteY472" fmla="*/ 3074531 h 4115518"/>
              <a:gd name="connsiteX473" fmla="*/ 5751299 w 6282234"/>
              <a:gd name="connsiteY473" fmla="*/ 3078511 h 4115518"/>
              <a:gd name="connsiteX474" fmla="*/ 5751299 w 6282234"/>
              <a:gd name="connsiteY474" fmla="*/ 3083819 h 4115518"/>
              <a:gd name="connsiteX475" fmla="*/ 5738269 w 6282234"/>
              <a:gd name="connsiteY475" fmla="*/ 3074531 h 4115518"/>
              <a:gd name="connsiteX476" fmla="*/ 5731755 w 6282234"/>
              <a:gd name="connsiteY476" fmla="*/ 3068891 h 4115518"/>
              <a:gd name="connsiteX477" fmla="*/ 4230153 w 6282234"/>
              <a:gd name="connsiteY477" fmla="*/ 3062256 h 4115518"/>
              <a:gd name="connsiteX478" fmla="*/ 4233411 w 6282234"/>
              <a:gd name="connsiteY478" fmla="*/ 3062256 h 4115518"/>
              <a:gd name="connsiteX479" fmla="*/ 4233411 w 6282234"/>
              <a:gd name="connsiteY479" fmla="*/ 3064911 h 4115518"/>
              <a:gd name="connsiteX480" fmla="*/ 5695925 w 6282234"/>
              <a:gd name="connsiteY480" fmla="*/ 3047329 h 4115518"/>
              <a:gd name="connsiteX481" fmla="*/ 5705697 w 6282234"/>
              <a:gd name="connsiteY481" fmla="*/ 3054294 h 4115518"/>
              <a:gd name="connsiteX482" fmla="*/ 5705697 w 6282234"/>
              <a:gd name="connsiteY482" fmla="*/ 3056949 h 4115518"/>
              <a:gd name="connsiteX483" fmla="*/ 5712211 w 6282234"/>
              <a:gd name="connsiteY483" fmla="*/ 3064911 h 4115518"/>
              <a:gd name="connsiteX484" fmla="*/ 5702440 w 6282234"/>
              <a:gd name="connsiteY484" fmla="*/ 3059602 h 4115518"/>
              <a:gd name="connsiteX485" fmla="*/ 5699182 w 6282234"/>
              <a:gd name="connsiteY485" fmla="*/ 3054294 h 4115518"/>
              <a:gd name="connsiteX486" fmla="*/ 5692669 w 6282234"/>
              <a:gd name="connsiteY486" fmla="*/ 3050314 h 4115518"/>
              <a:gd name="connsiteX487" fmla="*/ 4816463 w 6282234"/>
              <a:gd name="connsiteY487" fmla="*/ 3035386 h 4115518"/>
              <a:gd name="connsiteX488" fmla="*/ 4829491 w 6282234"/>
              <a:gd name="connsiteY488" fmla="*/ 3040694 h 4115518"/>
              <a:gd name="connsiteX489" fmla="*/ 4839263 w 6282234"/>
              <a:gd name="connsiteY489" fmla="*/ 3038039 h 4115518"/>
              <a:gd name="connsiteX490" fmla="*/ 4845777 w 6282234"/>
              <a:gd name="connsiteY490" fmla="*/ 3042021 h 4115518"/>
              <a:gd name="connsiteX491" fmla="*/ 4855550 w 6282234"/>
              <a:gd name="connsiteY491" fmla="*/ 3042021 h 4115518"/>
              <a:gd name="connsiteX492" fmla="*/ 4862063 w 6282234"/>
              <a:gd name="connsiteY492" fmla="*/ 3052967 h 4115518"/>
              <a:gd name="connsiteX493" fmla="*/ 4891379 w 6282234"/>
              <a:gd name="connsiteY493" fmla="*/ 3054294 h 4115518"/>
              <a:gd name="connsiteX494" fmla="*/ 4901151 w 6282234"/>
              <a:gd name="connsiteY494" fmla="*/ 3044674 h 4115518"/>
              <a:gd name="connsiteX495" fmla="*/ 4907665 w 6282234"/>
              <a:gd name="connsiteY495" fmla="*/ 3050314 h 4115518"/>
              <a:gd name="connsiteX496" fmla="*/ 4910923 w 6282234"/>
              <a:gd name="connsiteY496" fmla="*/ 3050314 h 4115518"/>
              <a:gd name="connsiteX497" fmla="*/ 4923952 w 6282234"/>
              <a:gd name="connsiteY497" fmla="*/ 3054294 h 4115518"/>
              <a:gd name="connsiteX498" fmla="*/ 4930467 w 6282234"/>
              <a:gd name="connsiteY498" fmla="*/ 3054294 h 4115518"/>
              <a:gd name="connsiteX499" fmla="*/ 4936981 w 6282234"/>
              <a:gd name="connsiteY499" fmla="*/ 3066237 h 4115518"/>
              <a:gd name="connsiteX500" fmla="*/ 4943495 w 6282234"/>
              <a:gd name="connsiteY500" fmla="*/ 3068891 h 4115518"/>
              <a:gd name="connsiteX501" fmla="*/ 4956525 w 6282234"/>
              <a:gd name="connsiteY501" fmla="*/ 3066237 h 4115518"/>
              <a:gd name="connsiteX502" fmla="*/ 4963039 w 6282234"/>
              <a:gd name="connsiteY502" fmla="*/ 3071877 h 4115518"/>
              <a:gd name="connsiteX503" fmla="*/ 4963039 w 6282234"/>
              <a:gd name="connsiteY503" fmla="*/ 3083819 h 4115518"/>
              <a:gd name="connsiteX504" fmla="*/ 4950010 w 6282234"/>
              <a:gd name="connsiteY504" fmla="*/ 3083819 h 4115518"/>
              <a:gd name="connsiteX505" fmla="*/ 4943495 w 6282234"/>
              <a:gd name="connsiteY505" fmla="*/ 3078511 h 4115518"/>
              <a:gd name="connsiteX506" fmla="*/ 4930467 w 6282234"/>
              <a:gd name="connsiteY506" fmla="*/ 3081166 h 4115518"/>
              <a:gd name="connsiteX507" fmla="*/ 4917437 w 6282234"/>
              <a:gd name="connsiteY507" fmla="*/ 3078511 h 4115518"/>
              <a:gd name="connsiteX508" fmla="*/ 4897894 w 6282234"/>
              <a:gd name="connsiteY508" fmla="*/ 3077184 h 4115518"/>
              <a:gd name="connsiteX509" fmla="*/ 4888123 w 6282234"/>
              <a:gd name="connsiteY509" fmla="*/ 3071877 h 4115518"/>
              <a:gd name="connsiteX510" fmla="*/ 4875093 w 6282234"/>
              <a:gd name="connsiteY510" fmla="*/ 3066237 h 4115518"/>
              <a:gd name="connsiteX511" fmla="*/ 4858807 w 6282234"/>
              <a:gd name="connsiteY511" fmla="*/ 3068891 h 4115518"/>
              <a:gd name="connsiteX512" fmla="*/ 4842521 w 6282234"/>
              <a:gd name="connsiteY512" fmla="*/ 3064911 h 4115518"/>
              <a:gd name="connsiteX513" fmla="*/ 4826234 w 6282234"/>
              <a:gd name="connsiteY513" fmla="*/ 3062256 h 4115518"/>
              <a:gd name="connsiteX514" fmla="*/ 4826234 w 6282234"/>
              <a:gd name="connsiteY514" fmla="*/ 3056949 h 4115518"/>
              <a:gd name="connsiteX515" fmla="*/ 4816463 w 6282234"/>
              <a:gd name="connsiteY515" fmla="*/ 3052967 h 4115518"/>
              <a:gd name="connsiteX516" fmla="*/ 4813205 w 6282234"/>
              <a:gd name="connsiteY516" fmla="*/ 3044674 h 4115518"/>
              <a:gd name="connsiteX517" fmla="*/ 5669867 w 6282234"/>
              <a:gd name="connsiteY517" fmla="*/ 3030077 h 4115518"/>
              <a:gd name="connsiteX518" fmla="*/ 5676382 w 6282234"/>
              <a:gd name="connsiteY518" fmla="*/ 3038039 h 4115518"/>
              <a:gd name="connsiteX519" fmla="*/ 5682896 w 6282234"/>
              <a:gd name="connsiteY519" fmla="*/ 3044674 h 4115518"/>
              <a:gd name="connsiteX520" fmla="*/ 5679639 w 6282234"/>
              <a:gd name="connsiteY520" fmla="*/ 3052967 h 4115518"/>
              <a:gd name="connsiteX521" fmla="*/ 5673124 w 6282234"/>
              <a:gd name="connsiteY521" fmla="*/ 3050314 h 4115518"/>
              <a:gd name="connsiteX522" fmla="*/ 5673124 w 6282234"/>
              <a:gd name="connsiteY522" fmla="*/ 3042021 h 4115518"/>
              <a:gd name="connsiteX523" fmla="*/ 5663353 w 6282234"/>
              <a:gd name="connsiteY523" fmla="*/ 3038039 h 4115518"/>
              <a:gd name="connsiteX524" fmla="*/ 5607979 w 6282234"/>
              <a:gd name="connsiteY524" fmla="*/ 3005530 h 4115518"/>
              <a:gd name="connsiteX525" fmla="*/ 5621009 w 6282234"/>
              <a:gd name="connsiteY525" fmla="*/ 3008515 h 4115518"/>
              <a:gd name="connsiteX526" fmla="*/ 5624265 w 6282234"/>
              <a:gd name="connsiteY526" fmla="*/ 3016477 h 4115518"/>
              <a:gd name="connsiteX527" fmla="*/ 5614493 w 6282234"/>
              <a:gd name="connsiteY527" fmla="*/ 3023112 h 4115518"/>
              <a:gd name="connsiteX528" fmla="*/ 5614493 w 6282234"/>
              <a:gd name="connsiteY528" fmla="*/ 3030077 h 4115518"/>
              <a:gd name="connsiteX529" fmla="*/ 5591693 w 6282234"/>
              <a:gd name="connsiteY529" fmla="*/ 3042021 h 4115518"/>
              <a:gd name="connsiteX530" fmla="*/ 5575406 w 6282234"/>
              <a:gd name="connsiteY530" fmla="*/ 3042021 h 4115518"/>
              <a:gd name="connsiteX531" fmla="*/ 5552605 w 6282234"/>
              <a:gd name="connsiteY531" fmla="*/ 3032732 h 4115518"/>
              <a:gd name="connsiteX532" fmla="*/ 5552605 w 6282234"/>
              <a:gd name="connsiteY532" fmla="*/ 3028751 h 4115518"/>
              <a:gd name="connsiteX533" fmla="*/ 5568891 w 6282234"/>
              <a:gd name="connsiteY533" fmla="*/ 3030077 h 4115518"/>
              <a:gd name="connsiteX534" fmla="*/ 5588435 w 6282234"/>
              <a:gd name="connsiteY534" fmla="*/ 3028751 h 4115518"/>
              <a:gd name="connsiteX535" fmla="*/ 5598207 w 6282234"/>
              <a:gd name="connsiteY535" fmla="*/ 3028751 h 4115518"/>
              <a:gd name="connsiteX536" fmla="*/ 5601464 w 6282234"/>
              <a:gd name="connsiteY536" fmla="*/ 3020457 h 4115518"/>
              <a:gd name="connsiteX537" fmla="*/ 5611237 w 6282234"/>
              <a:gd name="connsiteY537" fmla="*/ 3017804 h 4115518"/>
              <a:gd name="connsiteX538" fmla="*/ 3936998 w 6282234"/>
              <a:gd name="connsiteY538" fmla="*/ 3005530 h 4115518"/>
              <a:gd name="connsiteX539" fmla="*/ 3943513 w 6282234"/>
              <a:gd name="connsiteY539" fmla="*/ 3016477 h 4115518"/>
              <a:gd name="connsiteX540" fmla="*/ 3936998 w 6282234"/>
              <a:gd name="connsiteY540" fmla="*/ 3016477 h 4115518"/>
              <a:gd name="connsiteX541" fmla="*/ 3933741 w 6282234"/>
              <a:gd name="connsiteY541" fmla="*/ 3008515 h 4115518"/>
              <a:gd name="connsiteX542" fmla="*/ 5624265 w 6282234"/>
              <a:gd name="connsiteY542" fmla="*/ 2998895 h 4115518"/>
              <a:gd name="connsiteX543" fmla="*/ 5637295 w 6282234"/>
              <a:gd name="connsiteY543" fmla="*/ 3005530 h 4115518"/>
              <a:gd name="connsiteX544" fmla="*/ 5627523 w 6282234"/>
              <a:gd name="connsiteY544" fmla="*/ 3011169 h 4115518"/>
              <a:gd name="connsiteX545" fmla="*/ 5178019 w 6282234"/>
              <a:gd name="connsiteY545" fmla="*/ 2983967 h 4115518"/>
              <a:gd name="connsiteX546" fmla="*/ 5184533 w 6282234"/>
              <a:gd name="connsiteY546" fmla="*/ 2989607 h 4115518"/>
              <a:gd name="connsiteX547" fmla="*/ 5184533 w 6282234"/>
              <a:gd name="connsiteY547" fmla="*/ 2993587 h 4115518"/>
              <a:gd name="connsiteX548" fmla="*/ 5178019 w 6282234"/>
              <a:gd name="connsiteY548" fmla="*/ 2998895 h 4115518"/>
              <a:gd name="connsiteX549" fmla="*/ 5164991 w 6282234"/>
              <a:gd name="connsiteY549" fmla="*/ 2992260 h 4115518"/>
              <a:gd name="connsiteX550" fmla="*/ 5164991 w 6282234"/>
              <a:gd name="connsiteY550" fmla="*/ 2986952 h 4115518"/>
              <a:gd name="connsiteX551" fmla="*/ 5226878 w 6282234"/>
              <a:gd name="connsiteY551" fmla="*/ 2979985 h 4115518"/>
              <a:gd name="connsiteX552" fmla="*/ 5246422 w 6282234"/>
              <a:gd name="connsiteY552" fmla="*/ 2986952 h 4115518"/>
              <a:gd name="connsiteX553" fmla="*/ 5249679 w 6282234"/>
              <a:gd name="connsiteY553" fmla="*/ 2993587 h 4115518"/>
              <a:gd name="connsiteX554" fmla="*/ 5246422 w 6282234"/>
              <a:gd name="connsiteY554" fmla="*/ 2998895 h 4115518"/>
              <a:gd name="connsiteX555" fmla="*/ 5233393 w 6282234"/>
              <a:gd name="connsiteY555" fmla="*/ 2992260 h 4115518"/>
              <a:gd name="connsiteX556" fmla="*/ 5217107 w 6282234"/>
              <a:gd name="connsiteY556" fmla="*/ 2992260 h 4115518"/>
              <a:gd name="connsiteX557" fmla="*/ 5207335 w 6282234"/>
              <a:gd name="connsiteY557" fmla="*/ 2992260 h 4115518"/>
              <a:gd name="connsiteX558" fmla="*/ 5200820 w 6282234"/>
              <a:gd name="connsiteY558" fmla="*/ 2981313 h 4115518"/>
              <a:gd name="connsiteX559" fmla="*/ 5220363 w 6282234"/>
              <a:gd name="connsiteY559" fmla="*/ 2983967 h 4115518"/>
              <a:gd name="connsiteX560" fmla="*/ 4845777 w 6282234"/>
              <a:gd name="connsiteY560" fmla="*/ 2977332 h 4115518"/>
              <a:gd name="connsiteX561" fmla="*/ 4855550 w 6282234"/>
              <a:gd name="connsiteY561" fmla="*/ 2981313 h 4115518"/>
              <a:gd name="connsiteX562" fmla="*/ 4852292 w 6282234"/>
              <a:gd name="connsiteY562" fmla="*/ 2989607 h 4115518"/>
              <a:gd name="connsiteX563" fmla="*/ 4845777 w 6282234"/>
              <a:gd name="connsiteY563" fmla="*/ 2989607 h 4115518"/>
              <a:gd name="connsiteX564" fmla="*/ 4803433 w 6282234"/>
              <a:gd name="connsiteY564" fmla="*/ 2959750 h 4115518"/>
              <a:gd name="connsiteX565" fmla="*/ 4816463 w 6282234"/>
              <a:gd name="connsiteY565" fmla="*/ 2959750 h 4115518"/>
              <a:gd name="connsiteX566" fmla="*/ 4819719 w 6282234"/>
              <a:gd name="connsiteY566" fmla="*/ 2972024 h 4115518"/>
              <a:gd name="connsiteX567" fmla="*/ 4829491 w 6282234"/>
              <a:gd name="connsiteY567" fmla="*/ 2979985 h 4115518"/>
              <a:gd name="connsiteX568" fmla="*/ 4826234 w 6282234"/>
              <a:gd name="connsiteY568" fmla="*/ 2983967 h 4115518"/>
              <a:gd name="connsiteX569" fmla="*/ 4813205 w 6282234"/>
              <a:gd name="connsiteY569" fmla="*/ 2979985 h 4115518"/>
              <a:gd name="connsiteX570" fmla="*/ 4809947 w 6282234"/>
              <a:gd name="connsiteY570" fmla="*/ 2969370 h 4115518"/>
              <a:gd name="connsiteX571" fmla="*/ 4803433 w 6282234"/>
              <a:gd name="connsiteY571" fmla="*/ 2969370 h 4115518"/>
              <a:gd name="connsiteX572" fmla="*/ 4236667 w 6282234"/>
              <a:gd name="connsiteY572" fmla="*/ 2957096 h 4115518"/>
              <a:gd name="connsiteX573" fmla="*/ 4236667 w 6282234"/>
              <a:gd name="connsiteY573" fmla="*/ 2959750 h 4115518"/>
              <a:gd name="connsiteX574" fmla="*/ 4233411 w 6282234"/>
              <a:gd name="connsiteY574" fmla="*/ 2959750 h 4115518"/>
              <a:gd name="connsiteX575" fmla="*/ 4692685 w 6282234"/>
              <a:gd name="connsiteY575" fmla="*/ 2947808 h 4115518"/>
              <a:gd name="connsiteX576" fmla="*/ 4699200 w 6282234"/>
              <a:gd name="connsiteY576" fmla="*/ 2962403 h 4115518"/>
              <a:gd name="connsiteX577" fmla="*/ 4692685 w 6282234"/>
              <a:gd name="connsiteY577" fmla="*/ 2959750 h 4115518"/>
              <a:gd name="connsiteX578" fmla="*/ 4689429 w 6282234"/>
              <a:gd name="connsiteY578" fmla="*/ 2953115 h 4115518"/>
              <a:gd name="connsiteX579" fmla="*/ 4249697 w 6282234"/>
              <a:gd name="connsiteY579" fmla="*/ 2943826 h 4115518"/>
              <a:gd name="connsiteX580" fmla="*/ 4252953 w 6282234"/>
              <a:gd name="connsiteY580" fmla="*/ 2943826 h 4115518"/>
              <a:gd name="connsiteX581" fmla="*/ 4249697 w 6282234"/>
              <a:gd name="connsiteY581" fmla="*/ 2945153 h 4115518"/>
              <a:gd name="connsiteX582" fmla="*/ 1400887 w 6282234"/>
              <a:gd name="connsiteY582" fmla="*/ 2940841 h 4115518"/>
              <a:gd name="connsiteX583" fmla="*/ 1403493 w 6282234"/>
              <a:gd name="connsiteY583" fmla="*/ 2940841 h 4115518"/>
              <a:gd name="connsiteX584" fmla="*/ 1400887 w 6282234"/>
              <a:gd name="connsiteY584" fmla="*/ 2945153 h 4115518"/>
              <a:gd name="connsiteX585" fmla="*/ 1398282 w 6282234"/>
              <a:gd name="connsiteY585" fmla="*/ 2943826 h 4115518"/>
              <a:gd name="connsiteX586" fmla="*/ 5275737 w 6282234"/>
              <a:gd name="connsiteY586" fmla="*/ 2938187 h 4115518"/>
              <a:gd name="connsiteX587" fmla="*/ 5288767 w 6282234"/>
              <a:gd name="connsiteY587" fmla="*/ 2940841 h 4115518"/>
              <a:gd name="connsiteX588" fmla="*/ 5292023 w 6282234"/>
              <a:gd name="connsiteY588" fmla="*/ 2943826 h 4115518"/>
              <a:gd name="connsiteX589" fmla="*/ 5301795 w 6282234"/>
              <a:gd name="connsiteY589" fmla="*/ 2943826 h 4115518"/>
              <a:gd name="connsiteX590" fmla="*/ 5308310 w 6282234"/>
              <a:gd name="connsiteY590" fmla="*/ 2955770 h 4115518"/>
              <a:gd name="connsiteX591" fmla="*/ 5305053 w 6282234"/>
              <a:gd name="connsiteY591" fmla="*/ 2959750 h 4115518"/>
              <a:gd name="connsiteX592" fmla="*/ 5308310 w 6282234"/>
              <a:gd name="connsiteY592" fmla="*/ 2972024 h 4115518"/>
              <a:gd name="connsiteX593" fmla="*/ 5314825 w 6282234"/>
              <a:gd name="connsiteY593" fmla="*/ 2977332 h 4115518"/>
              <a:gd name="connsiteX594" fmla="*/ 5318081 w 6282234"/>
              <a:gd name="connsiteY594" fmla="*/ 2983967 h 4115518"/>
              <a:gd name="connsiteX595" fmla="*/ 5321339 w 6282234"/>
              <a:gd name="connsiteY595" fmla="*/ 2992260 h 4115518"/>
              <a:gd name="connsiteX596" fmla="*/ 5327854 w 6282234"/>
              <a:gd name="connsiteY596" fmla="*/ 2992260 h 4115518"/>
              <a:gd name="connsiteX597" fmla="*/ 5344141 w 6282234"/>
              <a:gd name="connsiteY597" fmla="*/ 2977332 h 4115518"/>
              <a:gd name="connsiteX598" fmla="*/ 5344141 w 6282234"/>
              <a:gd name="connsiteY598" fmla="*/ 2969370 h 4115518"/>
              <a:gd name="connsiteX599" fmla="*/ 5353912 w 6282234"/>
              <a:gd name="connsiteY599" fmla="*/ 2972024 h 4115518"/>
              <a:gd name="connsiteX600" fmla="*/ 5357169 w 6282234"/>
              <a:gd name="connsiteY600" fmla="*/ 2962403 h 4115518"/>
              <a:gd name="connsiteX601" fmla="*/ 5366941 w 6282234"/>
              <a:gd name="connsiteY601" fmla="*/ 2957096 h 4115518"/>
              <a:gd name="connsiteX602" fmla="*/ 5383228 w 6282234"/>
              <a:gd name="connsiteY602" fmla="*/ 2962403 h 4115518"/>
              <a:gd name="connsiteX603" fmla="*/ 5402771 w 6282234"/>
              <a:gd name="connsiteY603" fmla="*/ 2972024 h 4115518"/>
              <a:gd name="connsiteX604" fmla="*/ 5409286 w 6282234"/>
              <a:gd name="connsiteY604" fmla="*/ 2972024 h 4115518"/>
              <a:gd name="connsiteX605" fmla="*/ 5425572 w 6282234"/>
              <a:gd name="connsiteY605" fmla="*/ 2977332 h 4115518"/>
              <a:gd name="connsiteX606" fmla="*/ 5461401 w 6282234"/>
              <a:gd name="connsiteY606" fmla="*/ 2992260 h 4115518"/>
              <a:gd name="connsiteX607" fmla="*/ 5467917 w 6282234"/>
              <a:gd name="connsiteY607" fmla="*/ 2992260 h 4115518"/>
              <a:gd name="connsiteX608" fmla="*/ 5477688 w 6282234"/>
              <a:gd name="connsiteY608" fmla="*/ 2998895 h 4115518"/>
              <a:gd name="connsiteX609" fmla="*/ 5487459 w 6282234"/>
              <a:gd name="connsiteY609" fmla="*/ 2998895 h 4115518"/>
              <a:gd name="connsiteX610" fmla="*/ 5493975 w 6282234"/>
              <a:gd name="connsiteY610" fmla="*/ 3008515 h 4115518"/>
              <a:gd name="connsiteX611" fmla="*/ 5507004 w 6282234"/>
              <a:gd name="connsiteY611" fmla="*/ 3016477 h 4115518"/>
              <a:gd name="connsiteX612" fmla="*/ 5507004 w 6282234"/>
              <a:gd name="connsiteY612" fmla="*/ 3028751 h 4115518"/>
              <a:gd name="connsiteX613" fmla="*/ 5520033 w 6282234"/>
              <a:gd name="connsiteY613" fmla="*/ 3030077 h 4115518"/>
              <a:gd name="connsiteX614" fmla="*/ 5529805 w 6282234"/>
              <a:gd name="connsiteY614" fmla="*/ 3038039 h 4115518"/>
              <a:gd name="connsiteX615" fmla="*/ 5536319 w 6282234"/>
              <a:gd name="connsiteY615" fmla="*/ 3038039 h 4115518"/>
              <a:gd name="connsiteX616" fmla="*/ 5546091 w 6282234"/>
              <a:gd name="connsiteY616" fmla="*/ 3050314 h 4115518"/>
              <a:gd name="connsiteX617" fmla="*/ 5529805 w 6282234"/>
              <a:gd name="connsiteY617" fmla="*/ 3050314 h 4115518"/>
              <a:gd name="connsiteX618" fmla="*/ 5536319 w 6282234"/>
              <a:gd name="connsiteY618" fmla="*/ 3064911 h 4115518"/>
              <a:gd name="connsiteX619" fmla="*/ 5546091 w 6282234"/>
              <a:gd name="connsiteY619" fmla="*/ 3074531 h 4115518"/>
              <a:gd name="connsiteX620" fmla="*/ 5549348 w 6282234"/>
              <a:gd name="connsiteY620" fmla="*/ 3083819 h 4115518"/>
              <a:gd name="connsiteX621" fmla="*/ 5581921 w 6282234"/>
              <a:gd name="connsiteY621" fmla="*/ 3110690 h 4115518"/>
              <a:gd name="connsiteX622" fmla="*/ 5581921 w 6282234"/>
              <a:gd name="connsiteY622" fmla="*/ 3117656 h 4115518"/>
              <a:gd name="connsiteX623" fmla="*/ 5565635 w 6282234"/>
              <a:gd name="connsiteY623" fmla="*/ 3113344 h 4115518"/>
              <a:gd name="connsiteX624" fmla="*/ 5546091 w 6282234"/>
              <a:gd name="connsiteY624" fmla="*/ 3113344 h 4115518"/>
              <a:gd name="connsiteX625" fmla="*/ 5539577 w 6282234"/>
              <a:gd name="connsiteY625" fmla="*/ 3108036 h 4115518"/>
              <a:gd name="connsiteX626" fmla="*/ 5536319 w 6282234"/>
              <a:gd name="connsiteY626" fmla="*/ 3101401 h 4115518"/>
              <a:gd name="connsiteX627" fmla="*/ 5516775 w 6282234"/>
              <a:gd name="connsiteY627" fmla="*/ 3081166 h 4115518"/>
              <a:gd name="connsiteX628" fmla="*/ 5513519 w 6282234"/>
              <a:gd name="connsiteY628" fmla="*/ 3074531 h 4115518"/>
              <a:gd name="connsiteX629" fmla="*/ 5487459 w 6282234"/>
              <a:gd name="connsiteY629" fmla="*/ 3066237 h 4115518"/>
              <a:gd name="connsiteX630" fmla="*/ 5480946 w 6282234"/>
              <a:gd name="connsiteY630" fmla="*/ 3068891 h 4115518"/>
              <a:gd name="connsiteX631" fmla="*/ 5464659 w 6282234"/>
              <a:gd name="connsiteY631" fmla="*/ 3083819 h 4115518"/>
              <a:gd name="connsiteX632" fmla="*/ 5467917 w 6282234"/>
              <a:gd name="connsiteY632" fmla="*/ 3090454 h 4115518"/>
              <a:gd name="connsiteX633" fmla="*/ 5451630 w 6282234"/>
              <a:gd name="connsiteY633" fmla="*/ 3098748 h 4115518"/>
              <a:gd name="connsiteX634" fmla="*/ 5445115 w 6282234"/>
              <a:gd name="connsiteY634" fmla="*/ 3093439 h 4115518"/>
              <a:gd name="connsiteX635" fmla="*/ 5432087 w 6282234"/>
              <a:gd name="connsiteY635" fmla="*/ 3096093 h 4115518"/>
              <a:gd name="connsiteX636" fmla="*/ 5425572 w 6282234"/>
              <a:gd name="connsiteY636" fmla="*/ 3093439 h 4115518"/>
              <a:gd name="connsiteX637" fmla="*/ 5406028 w 6282234"/>
              <a:gd name="connsiteY637" fmla="*/ 3077184 h 4115518"/>
              <a:gd name="connsiteX638" fmla="*/ 5389741 w 6282234"/>
              <a:gd name="connsiteY638" fmla="*/ 3077184 h 4115518"/>
              <a:gd name="connsiteX639" fmla="*/ 5389741 w 6282234"/>
              <a:gd name="connsiteY639" fmla="*/ 3074531 h 4115518"/>
              <a:gd name="connsiteX640" fmla="*/ 5379970 w 6282234"/>
              <a:gd name="connsiteY640" fmla="*/ 3078511 h 4115518"/>
              <a:gd name="connsiteX641" fmla="*/ 5366941 w 6282234"/>
              <a:gd name="connsiteY641" fmla="*/ 3081166 h 4115518"/>
              <a:gd name="connsiteX642" fmla="*/ 5373455 w 6282234"/>
              <a:gd name="connsiteY642" fmla="*/ 3066237 h 4115518"/>
              <a:gd name="connsiteX643" fmla="*/ 5388325 w 6282234"/>
              <a:gd name="connsiteY643" fmla="*/ 3062602 h 4115518"/>
              <a:gd name="connsiteX644" fmla="*/ 5389741 w 6282234"/>
              <a:gd name="connsiteY644" fmla="*/ 3064911 h 4115518"/>
              <a:gd name="connsiteX645" fmla="*/ 5389741 w 6282234"/>
              <a:gd name="connsiteY645" fmla="*/ 3062256 h 4115518"/>
              <a:gd name="connsiteX646" fmla="*/ 5388325 w 6282234"/>
              <a:gd name="connsiteY646" fmla="*/ 3062602 h 4115518"/>
              <a:gd name="connsiteX647" fmla="*/ 5386485 w 6282234"/>
              <a:gd name="connsiteY647" fmla="*/ 3059602 h 4115518"/>
              <a:gd name="connsiteX648" fmla="*/ 5389741 w 6282234"/>
              <a:gd name="connsiteY648" fmla="*/ 3052967 h 4115518"/>
              <a:gd name="connsiteX649" fmla="*/ 5379970 w 6282234"/>
              <a:gd name="connsiteY649" fmla="*/ 3042021 h 4115518"/>
              <a:gd name="connsiteX650" fmla="*/ 5373455 w 6282234"/>
              <a:gd name="connsiteY650" fmla="*/ 3028751 h 4115518"/>
              <a:gd name="connsiteX651" fmla="*/ 5360427 w 6282234"/>
              <a:gd name="connsiteY651" fmla="*/ 3020457 h 4115518"/>
              <a:gd name="connsiteX652" fmla="*/ 5353912 w 6282234"/>
              <a:gd name="connsiteY652" fmla="*/ 3017804 h 4115518"/>
              <a:gd name="connsiteX653" fmla="*/ 5334367 w 6282234"/>
              <a:gd name="connsiteY653" fmla="*/ 3011169 h 4115518"/>
              <a:gd name="connsiteX654" fmla="*/ 5324596 w 6282234"/>
              <a:gd name="connsiteY654" fmla="*/ 3011169 h 4115518"/>
              <a:gd name="connsiteX655" fmla="*/ 5308310 w 6282234"/>
              <a:gd name="connsiteY655" fmla="*/ 3001549 h 4115518"/>
              <a:gd name="connsiteX656" fmla="*/ 5295281 w 6282234"/>
              <a:gd name="connsiteY656" fmla="*/ 2993587 h 4115518"/>
              <a:gd name="connsiteX657" fmla="*/ 5288767 w 6282234"/>
              <a:gd name="connsiteY657" fmla="*/ 3004202 h 4115518"/>
              <a:gd name="connsiteX658" fmla="*/ 5282252 w 6282234"/>
              <a:gd name="connsiteY658" fmla="*/ 3004202 h 4115518"/>
              <a:gd name="connsiteX659" fmla="*/ 5285509 w 6282234"/>
              <a:gd name="connsiteY659" fmla="*/ 2993587 h 4115518"/>
              <a:gd name="connsiteX660" fmla="*/ 5278995 w 6282234"/>
              <a:gd name="connsiteY660" fmla="*/ 2986952 h 4115518"/>
              <a:gd name="connsiteX661" fmla="*/ 5282252 w 6282234"/>
              <a:gd name="connsiteY661" fmla="*/ 2981313 h 4115518"/>
              <a:gd name="connsiteX662" fmla="*/ 5288767 w 6282234"/>
              <a:gd name="connsiteY662" fmla="*/ 2974678 h 4115518"/>
              <a:gd name="connsiteX663" fmla="*/ 5269223 w 6282234"/>
              <a:gd name="connsiteY663" fmla="*/ 2968043 h 4115518"/>
              <a:gd name="connsiteX664" fmla="*/ 5265965 w 6282234"/>
              <a:gd name="connsiteY664" fmla="*/ 2962403 h 4115518"/>
              <a:gd name="connsiteX665" fmla="*/ 5262709 w 6282234"/>
              <a:gd name="connsiteY665" fmla="*/ 2957096 h 4115518"/>
              <a:gd name="connsiteX666" fmla="*/ 5249679 w 6282234"/>
              <a:gd name="connsiteY666" fmla="*/ 2955770 h 4115518"/>
              <a:gd name="connsiteX667" fmla="*/ 5256194 w 6282234"/>
              <a:gd name="connsiteY667" fmla="*/ 2945153 h 4115518"/>
              <a:gd name="connsiteX668" fmla="*/ 5265965 w 6282234"/>
              <a:gd name="connsiteY668" fmla="*/ 2943826 h 4115518"/>
              <a:gd name="connsiteX669" fmla="*/ 4239925 w 6282234"/>
              <a:gd name="connsiteY669" fmla="*/ 2932879 h 4115518"/>
              <a:gd name="connsiteX670" fmla="*/ 4243182 w 6282234"/>
              <a:gd name="connsiteY670" fmla="*/ 2935533 h 4115518"/>
              <a:gd name="connsiteX671" fmla="*/ 4239925 w 6282234"/>
              <a:gd name="connsiteY671" fmla="*/ 2935533 h 4115518"/>
              <a:gd name="connsiteX672" fmla="*/ 1383624 w 6282234"/>
              <a:gd name="connsiteY672" fmla="*/ 2928898 h 4115518"/>
              <a:gd name="connsiteX673" fmla="*/ 1386229 w 6282234"/>
              <a:gd name="connsiteY673" fmla="*/ 2931553 h 4115518"/>
              <a:gd name="connsiteX674" fmla="*/ 1386229 w 6282234"/>
              <a:gd name="connsiteY674" fmla="*/ 2935533 h 4115518"/>
              <a:gd name="connsiteX675" fmla="*/ 1391441 w 6282234"/>
              <a:gd name="connsiteY675" fmla="*/ 2938187 h 4115518"/>
              <a:gd name="connsiteX676" fmla="*/ 1392744 w 6282234"/>
              <a:gd name="connsiteY676" fmla="*/ 2943826 h 4115518"/>
              <a:gd name="connsiteX677" fmla="*/ 1391441 w 6282234"/>
              <a:gd name="connsiteY677" fmla="*/ 2947808 h 4115518"/>
              <a:gd name="connsiteX678" fmla="*/ 1381018 w 6282234"/>
              <a:gd name="connsiteY678" fmla="*/ 2950461 h 4115518"/>
              <a:gd name="connsiteX679" fmla="*/ 1381018 w 6282234"/>
              <a:gd name="connsiteY679" fmla="*/ 2945153 h 4115518"/>
              <a:gd name="connsiteX680" fmla="*/ 1386229 w 6282234"/>
              <a:gd name="connsiteY680" fmla="*/ 2940841 h 4115518"/>
              <a:gd name="connsiteX681" fmla="*/ 1383624 w 6282234"/>
              <a:gd name="connsiteY681" fmla="*/ 2935533 h 4115518"/>
              <a:gd name="connsiteX682" fmla="*/ 1381018 w 6282234"/>
              <a:gd name="connsiteY682" fmla="*/ 2931553 h 4115518"/>
              <a:gd name="connsiteX683" fmla="*/ 1379715 w 6282234"/>
              <a:gd name="connsiteY683" fmla="*/ 2931553 h 4115518"/>
              <a:gd name="connsiteX684" fmla="*/ 3086851 w 6282234"/>
              <a:gd name="connsiteY684" fmla="*/ 2923591 h 4115518"/>
              <a:gd name="connsiteX685" fmla="*/ 3090108 w 6282234"/>
              <a:gd name="connsiteY685" fmla="*/ 2926245 h 4115518"/>
              <a:gd name="connsiteX686" fmla="*/ 3086851 w 6282234"/>
              <a:gd name="connsiteY686" fmla="*/ 2931553 h 4115518"/>
              <a:gd name="connsiteX687" fmla="*/ 3083593 w 6282234"/>
              <a:gd name="connsiteY687" fmla="*/ 2928898 h 4115518"/>
              <a:gd name="connsiteX688" fmla="*/ 4256211 w 6282234"/>
              <a:gd name="connsiteY688" fmla="*/ 2916624 h 4115518"/>
              <a:gd name="connsiteX689" fmla="*/ 4259469 w 6282234"/>
              <a:gd name="connsiteY689" fmla="*/ 2919278 h 4115518"/>
              <a:gd name="connsiteX690" fmla="*/ 4256211 w 6282234"/>
              <a:gd name="connsiteY690" fmla="*/ 2920605 h 4115518"/>
              <a:gd name="connsiteX691" fmla="*/ 4252953 w 6282234"/>
              <a:gd name="connsiteY691" fmla="*/ 2919278 h 4115518"/>
              <a:gd name="connsiteX692" fmla="*/ 4774118 w 6282234"/>
              <a:gd name="connsiteY692" fmla="*/ 2907336 h 4115518"/>
              <a:gd name="connsiteX693" fmla="*/ 4777375 w 6282234"/>
              <a:gd name="connsiteY693" fmla="*/ 2907336 h 4115518"/>
              <a:gd name="connsiteX694" fmla="*/ 4780631 w 6282234"/>
              <a:gd name="connsiteY694" fmla="*/ 2907336 h 4115518"/>
              <a:gd name="connsiteX695" fmla="*/ 4777375 w 6282234"/>
              <a:gd name="connsiteY695" fmla="*/ 2908663 h 4115518"/>
              <a:gd name="connsiteX696" fmla="*/ 4774118 w 6282234"/>
              <a:gd name="connsiteY696" fmla="*/ 2908663 h 4115518"/>
              <a:gd name="connsiteX697" fmla="*/ 5145446 w 6282234"/>
              <a:gd name="connsiteY697" fmla="*/ 2902028 h 4115518"/>
              <a:gd name="connsiteX698" fmla="*/ 5148704 w 6282234"/>
              <a:gd name="connsiteY698" fmla="*/ 2904681 h 4115518"/>
              <a:gd name="connsiteX699" fmla="*/ 5145446 w 6282234"/>
              <a:gd name="connsiteY699" fmla="*/ 2913970 h 4115518"/>
              <a:gd name="connsiteX700" fmla="*/ 5135675 w 6282234"/>
              <a:gd name="connsiteY700" fmla="*/ 2923591 h 4115518"/>
              <a:gd name="connsiteX701" fmla="*/ 5122645 w 6282234"/>
              <a:gd name="connsiteY701" fmla="*/ 2926245 h 4115518"/>
              <a:gd name="connsiteX702" fmla="*/ 5112873 w 6282234"/>
              <a:gd name="connsiteY702" fmla="*/ 2923591 h 4115518"/>
              <a:gd name="connsiteX703" fmla="*/ 5090073 w 6282234"/>
              <a:gd name="connsiteY703" fmla="*/ 2920605 h 4115518"/>
              <a:gd name="connsiteX704" fmla="*/ 5077044 w 6282234"/>
              <a:gd name="connsiteY704" fmla="*/ 2923591 h 4115518"/>
              <a:gd name="connsiteX705" fmla="*/ 5070529 w 6282234"/>
              <a:gd name="connsiteY705" fmla="*/ 2920605 h 4115518"/>
              <a:gd name="connsiteX706" fmla="*/ 5060757 w 6282234"/>
              <a:gd name="connsiteY706" fmla="*/ 2928898 h 4115518"/>
              <a:gd name="connsiteX707" fmla="*/ 5057499 w 6282234"/>
              <a:gd name="connsiteY707" fmla="*/ 2935533 h 4115518"/>
              <a:gd name="connsiteX708" fmla="*/ 5064015 w 6282234"/>
              <a:gd name="connsiteY708" fmla="*/ 2947808 h 4115518"/>
              <a:gd name="connsiteX709" fmla="*/ 5070529 w 6282234"/>
              <a:gd name="connsiteY709" fmla="*/ 2955770 h 4115518"/>
              <a:gd name="connsiteX710" fmla="*/ 5077044 w 6282234"/>
              <a:gd name="connsiteY710" fmla="*/ 2957096 h 4115518"/>
              <a:gd name="connsiteX711" fmla="*/ 5086815 w 6282234"/>
              <a:gd name="connsiteY711" fmla="*/ 2947808 h 4115518"/>
              <a:gd name="connsiteX712" fmla="*/ 5096587 w 6282234"/>
              <a:gd name="connsiteY712" fmla="*/ 2947808 h 4115518"/>
              <a:gd name="connsiteX713" fmla="*/ 5096587 w 6282234"/>
              <a:gd name="connsiteY713" fmla="*/ 2945153 h 4115518"/>
              <a:gd name="connsiteX714" fmla="*/ 5109617 w 6282234"/>
              <a:gd name="connsiteY714" fmla="*/ 2945153 h 4115518"/>
              <a:gd name="connsiteX715" fmla="*/ 5103102 w 6282234"/>
              <a:gd name="connsiteY715" fmla="*/ 2957096 h 4115518"/>
              <a:gd name="connsiteX716" fmla="*/ 5093331 w 6282234"/>
              <a:gd name="connsiteY716" fmla="*/ 2959750 h 4115518"/>
              <a:gd name="connsiteX717" fmla="*/ 5086815 w 6282234"/>
              <a:gd name="connsiteY717" fmla="*/ 2969370 h 4115518"/>
              <a:gd name="connsiteX718" fmla="*/ 5093331 w 6282234"/>
              <a:gd name="connsiteY718" fmla="*/ 2972024 h 4115518"/>
              <a:gd name="connsiteX719" fmla="*/ 5103102 w 6282234"/>
              <a:gd name="connsiteY719" fmla="*/ 2986952 h 4115518"/>
              <a:gd name="connsiteX720" fmla="*/ 5099845 w 6282234"/>
              <a:gd name="connsiteY720" fmla="*/ 2996240 h 4115518"/>
              <a:gd name="connsiteX721" fmla="*/ 5106359 w 6282234"/>
              <a:gd name="connsiteY721" fmla="*/ 2998895 h 4115518"/>
              <a:gd name="connsiteX722" fmla="*/ 5106359 w 6282234"/>
              <a:gd name="connsiteY722" fmla="*/ 3008515 h 4115518"/>
              <a:gd name="connsiteX723" fmla="*/ 5096587 w 6282234"/>
              <a:gd name="connsiteY723" fmla="*/ 3011169 h 4115518"/>
              <a:gd name="connsiteX724" fmla="*/ 5093331 w 6282234"/>
              <a:gd name="connsiteY724" fmla="*/ 3017804 h 4115518"/>
              <a:gd name="connsiteX725" fmla="*/ 5086815 w 6282234"/>
              <a:gd name="connsiteY725" fmla="*/ 3013823 h 4115518"/>
              <a:gd name="connsiteX726" fmla="*/ 5086815 w 6282234"/>
              <a:gd name="connsiteY726" fmla="*/ 3004202 h 4115518"/>
              <a:gd name="connsiteX727" fmla="*/ 5077044 w 6282234"/>
              <a:gd name="connsiteY727" fmla="*/ 2993587 h 4115518"/>
              <a:gd name="connsiteX728" fmla="*/ 5077044 w 6282234"/>
              <a:gd name="connsiteY728" fmla="*/ 2979985 h 4115518"/>
              <a:gd name="connsiteX729" fmla="*/ 5070529 w 6282234"/>
              <a:gd name="connsiteY729" fmla="*/ 2977332 h 4115518"/>
              <a:gd name="connsiteX730" fmla="*/ 5064015 w 6282234"/>
              <a:gd name="connsiteY730" fmla="*/ 2983967 h 4115518"/>
              <a:gd name="connsiteX731" fmla="*/ 5067273 w 6282234"/>
              <a:gd name="connsiteY731" fmla="*/ 2989607 h 4115518"/>
              <a:gd name="connsiteX732" fmla="*/ 5067273 w 6282234"/>
              <a:gd name="connsiteY732" fmla="*/ 3013823 h 4115518"/>
              <a:gd name="connsiteX733" fmla="*/ 5064015 w 6282234"/>
              <a:gd name="connsiteY733" fmla="*/ 3028751 h 4115518"/>
              <a:gd name="connsiteX734" fmla="*/ 5057499 w 6282234"/>
              <a:gd name="connsiteY734" fmla="*/ 3032732 h 4115518"/>
              <a:gd name="connsiteX735" fmla="*/ 5047728 w 6282234"/>
              <a:gd name="connsiteY735" fmla="*/ 3028751 h 4115518"/>
              <a:gd name="connsiteX736" fmla="*/ 5050986 w 6282234"/>
              <a:gd name="connsiteY736" fmla="*/ 3011169 h 4115518"/>
              <a:gd name="connsiteX737" fmla="*/ 5050986 w 6282234"/>
              <a:gd name="connsiteY737" fmla="*/ 3001549 h 4115518"/>
              <a:gd name="connsiteX738" fmla="*/ 5047728 w 6282234"/>
              <a:gd name="connsiteY738" fmla="*/ 2992260 h 4115518"/>
              <a:gd name="connsiteX739" fmla="*/ 5041213 w 6282234"/>
              <a:gd name="connsiteY739" fmla="*/ 2993587 h 4115518"/>
              <a:gd name="connsiteX740" fmla="*/ 5041213 w 6282234"/>
              <a:gd name="connsiteY740" fmla="*/ 2979985 h 4115518"/>
              <a:gd name="connsiteX741" fmla="*/ 5047728 w 6282234"/>
              <a:gd name="connsiteY741" fmla="*/ 2965390 h 4115518"/>
              <a:gd name="connsiteX742" fmla="*/ 5047728 w 6282234"/>
              <a:gd name="connsiteY742" fmla="*/ 2955770 h 4115518"/>
              <a:gd name="connsiteX743" fmla="*/ 5054243 w 6282234"/>
              <a:gd name="connsiteY743" fmla="*/ 2945153 h 4115518"/>
              <a:gd name="connsiteX744" fmla="*/ 5057499 w 6282234"/>
              <a:gd name="connsiteY744" fmla="*/ 2919278 h 4115518"/>
              <a:gd name="connsiteX745" fmla="*/ 5070529 w 6282234"/>
              <a:gd name="connsiteY745" fmla="*/ 2916624 h 4115518"/>
              <a:gd name="connsiteX746" fmla="*/ 5073786 w 6282234"/>
              <a:gd name="connsiteY746" fmla="*/ 2907336 h 4115518"/>
              <a:gd name="connsiteX747" fmla="*/ 5106359 w 6282234"/>
              <a:gd name="connsiteY747" fmla="*/ 2913970 h 4115518"/>
              <a:gd name="connsiteX748" fmla="*/ 5125903 w 6282234"/>
              <a:gd name="connsiteY748" fmla="*/ 2916624 h 4115518"/>
              <a:gd name="connsiteX749" fmla="*/ 5135675 w 6282234"/>
              <a:gd name="connsiteY749" fmla="*/ 2913970 h 4115518"/>
              <a:gd name="connsiteX750" fmla="*/ 5191049 w 6282234"/>
              <a:gd name="connsiteY750" fmla="*/ 2899042 h 4115518"/>
              <a:gd name="connsiteX751" fmla="*/ 5200820 w 6282234"/>
              <a:gd name="connsiteY751" fmla="*/ 2904681 h 4115518"/>
              <a:gd name="connsiteX752" fmla="*/ 5191049 w 6282234"/>
              <a:gd name="connsiteY752" fmla="*/ 2913970 h 4115518"/>
              <a:gd name="connsiteX753" fmla="*/ 5200820 w 6282234"/>
              <a:gd name="connsiteY753" fmla="*/ 2908663 h 4115518"/>
              <a:gd name="connsiteX754" fmla="*/ 5200820 w 6282234"/>
              <a:gd name="connsiteY754" fmla="*/ 2919278 h 4115518"/>
              <a:gd name="connsiteX755" fmla="*/ 5210591 w 6282234"/>
              <a:gd name="connsiteY755" fmla="*/ 2926245 h 4115518"/>
              <a:gd name="connsiteX756" fmla="*/ 5191049 w 6282234"/>
              <a:gd name="connsiteY756" fmla="*/ 2920605 h 4115518"/>
              <a:gd name="connsiteX757" fmla="*/ 5187791 w 6282234"/>
              <a:gd name="connsiteY757" fmla="*/ 2908663 h 4115518"/>
              <a:gd name="connsiteX758" fmla="*/ 4236667 w 6282234"/>
              <a:gd name="connsiteY758" fmla="*/ 2895061 h 4115518"/>
              <a:gd name="connsiteX759" fmla="*/ 4239925 w 6282234"/>
              <a:gd name="connsiteY759" fmla="*/ 2895061 h 4115518"/>
              <a:gd name="connsiteX760" fmla="*/ 4236667 w 6282234"/>
              <a:gd name="connsiteY760" fmla="*/ 2896388 h 4115518"/>
              <a:gd name="connsiteX761" fmla="*/ 4239925 w 6282234"/>
              <a:gd name="connsiteY761" fmla="*/ 2880464 h 4115518"/>
              <a:gd name="connsiteX762" fmla="*/ 4243182 w 6282234"/>
              <a:gd name="connsiteY762" fmla="*/ 2880464 h 4115518"/>
              <a:gd name="connsiteX763" fmla="*/ 4243182 w 6282234"/>
              <a:gd name="connsiteY763" fmla="*/ 2883119 h 4115518"/>
              <a:gd name="connsiteX764" fmla="*/ 4239925 w 6282234"/>
              <a:gd name="connsiteY764" fmla="*/ 2883119 h 4115518"/>
              <a:gd name="connsiteX765" fmla="*/ 4249697 w 6282234"/>
              <a:gd name="connsiteY765" fmla="*/ 2865537 h 4115518"/>
              <a:gd name="connsiteX766" fmla="*/ 4252953 w 6282234"/>
              <a:gd name="connsiteY766" fmla="*/ 2865537 h 4115518"/>
              <a:gd name="connsiteX767" fmla="*/ 4252953 w 6282234"/>
              <a:gd name="connsiteY767" fmla="*/ 2868191 h 4115518"/>
              <a:gd name="connsiteX768" fmla="*/ 4249697 w 6282234"/>
              <a:gd name="connsiteY768" fmla="*/ 2868191 h 4115518"/>
              <a:gd name="connsiteX769" fmla="*/ 3122681 w 6282234"/>
              <a:gd name="connsiteY769" fmla="*/ 2865537 h 4115518"/>
              <a:gd name="connsiteX770" fmla="*/ 3129195 w 6282234"/>
              <a:gd name="connsiteY770" fmla="*/ 2865537 h 4115518"/>
              <a:gd name="connsiteX771" fmla="*/ 3129195 w 6282234"/>
              <a:gd name="connsiteY771" fmla="*/ 2868191 h 4115518"/>
              <a:gd name="connsiteX772" fmla="*/ 3122681 w 6282234"/>
              <a:gd name="connsiteY772" fmla="*/ 2874826 h 4115518"/>
              <a:gd name="connsiteX773" fmla="*/ 3119424 w 6282234"/>
              <a:gd name="connsiteY773" fmla="*/ 2872171 h 4115518"/>
              <a:gd name="connsiteX774" fmla="*/ 4634055 w 6282234"/>
              <a:gd name="connsiteY774" fmla="*/ 2831700 h 4115518"/>
              <a:gd name="connsiteX775" fmla="*/ 4640569 w 6282234"/>
              <a:gd name="connsiteY775" fmla="*/ 2836012 h 4115518"/>
              <a:gd name="connsiteX776" fmla="*/ 4653599 w 6282234"/>
              <a:gd name="connsiteY776" fmla="*/ 2838666 h 4115518"/>
              <a:gd name="connsiteX777" fmla="*/ 4669885 w 6282234"/>
              <a:gd name="connsiteY777" fmla="*/ 2838666 h 4115518"/>
              <a:gd name="connsiteX778" fmla="*/ 4676399 w 6282234"/>
              <a:gd name="connsiteY778" fmla="*/ 2843974 h 4115518"/>
              <a:gd name="connsiteX779" fmla="*/ 4682913 w 6282234"/>
              <a:gd name="connsiteY779" fmla="*/ 2858902 h 4115518"/>
              <a:gd name="connsiteX780" fmla="*/ 4699200 w 6282234"/>
              <a:gd name="connsiteY780" fmla="*/ 2868191 h 4115518"/>
              <a:gd name="connsiteX781" fmla="*/ 4715487 w 6282234"/>
              <a:gd name="connsiteY781" fmla="*/ 2883119 h 4115518"/>
              <a:gd name="connsiteX782" fmla="*/ 4718744 w 6282234"/>
              <a:gd name="connsiteY782" fmla="*/ 2889754 h 4115518"/>
              <a:gd name="connsiteX783" fmla="*/ 4725259 w 6282234"/>
              <a:gd name="connsiteY783" fmla="*/ 2889754 h 4115518"/>
              <a:gd name="connsiteX784" fmla="*/ 4735031 w 6282234"/>
              <a:gd name="connsiteY784" fmla="*/ 2899042 h 4115518"/>
              <a:gd name="connsiteX785" fmla="*/ 4748059 w 6282234"/>
              <a:gd name="connsiteY785" fmla="*/ 2907336 h 4115518"/>
              <a:gd name="connsiteX786" fmla="*/ 4748059 w 6282234"/>
              <a:gd name="connsiteY786" fmla="*/ 2913970 h 4115518"/>
              <a:gd name="connsiteX787" fmla="*/ 4770860 w 6282234"/>
              <a:gd name="connsiteY787" fmla="*/ 2920605 h 4115518"/>
              <a:gd name="connsiteX788" fmla="*/ 4774118 w 6282234"/>
              <a:gd name="connsiteY788" fmla="*/ 2926245 h 4115518"/>
              <a:gd name="connsiteX789" fmla="*/ 4770860 w 6282234"/>
              <a:gd name="connsiteY789" fmla="*/ 2943826 h 4115518"/>
              <a:gd name="connsiteX790" fmla="*/ 4774118 w 6282234"/>
              <a:gd name="connsiteY790" fmla="*/ 2947808 h 4115518"/>
              <a:gd name="connsiteX791" fmla="*/ 4787147 w 6282234"/>
              <a:gd name="connsiteY791" fmla="*/ 2950461 h 4115518"/>
              <a:gd name="connsiteX792" fmla="*/ 4790405 w 6282234"/>
              <a:gd name="connsiteY792" fmla="*/ 2965390 h 4115518"/>
              <a:gd name="connsiteX793" fmla="*/ 4796918 w 6282234"/>
              <a:gd name="connsiteY793" fmla="*/ 2972024 h 4115518"/>
              <a:gd name="connsiteX794" fmla="*/ 4809947 w 6282234"/>
              <a:gd name="connsiteY794" fmla="*/ 2974678 h 4115518"/>
              <a:gd name="connsiteX795" fmla="*/ 4816463 w 6282234"/>
              <a:gd name="connsiteY795" fmla="*/ 2989607 h 4115518"/>
              <a:gd name="connsiteX796" fmla="*/ 4816463 w 6282234"/>
              <a:gd name="connsiteY796" fmla="*/ 2998895 h 4115518"/>
              <a:gd name="connsiteX797" fmla="*/ 4809947 w 6282234"/>
              <a:gd name="connsiteY797" fmla="*/ 3035386 h 4115518"/>
              <a:gd name="connsiteX798" fmla="*/ 4803433 w 6282234"/>
              <a:gd name="connsiteY798" fmla="*/ 3028751 h 4115518"/>
              <a:gd name="connsiteX799" fmla="*/ 4790405 w 6282234"/>
              <a:gd name="connsiteY799" fmla="*/ 3035386 h 4115518"/>
              <a:gd name="connsiteX800" fmla="*/ 4774118 w 6282234"/>
              <a:gd name="connsiteY800" fmla="*/ 3017804 h 4115518"/>
              <a:gd name="connsiteX801" fmla="*/ 4770860 w 6282234"/>
              <a:gd name="connsiteY801" fmla="*/ 3017804 h 4115518"/>
              <a:gd name="connsiteX802" fmla="*/ 4751317 w 6282234"/>
              <a:gd name="connsiteY802" fmla="*/ 3001549 h 4115518"/>
              <a:gd name="connsiteX803" fmla="*/ 4751317 w 6282234"/>
              <a:gd name="connsiteY803" fmla="*/ 2996240 h 4115518"/>
              <a:gd name="connsiteX804" fmla="*/ 4738287 w 6282234"/>
              <a:gd name="connsiteY804" fmla="*/ 2989607 h 4115518"/>
              <a:gd name="connsiteX805" fmla="*/ 4725259 w 6282234"/>
              <a:gd name="connsiteY805" fmla="*/ 2969370 h 4115518"/>
              <a:gd name="connsiteX806" fmla="*/ 4725259 w 6282234"/>
              <a:gd name="connsiteY806" fmla="*/ 2965390 h 4115518"/>
              <a:gd name="connsiteX807" fmla="*/ 4718744 w 6282234"/>
              <a:gd name="connsiteY807" fmla="*/ 2945153 h 4115518"/>
              <a:gd name="connsiteX808" fmla="*/ 4708973 w 6282234"/>
              <a:gd name="connsiteY808" fmla="*/ 2935533 h 4115518"/>
              <a:gd name="connsiteX809" fmla="*/ 4705715 w 6282234"/>
              <a:gd name="connsiteY809" fmla="*/ 2931553 h 4115518"/>
              <a:gd name="connsiteX810" fmla="*/ 4695943 w 6282234"/>
              <a:gd name="connsiteY810" fmla="*/ 2926245 h 4115518"/>
              <a:gd name="connsiteX811" fmla="*/ 4689429 w 6282234"/>
              <a:gd name="connsiteY811" fmla="*/ 2904681 h 4115518"/>
              <a:gd name="connsiteX812" fmla="*/ 4686171 w 6282234"/>
              <a:gd name="connsiteY812" fmla="*/ 2896388 h 4115518"/>
              <a:gd name="connsiteX813" fmla="*/ 4669885 w 6282234"/>
              <a:gd name="connsiteY813" fmla="*/ 2889754 h 4115518"/>
              <a:gd name="connsiteX814" fmla="*/ 4669885 w 6282234"/>
              <a:gd name="connsiteY814" fmla="*/ 2880464 h 4115518"/>
              <a:gd name="connsiteX815" fmla="*/ 4656855 w 6282234"/>
              <a:gd name="connsiteY815" fmla="*/ 2865537 h 4115518"/>
              <a:gd name="connsiteX816" fmla="*/ 4653599 w 6282234"/>
              <a:gd name="connsiteY816" fmla="*/ 2865537 h 4115518"/>
              <a:gd name="connsiteX817" fmla="*/ 4634055 w 6282234"/>
              <a:gd name="connsiteY817" fmla="*/ 2847955 h 4115518"/>
              <a:gd name="connsiteX818" fmla="*/ 4627540 w 6282234"/>
              <a:gd name="connsiteY818" fmla="*/ 2834354 h 4115518"/>
              <a:gd name="connsiteX819" fmla="*/ 5011899 w 6282234"/>
              <a:gd name="connsiteY819" fmla="*/ 2814117 h 4115518"/>
              <a:gd name="connsiteX820" fmla="*/ 5018413 w 6282234"/>
              <a:gd name="connsiteY820" fmla="*/ 2817104 h 4115518"/>
              <a:gd name="connsiteX821" fmla="*/ 5021670 w 6282234"/>
              <a:gd name="connsiteY821" fmla="*/ 2826392 h 4115518"/>
              <a:gd name="connsiteX822" fmla="*/ 5034699 w 6282234"/>
              <a:gd name="connsiteY822" fmla="*/ 2829046 h 4115518"/>
              <a:gd name="connsiteX823" fmla="*/ 5044471 w 6282234"/>
              <a:gd name="connsiteY823" fmla="*/ 2841320 h 4115518"/>
              <a:gd name="connsiteX824" fmla="*/ 5028185 w 6282234"/>
              <a:gd name="connsiteY824" fmla="*/ 2846627 h 4115518"/>
              <a:gd name="connsiteX825" fmla="*/ 5034699 w 6282234"/>
              <a:gd name="connsiteY825" fmla="*/ 2853262 h 4115518"/>
              <a:gd name="connsiteX826" fmla="*/ 5018413 w 6282234"/>
              <a:gd name="connsiteY826" fmla="*/ 2858902 h 4115518"/>
              <a:gd name="connsiteX827" fmla="*/ 5021670 w 6282234"/>
              <a:gd name="connsiteY827" fmla="*/ 2868191 h 4115518"/>
              <a:gd name="connsiteX828" fmla="*/ 5011899 w 6282234"/>
              <a:gd name="connsiteY828" fmla="*/ 2868191 h 4115518"/>
              <a:gd name="connsiteX829" fmla="*/ 5018413 w 6282234"/>
              <a:gd name="connsiteY829" fmla="*/ 2883119 h 4115518"/>
              <a:gd name="connsiteX830" fmla="*/ 5024927 w 6282234"/>
              <a:gd name="connsiteY830" fmla="*/ 2889754 h 4115518"/>
              <a:gd name="connsiteX831" fmla="*/ 5021670 w 6282234"/>
              <a:gd name="connsiteY831" fmla="*/ 2899042 h 4115518"/>
              <a:gd name="connsiteX832" fmla="*/ 5034699 w 6282234"/>
              <a:gd name="connsiteY832" fmla="*/ 2907336 h 4115518"/>
              <a:gd name="connsiteX833" fmla="*/ 5041213 w 6282234"/>
              <a:gd name="connsiteY833" fmla="*/ 2916624 h 4115518"/>
              <a:gd name="connsiteX834" fmla="*/ 5028185 w 6282234"/>
              <a:gd name="connsiteY834" fmla="*/ 2916624 h 4115518"/>
              <a:gd name="connsiteX835" fmla="*/ 5021670 w 6282234"/>
              <a:gd name="connsiteY835" fmla="*/ 2919278 h 4115518"/>
              <a:gd name="connsiteX836" fmla="*/ 5015155 w 6282234"/>
              <a:gd name="connsiteY836" fmla="*/ 2928898 h 4115518"/>
              <a:gd name="connsiteX837" fmla="*/ 5015155 w 6282234"/>
              <a:gd name="connsiteY837" fmla="*/ 2940841 h 4115518"/>
              <a:gd name="connsiteX838" fmla="*/ 5008641 w 6282234"/>
              <a:gd name="connsiteY838" fmla="*/ 2953115 h 4115518"/>
              <a:gd name="connsiteX839" fmla="*/ 4998869 w 6282234"/>
              <a:gd name="connsiteY839" fmla="*/ 2957096 h 4115518"/>
              <a:gd name="connsiteX840" fmla="*/ 4998869 w 6282234"/>
              <a:gd name="connsiteY840" fmla="*/ 2977332 h 4115518"/>
              <a:gd name="connsiteX841" fmla="*/ 4989097 w 6282234"/>
              <a:gd name="connsiteY841" fmla="*/ 2992260 h 4115518"/>
              <a:gd name="connsiteX842" fmla="*/ 4985841 w 6282234"/>
              <a:gd name="connsiteY842" fmla="*/ 2996240 h 4115518"/>
              <a:gd name="connsiteX843" fmla="*/ 4966297 w 6282234"/>
              <a:gd name="connsiteY843" fmla="*/ 3004202 h 4115518"/>
              <a:gd name="connsiteX844" fmla="*/ 4963039 w 6282234"/>
              <a:gd name="connsiteY844" fmla="*/ 2993587 h 4115518"/>
              <a:gd name="connsiteX845" fmla="*/ 4950010 w 6282234"/>
              <a:gd name="connsiteY845" fmla="*/ 2992260 h 4115518"/>
              <a:gd name="connsiteX846" fmla="*/ 4940239 w 6282234"/>
              <a:gd name="connsiteY846" fmla="*/ 2983967 h 4115518"/>
              <a:gd name="connsiteX847" fmla="*/ 4930467 w 6282234"/>
              <a:gd name="connsiteY847" fmla="*/ 2992260 h 4115518"/>
              <a:gd name="connsiteX848" fmla="*/ 4917437 w 6282234"/>
              <a:gd name="connsiteY848" fmla="*/ 2992260 h 4115518"/>
              <a:gd name="connsiteX849" fmla="*/ 4917437 w 6282234"/>
              <a:gd name="connsiteY849" fmla="*/ 2983967 h 4115518"/>
              <a:gd name="connsiteX850" fmla="*/ 4891379 w 6282234"/>
              <a:gd name="connsiteY850" fmla="*/ 2983967 h 4115518"/>
              <a:gd name="connsiteX851" fmla="*/ 4888123 w 6282234"/>
              <a:gd name="connsiteY851" fmla="*/ 2972024 h 4115518"/>
              <a:gd name="connsiteX852" fmla="*/ 4888123 w 6282234"/>
              <a:gd name="connsiteY852" fmla="*/ 2955770 h 4115518"/>
              <a:gd name="connsiteX853" fmla="*/ 4875093 w 6282234"/>
              <a:gd name="connsiteY853" fmla="*/ 2945153 h 4115518"/>
              <a:gd name="connsiteX854" fmla="*/ 4868579 w 6282234"/>
              <a:gd name="connsiteY854" fmla="*/ 2935533 h 4115518"/>
              <a:gd name="connsiteX855" fmla="*/ 4865321 w 6282234"/>
              <a:gd name="connsiteY855" fmla="*/ 2916624 h 4115518"/>
              <a:gd name="connsiteX856" fmla="*/ 4868579 w 6282234"/>
              <a:gd name="connsiteY856" fmla="*/ 2904681 h 4115518"/>
              <a:gd name="connsiteX857" fmla="*/ 4881607 w 6282234"/>
              <a:gd name="connsiteY857" fmla="*/ 2895061 h 4115518"/>
              <a:gd name="connsiteX858" fmla="*/ 4884865 w 6282234"/>
              <a:gd name="connsiteY858" fmla="*/ 2902028 h 4115518"/>
              <a:gd name="connsiteX859" fmla="*/ 4904409 w 6282234"/>
              <a:gd name="connsiteY859" fmla="*/ 2904681 h 4115518"/>
              <a:gd name="connsiteX860" fmla="*/ 4907665 w 6282234"/>
              <a:gd name="connsiteY860" fmla="*/ 2887099 h 4115518"/>
              <a:gd name="connsiteX861" fmla="*/ 4914181 w 6282234"/>
              <a:gd name="connsiteY861" fmla="*/ 2880464 h 4115518"/>
              <a:gd name="connsiteX862" fmla="*/ 4936981 w 6282234"/>
              <a:gd name="connsiteY862" fmla="*/ 2874826 h 4115518"/>
              <a:gd name="connsiteX863" fmla="*/ 4953268 w 6282234"/>
              <a:gd name="connsiteY863" fmla="*/ 2855916 h 4115518"/>
              <a:gd name="connsiteX864" fmla="*/ 4956525 w 6282234"/>
              <a:gd name="connsiteY864" fmla="*/ 2850609 h 4115518"/>
              <a:gd name="connsiteX865" fmla="*/ 4959781 w 6282234"/>
              <a:gd name="connsiteY865" fmla="*/ 2850609 h 4115518"/>
              <a:gd name="connsiteX866" fmla="*/ 4963039 w 6282234"/>
              <a:gd name="connsiteY866" fmla="*/ 2850609 h 4115518"/>
              <a:gd name="connsiteX867" fmla="*/ 4963039 w 6282234"/>
              <a:gd name="connsiteY867" fmla="*/ 2847955 h 4115518"/>
              <a:gd name="connsiteX868" fmla="*/ 4966297 w 6282234"/>
              <a:gd name="connsiteY868" fmla="*/ 2846627 h 4115518"/>
              <a:gd name="connsiteX869" fmla="*/ 4972811 w 6282234"/>
              <a:gd name="connsiteY869" fmla="*/ 2843974 h 4115518"/>
              <a:gd name="connsiteX870" fmla="*/ 4976068 w 6282234"/>
              <a:gd name="connsiteY870" fmla="*/ 2843974 h 4115518"/>
              <a:gd name="connsiteX871" fmla="*/ 4982583 w 6282234"/>
              <a:gd name="connsiteY871" fmla="*/ 2838666 h 4115518"/>
              <a:gd name="connsiteX872" fmla="*/ 4992355 w 6282234"/>
              <a:gd name="connsiteY872" fmla="*/ 2822411 h 4115518"/>
              <a:gd name="connsiteX873" fmla="*/ 4998869 w 6282234"/>
              <a:gd name="connsiteY873" fmla="*/ 2817104 h 4115518"/>
              <a:gd name="connsiteX874" fmla="*/ 4246440 w 6282234"/>
              <a:gd name="connsiteY874" fmla="*/ 2807483 h 4115518"/>
              <a:gd name="connsiteX875" fmla="*/ 4249697 w 6282234"/>
              <a:gd name="connsiteY875" fmla="*/ 2810137 h 4115518"/>
              <a:gd name="connsiteX876" fmla="*/ 4246440 w 6282234"/>
              <a:gd name="connsiteY876" fmla="*/ 2814117 h 4115518"/>
              <a:gd name="connsiteX877" fmla="*/ 4246440 w 6282234"/>
              <a:gd name="connsiteY877" fmla="*/ 2811464 h 4115518"/>
              <a:gd name="connsiteX878" fmla="*/ 5155218 w 6282234"/>
              <a:gd name="connsiteY878" fmla="*/ 2759050 h 4115518"/>
              <a:gd name="connsiteX879" fmla="*/ 5168247 w 6282234"/>
              <a:gd name="connsiteY879" fmla="*/ 2770992 h 4115518"/>
              <a:gd name="connsiteX880" fmla="*/ 5171504 w 6282234"/>
              <a:gd name="connsiteY880" fmla="*/ 2789901 h 4115518"/>
              <a:gd name="connsiteX881" fmla="*/ 5174762 w 6282234"/>
              <a:gd name="connsiteY881" fmla="*/ 2802175 h 4115518"/>
              <a:gd name="connsiteX882" fmla="*/ 5164991 w 6282234"/>
              <a:gd name="connsiteY882" fmla="*/ 2810137 h 4115518"/>
              <a:gd name="connsiteX883" fmla="*/ 5155218 w 6282234"/>
              <a:gd name="connsiteY883" fmla="*/ 2802175 h 4115518"/>
              <a:gd name="connsiteX884" fmla="*/ 5155218 w 6282234"/>
              <a:gd name="connsiteY884" fmla="*/ 2810137 h 4115518"/>
              <a:gd name="connsiteX885" fmla="*/ 5158475 w 6282234"/>
              <a:gd name="connsiteY885" fmla="*/ 2823738 h 4115518"/>
              <a:gd name="connsiteX886" fmla="*/ 5155218 w 6282234"/>
              <a:gd name="connsiteY886" fmla="*/ 2831700 h 4115518"/>
              <a:gd name="connsiteX887" fmla="*/ 5148704 w 6282234"/>
              <a:gd name="connsiteY887" fmla="*/ 2826392 h 4115518"/>
              <a:gd name="connsiteX888" fmla="*/ 5135675 w 6282234"/>
              <a:gd name="connsiteY888" fmla="*/ 2822411 h 4115518"/>
              <a:gd name="connsiteX889" fmla="*/ 5129160 w 6282234"/>
              <a:gd name="connsiteY889" fmla="*/ 2817104 h 4115518"/>
              <a:gd name="connsiteX890" fmla="*/ 5129160 w 6282234"/>
              <a:gd name="connsiteY890" fmla="*/ 2807483 h 4115518"/>
              <a:gd name="connsiteX891" fmla="*/ 5132418 w 6282234"/>
              <a:gd name="connsiteY891" fmla="*/ 2799522 h 4115518"/>
              <a:gd name="connsiteX892" fmla="*/ 5129160 w 6282234"/>
              <a:gd name="connsiteY892" fmla="*/ 2795540 h 4115518"/>
              <a:gd name="connsiteX893" fmla="*/ 5119389 w 6282234"/>
              <a:gd name="connsiteY893" fmla="*/ 2792555 h 4115518"/>
              <a:gd name="connsiteX894" fmla="*/ 5119389 w 6282234"/>
              <a:gd name="connsiteY894" fmla="*/ 2799522 h 4115518"/>
              <a:gd name="connsiteX895" fmla="*/ 5112873 w 6282234"/>
              <a:gd name="connsiteY895" fmla="*/ 2792555 h 4115518"/>
              <a:gd name="connsiteX896" fmla="*/ 5106359 w 6282234"/>
              <a:gd name="connsiteY896" fmla="*/ 2798195 h 4115518"/>
              <a:gd name="connsiteX897" fmla="*/ 5106359 w 6282234"/>
              <a:gd name="connsiteY897" fmla="*/ 2792555 h 4115518"/>
              <a:gd name="connsiteX898" fmla="*/ 5096587 w 6282234"/>
              <a:gd name="connsiteY898" fmla="*/ 2807483 h 4115518"/>
              <a:gd name="connsiteX899" fmla="*/ 5093331 w 6282234"/>
              <a:gd name="connsiteY899" fmla="*/ 2804829 h 4115518"/>
              <a:gd name="connsiteX900" fmla="*/ 5099845 w 6282234"/>
              <a:gd name="connsiteY900" fmla="*/ 2787247 h 4115518"/>
              <a:gd name="connsiteX901" fmla="*/ 5112873 w 6282234"/>
              <a:gd name="connsiteY901" fmla="*/ 2785920 h 4115518"/>
              <a:gd name="connsiteX902" fmla="*/ 5119389 w 6282234"/>
              <a:gd name="connsiteY902" fmla="*/ 2775305 h 4115518"/>
              <a:gd name="connsiteX903" fmla="*/ 5132418 w 6282234"/>
              <a:gd name="connsiteY903" fmla="*/ 2785920 h 4115518"/>
              <a:gd name="connsiteX904" fmla="*/ 5142189 w 6282234"/>
              <a:gd name="connsiteY904" fmla="*/ 2770992 h 4115518"/>
              <a:gd name="connsiteX905" fmla="*/ 5148704 w 6282234"/>
              <a:gd name="connsiteY905" fmla="*/ 2773978 h 4115518"/>
              <a:gd name="connsiteX906" fmla="*/ 5155218 w 6282234"/>
              <a:gd name="connsiteY906" fmla="*/ 2770992 h 4115518"/>
              <a:gd name="connsiteX907" fmla="*/ 4370216 w 6282234"/>
              <a:gd name="connsiteY907" fmla="*/ 2759050 h 4115518"/>
              <a:gd name="connsiteX908" fmla="*/ 4379987 w 6282234"/>
              <a:gd name="connsiteY908" fmla="*/ 2765685 h 4115518"/>
              <a:gd name="connsiteX909" fmla="*/ 4386503 w 6282234"/>
              <a:gd name="connsiteY909" fmla="*/ 2780612 h 4115518"/>
              <a:gd name="connsiteX910" fmla="*/ 4396274 w 6282234"/>
              <a:gd name="connsiteY910" fmla="*/ 2799522 h 4115518"/>
              <a:gd name="connsiteX911" fmla="*/ 4393017 w 6282234"/>
              <a:gd name="connsiteY911" fmla="*/ 2811464 h 4115518"/>
              <a:gd name="connsiteX912" fmla="*/ 4386503 w 6282234"/>
              <a:gd name="connsiteY912" fmla="*/ 2822411 h 4115518"/>
              <a:gd name="connsiteX913" fmla="*/ 4373473 w 6282234"/>
              <a:gd name="connsiteY913" fmla="*/ 2826392 h 4115518"/>
              <a:gd name="connsiteX914" fmla="*/ 4366958 w 6282234"/>
              <a:gd name="connsiteY914" fmla="*/ 2823738 h 4115518"/>
              <a:gd name="connsiteX915" fmla="*/ 4360445 w 6282234"/>
              <a:gd name="connsiteY915" fmla="*/ 2810137 h 4115518"/>
              <a:gd name="connsiteX916" fmla="*/ 4360445 w 6282234"/>
              <a:gd name="connsiteY916" fmla="*/ 2785920 h 4115518"/>
              <a:gd name="connsiteX917" fmla="*/ 4366958 w 6282234"/>
              <a:gd name="connsiteY917" fmla="*/ 2763030 h 4115518"/>
              <a:gd name="connsiteX918" fmla="*/ 5132418 w 6282234"/>
              <a:gd name="connsiteY918" fmla="*/ 2751088 h 4115518"/>
              <a:gd name="connsiteX919" fmla="*/ 5138931 w 6282234"/>
              <a:gd name="connsiteY919" fmla="*/ 2751088 h 4115518"/>
              <a:gd name="connsiteX920" fmla="*/ 5135675 w 6282234"/>
              <a:gd name="connsiteY920" fmla="*/ 2761703 h 4115518"/>
              <a:gd name="connsiteX921" fmla="*/ 5125903 w 6282234"/>
              <a:gd name="connsiteY921" fmla="*/ 2759050 h 4115518"/>
              <a:gd name="connsiteX922" fmla="*/ 5125903 w 6282234"/>
              <a:gd name="connsiteY922" fmla="*/ 2738813 h 4115518"/>
              <a:gd name="connsiteX923" fmla="*/ 5129160 w 6282234"/>
              <a:gd name="connsiteY923" fmla="*/ 2746775 h 4115518"/>
              <a:gd name="connsiteX924" fmla="*/ 5119389 w 6282234"/>
              <a:gd name="connsiteY924" fmla="*/ 2751088 h 4115518"/>
              <a:gd name="connsiteX925" fmla="*/ 5050986 w 6282234"/>
              <a:gd name="connsiteY925" fmla="*/ 2738813 h 4115518"/>
              <a:gd name="connsiteX926" fmla="*/ 5054243 w 6282234"/>
              <a:gd name="connsiteY926" fmla="*/ 2744121 h 4115518"/>
              <a:gd name="connsiteX927" fmla="*/ 5044471 w 6282234"/>
              <a:gd name="connsiteY927" fmla="*/ 2751088 h 4115518"/>
              <a:gd name="connsiteX928" fmla="*/ 5041213 w 6282234"/>
              <a:gd name="connsiteY928" fmla="*/ 2751088 h 4115518"/>
              <a:gd name="connsiteX929" fmla="*/ 5112873 w 6282234"/>
              <a:gd name="connsiteY929" fmla="*/ 2737486 h 4115518"/>
              <a:gd name="connsiteX930" fmla="*/ 5119389 w 6282234"/>
              <a:gd name="connsiteY930" fmla="*/ 2738813 h 4115518"/>
              <a:gd name="connsiteX931" fmla="*/ 5112873 w 6282234"/>
              <a:gd name="connsiteY931" fmla="*/ 2753742 h 4115518"/>
              <a:gd name="connsiteX932" fmla="*/ 5116131 w 6282234"/>
              <a:gd name="connsiteY932" fmla="*/ 2765685 h 4115518"/>
              <a:gd name="connsiteX933" fmla="*/ 5112873 w 6282234"/>
              <a:gd name="connsiteY933" fmla="*/ 2770992 h 4115518"/>
              <a:gd name="connsiteX934" fmla="*/ 5106359 w 6282234"/>
              <a:gd name="connsiteY934" fmla="*/ 2763030 h 4115518"/>
              <a:gd name="connsiteX935" fmla="*/ 5103102 w 6282234"/>
              <a:gd name="connsiteY935" fmla="*/ 2753742 h 4115518"/>
              <a:gd name="connsiteX936" fmla="*/ 5109617 w 6282234"/>
              <a:gd name="connsiteY936" fmla="*/ 2751088 h 4115518"/>
              <a:gd name="connsiteX937" fmla="*/ 1910325 w 6282234"/>
              <a:gd name="connsiteY937" fmla="*/ 2737486 h 4115518"/>
              <a:gd name="connsiteX938" fmla="*/ 1912930 w 6282234"/>
              <a:gd name="connsiteY938" fmla="*/ 2737486 h 4115518"/>
              <a:gd name="connsiteX939" fmla="*/ 1912930 w 6282234"/>
              <a:gd name="connsiteY939" fmla="*/ 2738813 h 4115518"/>
              <a:gd name="connsiteX940" fmla="*/ 1910325 w 6282234"/>
              <a:gd name="connsiteY940" fmla="*/ 2741468 h 4115518"/>
              <a:gd name="connsiteX941" fmla="*/ 1910325 w 6282234"/>
              <a:gd name="connsiteY941" fmla="*/ 2744121 h 4115518"/>
              <a:gd name="connsiteX942" fmla="*/ 1910325 w 6282234"/>
              <a:gd name="connsiteY942" fmla="*/ 2746775 h 4115518"/>
              <a:gd name="connsiteX943" fmla="*/ 1912930 w 6282234"/>
              <a:gd name="connsiteY943" fmla="*/ 2746775 h 4115518"/>
              <a:gd name="connsiteX944" fmla="*/ 1912930 w 6282234"/>
              <a:gd name="connsiteY944" fmla="*/ 2751088 h 4115518"/>
              <a:gd name="connsiteX945" fmla="*/ 1910325 w 6282234"/>
              <a:gd name="connsiteY945" fmla="*/ 2751088 h 4115518"/>
              <a:gd name="connsiteX946" fmla="*/ 1907718 w 6282234"/>
              <a:gd name="connsiteY946" fmla="*/ 2751088 h 4115518"/>
              <a:gd name="connsiteX947" fmla="*/ 1905113 w 6282234"/>
              <a:gd name="connsiteY947" fmla="*/ 2751088 h 4115518"/>
              <a:gd name="connsiteX948" fmla="*/ 1903810 w 6282234"/>
              <a:gd name="connsiteY948" fmla="*/ 2751088 h 4115518"/>
              <a:gd name="connsiteX949" fmla="*/ 1898598 w 6282234"/>
              <a:gd name="connsiteY949" fmla="*/ 2751088 h 4115518"/>
              <a:gd name="connsiteX950" fmla="*/ 1901204 w 6282234"/>
              <a:gd name="connsiteY950" fmla="*/ 2749430 h 4115518"/>
              <a:gd name="connsiteX951" fmla="*/ 1903810 w 6282234"/>
              <a:gd name="connsiteY951" fmla="*/ 2749430 h 4115518"/>
              <a:gd name="connsiteX952" fmla="*/ 1903810 w 6282234"/>
              <a:gd name="connsiteY952" fmla="*/ 2741468 h 4115518"/>
              <a:gd name="connsiteX953" fmla="*/ 1901204 w 6282234"/>
              <a:gd name="connsiteY953" fmla="*/ 2741468 h 4115518"/>
              <a:gd name="connsiteX954" fmla="*/ 1901204 w 6282234"/>
              <a:gd name="connsiteY954" fmla="*/ 2738813 h 4115518"/>
              <a:gd name="connsiteX955" fmla="*/ 1903810 w 6282234"/>
              <a:gd name="connsiteY955" fmla="*/ 2738813 h 4115518"/>
              <a:gd name="connsiteX956" fmla="*/ 1905113 w 6282234"/>
              <a:gd name="connsiteY956" fmla="*/ 2738813 h 4115518"/>
              <a:gd name="connsiteX957" fmla="*/ 1907718 w 6282234"/>
              <a:gd name="connsiteY957" fmla="*/ 2738813 h 4115518"/>
              <a:gd name="connsiteX958" fmla="*/ 1910325 w 6282234"/>
              <a:gd name="connsiteY958" fmla="*/ 2738813 h 4115518"/>
              <a:gd name="connsiteX959" fmla="*/ 1836385 w 6282234"/>
              <a:gd name="connsiteY959" fmla="*/ 2734833 h 4115518"/>
              <a:gd name="connsiteX960" fmla="*/ 1838990 w 6282234"/>
              <a:gd name="connsiteY960" fmla="*/ 2737486 h 4115518"/>
              <a:gd name="connsiteX961" fmla="*/ 1836385 w 6282234"/>
              <a:gd name="connsiteY961" fmla="*/ 2737486 h 4115518"/>
              <a:gd name="connsiteX962" fmla="*/ 1860163 w 6282234"/>
              <a:gd name="connsiteY962" fmla="*/ 2732179 h 4115518"/>
              <a:gd name="connsiteX963" fmla="*/ 1862768 w 6282234"/>
              <a:gd name="connsiteY963" fmla="*/ 2732179 h 4115518"/>
              <a:gd name="connsiteX964" fmla="*/ 1862768 w 6282234"/>
              <a:gd name="connsiteY964" fmla="*/ 2734833 h 4115518"/>
              <a:gd name="connsiteX965" fmla="*/ 1860163 w 6282234"/>
              <a:gd name="connsiteY965" fmla="*/ 2737486 h 4115518"/>
              <a:gd name="connsiteX966" fmla="*/ 1857556 w 6282234"/>
              <a:gd name="connsiteY966" fmla="*/ 2737486 h 4115518"/>
              <a:gd name="connsiteX967" fmla="*/ 1856254 w 6282234"/>
              <a:gd name="connsiteY967" fmla="*/ 2737486 h 4115518"/>
              <a:gd name="connsiteX968" fmla="*/ 1853322 w 6282234"/>
              <a:gd name="connsiteY968" fmla="*/ 2737486 h 4115518"/>
              <a:gd name="connsiteX969" fmla="*/ 1853322 w 6282234"/>
              <a:gd name="connsiteY969" fmla="*/ 2734833 h 4115518"/>
              <a:gd name="connsiteX970" fmla="*/ 1856254 w 6282234"/>
              <a:gd name="connsiteY970" fmla="*/ 2734833 h 4115518"/>
              <a:gd name="connsiteX971" fmla="*/ 1857556 w 6282234"/>
              <a:gd name="connsiteY971" fmla="*/ 2734833 h 4115518"/>
              <a:gd name="connsiteX972" fmla="*/ 1860163 w 6282234"/>
              <a:gd name="connsiteY972" fmla="*/ 2734833 h 4115518"/>
              <a:gd name="connsiteX973" fmla="*/ 1915536 w 6282234"/>
              <a:gd name="connsiteY973" fmla="*/ 2729525 h 4115518"/>
              <a:gd name="connsiteX974" fmla="*/ 1916839 w 6282234"/>
              <a:gd name="connsiteY974" fmla="*/ 2729525 h 4115518"/>
              <a:gd name="connsiteX975" fmla="*/ 1919771 w 6282234"/>
              <a:gd name="connsiteY975" fmla="*/ 2729525 h 4115518"/>
              <a:gd name="connsiteX976" fmla="*/ 1916839 w 6282234"/>
              <a:gd name="connsiteY976" fmla="*/ 2732179 h 4115518"/>
              <a:gd name="connsiteX977" fmla="*/ 1915536 w 6282234"/>
              <a:gd name="connsiteY977" fmla="*/ 2732179 h 4115518"/>
              <a:gd name="connsiteX978" fmla="*/ 5145446 w 6282234"/>
              <a:gd name="connsiteY978" fmla="*/ 2726540 h 4115518"/>
              <a:gd name="connsiteX979" fmla="*/ 5148704 w 6282234"/>
              <a:gd name="connsiteY979" fmla="*/ 2738813 h 4115518"/>
              <a:gd name="connsiteX980" fmla="*/ 5148704 w 6282234"/>
              <a:gd name="connsiteY980" fmla="*/ 2744121 h 4115518"/>
              <a:gd name="connsiteX981" fmla="*/ 5142189 w 6282234"/>
              <a:gd name="connsiteY981" fmla="*/ 2741468 h 4115518"/>
              <a:gd name="connsiteX982" fmla="*/ 5135675 w 6282234"/>
              <a:gd name="connsiteY982" fmla="*/ 2732179 h 4115518"/>
              <a:gd name="connsiteX983" fmla="*/ 5093331 w 6282234"/>
              <a:gd name="connsiteY983" fmla="*/ 2722558 h 4115518"/>
              <a:gd name="connsiteX984" fmla="*/ 5112873 w 6282234"/>
              <a:gd name="connsiteY984" fmla="*/ 2732179 h 4115518"/>
              <a:gd name="connsiteX985" fmla="*/ 5106359 w 6282234"/>
              <a:gd name="connsiteY985" fmla="*/ 2738813 h 4115518"/>
              <a:gd name="connsiteX986" fmla="*/ 5093331 w 6282234"/>
              <a:gd name="connsiteY986" fmla="*/ 2744121 h 4115518"/>
              <a:gd name="connsiteX987" fmla="*/ 1901204 w 6282234"/>
              <a:gd name="connsiteY987" fmla="*/ 2713270 h 4115518"/>
              <a:gd name="connsiteX988" fmla="*/ 1901204 w 6282234"/>
              <a:gd name="connsiteY988" fmla="*/ 2714596 h 4115518"/>
              <a:gd name="connsiteX989" fmla="*/ 1901204 w 6282234"/>
              <a:gd name="connsiteY989" fmla="*/ 2717251 h 4115518"/>
              <a:gd name="connsiteX990" fmla="*/ 1898598 w 6282234"/>
              <a:gd name="connsiteY990" fmla="*/ 2717251 h 4115518"/>
              <a:gd name="connsiteX991" fmla="*/ 1898598 w 6282234"/>
              <a:gd name="connsiteY991" fmla="*/ 2714596 h 4115518"/>
              <a:gd name="connsiteX992" fmla="*/ 1784594 w 6282234"/>
              <a:gd name="connsiteY992" fmla="*/ 2713270 h 4115518"/>
              <a:gd name="connsiteX993" fmla="*/ 1785896 w 6282234"/>
              <a:gd name="connsiteY993" fmla="*/ 2713270 h 4115518"/>
              <a:gd name="connsiteX994" fmla="*/ 1785896 w 6282234"/>
              <a:gd name="connsiteY994" fmla="*/ 2714596 h 4115518"/>
              <a:gd name="connsiteX995" fmla="*/ 1785896 w 6282234"/>
              <a:gd name="connsiteY995" fmla="*/ 2717251 h 4115518"/>
              <a:gd name="connsiteX996" fmla="*/ 1784594 w 6282234"/>
              <a:gd name="connsiteY996" fmla="*/ 2714596 h 4115518"/>
              <a:gd name="connsiteX997" fmla="*/ 1772868 w 6282234"/>
              <a:gd name="connsiteY997" fmla="*/ 2710616 h 4115518"/>
              <a:gd name="connsiteX998" fmla="*/ 1772868 w 6282234"/>
              <a:gd name="connsiteY998" fmla="*/ 2713270 h 4115518"/>
              <a:gd name="connsiteX999" fmla="*/ 1769937 w 6282234"/>
              <a:gd name="connsiteY999" fmla="*/ 2713270 h 4115518"/>
              <a:gd name="connsiteX1000" fmla="*/ 5132418 w 6282234"/>
              <a:gd name="connsiteY1000" fmla="*/ 2707963 h 4115518"/>
              <a:gd name="connsiteX1001" fmla="*/ 5148704 w 6282234"/>
              <a:gd name="connsiteY1001" fmla="*/ 2707963 h 4115518"/>
              <a:gd name="connsiteX1002" fmla="*/ 5155218 w 6282234"/>
              <a:gd name="connsiteY1002" fmla="*/ 2713270 h 4115518"/>
              <a:gd name="connsiteX1003" fmla="*/ 5155218 w 6282234"/>
              <a:gd name="connsiteY1003" fmla="*/ 2725213 h 4115518"/>
              <a:gd name="connsiteX1004" fmla="*/ 5158475 w 6282234"/>
              <a:gd name="connsiteY1004" fmla="*/ 2734833 h 4115518"/>
              <a:gd name="connsiteX1005" fmla="*/ 5151961 w 6282234"/>
              <a:gd name="connsiteY1005" fmla="*/ 2732179 h 4115518"/>
              <a:gd name="connsiteX1006" fmla="*/ 5148704 w 6282234"/>
              <a:gd name="connsiteY1006" fmla="*/ 2722558 h 4115518"/>
              <a:gd name="connsiteX1007" fmla="*/ 5135675 w 6282234"/>
              <a:gd name="connsiteY1007" fmla="*/ 2713270 h 4115518"/>
              <a:gd name="connsiteX1008" fmla="*/ 3901169 w 6282234"/>
              <a:gd name="connsiteY1008" fmla="*/ 2704976 h 4115518"/>
              <a:gd name="connsiteX1009" fmla="*/ 3907683 w 6282234"/>
              <a:gd name="connsiteY1009" fmla="*/ 2704976 h 4115518"/>
              <a:gd name="connsiteX1010" fmla="*/ 3914198 w 6282234"/>
              <a:gd name="connsiteY1010" fmla="*/ 2704976 h 4115518"/>
              <a:gd name="connsiteX1011" fmla="*/ 3917455 w 6282234"/>
              <a:gd name="connsiteY1011" fmla="*/ 2707963 h 4115518"/>
              <a:gd name="connsiteX1012" fmla="*/ 3914198 w 6282234"/>
              <a:gd name="connsiteY1012" fmla="*/ 2710616 h 4115518"/>
              <a:gd name="connsiteX1013" fmla="*/ 3907683 w 6282234"/>
              <a:gd name="connsiteY1013" fmla="*/ 2713270 h 4115518"/>
              <a:gd name="connsiteX1014" fmla="*/ 3901169 w 6282234"/>
              <a:gd name="connsiteY1014" fmla="*/ 2707963 h 4115518"/>
              <a:gd name="connsiteX1015" fmla="*/ 1755604 w 6282234"/>
              <a:gd name="connsiteY1015" fmla="*/ 2704976 h 4115518"/>
              <a:gd name="connsiteX1016" fmla="*/ 1758210 w 6282234"/>
              <a:gd name="connsiteY1016" fmla="*/ 2707963 h 4115518"/>
              <a:gd name="connsiteX1017" fmla="*/ 1758210 w 6282234"/>
              <a:gd name="connsiteY1017" fmla="*/ 2710616 h 4115518"/>
              <a:gd name="connsiteX1018" fmla="*/ 1752998 w 6282234"/>
              <a:gd name="connsiteY1018" fmla="*/ 2707963 h 4115518"/>
              <a:gd name="connsiteX1019" fmla="*/ 1934103 w 6282234"/>
              <a:gd name="connsiteY1019" fmla="*/ 2693034 h 4115518"/>
              <a:gd name="connsiteX1020" fmla="*/ 1936708 w 6282234"/>
              <a:gd name="connsiteY1020" fmla="*/ 2693034 h 4115518"/>
              <a:gd name="connsiteX1021" fmla="*/ 1936708 w 6282234"/>
              <a:gd name="connsiteY1021" fmla="*/ 2695688 h 4115518"/>
              <a:gd name="connsiteX1022" fmla="*/ 1939314 w 6282234"/>
              <a:gd name="connsiteY1022" fmla="*/ 2695688 h 4115518"/>
              <a:gd name="connsiteX1023" fmla="*/ 1939314 w 6282234"/>
              <a:gd name="connsiteY1023" fmla="*/ 2698341 h 4115518"/>
              <a:gd name="connsiteX1024" fmla="*/ 1936708 w 6282234"/>
              <a:gd name="connsiteY1024" fmla="*/ 2698341 h 4115518"/>
              <a:gd name="connsiteX1025" fmla="*/ 1934103 w 6282234"/>
              <a:gd name="connsiteY1025" fmla="*/ 2695688 h 4115518"/>
              <a:gd name="connsiteX1026" fmla="*/ 1907718 w 6282234"/>
              <a:gd name="connsiteY1026" fmla="*/ 2690381 h 4115518"/>
              <a:gd name="connsiteX1027" fmla="*/ 1910325 w 6282234"/>
              <a:gd name="connsiteY1027" fmla="*/ 2693034 h 4115518"/>
              <a:gd name="connsiteX1028" fmla="*/ 1910325 w 6282234"/>
              <a:gd name="connsiteY1028" fmla="*/ 2695688 h 4115518"/>
              <a:gd name="connsiteX1029" fmla="*/ 1907718 w 6282234"/>
              <a:gd name="connsiteY1029" fmla="*/ 2695688 h 4115518"/>
              <a:gd name="connsiteX1030" fmla="*/ 1907718 w 6282234"/>
              <a:gd name="connsiteY1030" fmla="*/ 2693034 h 4115518"/>
              <a:gd name="connsiteX1031" fmla="*/ 5067273 w 6282234"/>
              <a:gd name="connsiteY1031" fmla="*/ 2689053 h 4115518"/>
              <a:gd name="connsiteX1032" fmla="*/ 5077044 w 6282234"/>
              <a:gd name="connsiteY1032" fmla="*/ 2689053 h 4115518"/>
              <a:gd name="connsiteX1033" fmla="*/ 5086815 w 6282234"/>
              <a:gd name="connsiteY1033" fmla="*/ 2695688 h 4115518"/>
              <a:gd name="connsiteX1034" fmla="*/ 5086815 w 6282234"/>
              <a:gd name="connsiteY1034" fmla="*/ 2704976 h 4115518"/>
              <a:gd name="connsiteX1035" fmla="*/ 5077044 w 6282234"/>
              <a:gd name="connsiteY1035" fmla="*/ 2710616 h 4115518"/>
              <a:gd name="connsiteX1036" fmla="*/ 1912930 w 6282234"/>
              <a:gd name="connsiteY1036" fmla="*/ 2678106 h 4115518"/>
              <a:gd name="connsiteX1037" fmla="*/ 1912930 w 6282234"/>
              <a:gd name="connsiteY1037" fmla="*/ 2680759 h 4115518"/>
              <a:gd name="connsiteX1038" fmla="*/ 1912930 w 6282234"/>
              <a:gd name="connsiteY1038" fmla="*/ 2683414 h 4115518"/>
              <a:gd name="connsiteX1039" fmla="*/ 1912930 w 6282234"/>
              <a:gd name="connsiteY1039" fmla="*/ 2686399 h 4115518"/>
              <a:gd name="connsiteX1040" fmla="*/ 1910325 w 6282234"/>
              <a:gd name="connsiteY1040" fmla="*/ 2686399 h 4115518"/>
              <a:gd name="connsiteX1041" fmla="*/ 1910325 w 6282234"/>
              <a:gd name="connsiteY1041" fmla="*/ 2683414 h 4115518"/>
              <a:gd name="connsiteX1042" fmla="*/ 1910325 w 6282234"/>
              <a:gd name="connsiteY1042" fmla="*/ 2680759 h 4115518"/>
              <a:gd name="connsiteX1043" fmla="*/ 1907718 w 6282234"/>
              <a:gd name="connsiteY1043" fmla="*/ 2664504 h 4115518"/>
              <a:gd name="connsiteX1044" fmla="*/ 1910325 w 6282234"/>
              <a:gd name="connsiteY1044" fmla="*/ 2664504 h 4115518"/>
              <a:gd name="connsiteX1045" fmla="*/ 1910325 w 6282234"/>
              <a:gd name="connsiteY1045" fmla="*/ 2666164 h 4115518"/>
              <a:gd name="connsiteX1046" fmla="*/ 1912930 w 6282234"/>
              <a:gd name="connsiteY1046" fmla="*/ 2666164 h 4115518"/>
              <a:gd name="connsiteX1047" fmla="*/ 1912930 w 6282234"/>
              <a:gd name="connsiteY1047" fmla="*/ 2668817 h 4115518"/>
              <a:gd name="connsiteX1048" fmla="*/ 1915536 w 6282234"/>
              <a:gd name="connsiteY1048" fmla="*/ 2671471 h 4115518"/>
              <a:gd name="connsiteX1049" fmla="*/ 1915536 w 6282234"/>
              <a:gd name="connsiteY1049" fmla="*/ 2674126 h 4115518"/>
              <a:gd name="connsiteX1050" fmla="*/ 1912930 w 6282234"/>
              <a:gd name="connsiteY1050" fmla="*/ 2671471 h 4115518"/>
              <a:gd name="connsiteX1051" fmla="*/ 1910325 w 6282234"/>
              <a:gd name="connsiteY1051" fmla="*/ 2671471 h 4115518"/>
              <a:gd name="connsiteX1052" fmla="*/ 1907718 w 6282234"/>
              <a:gd name="connsiteY1052" fmla="*/ 2668817 h 4115518"/>
              <a:gd name="connsiteX1053" fmla="*/ 1907718 w 6282234"/>
              <a:gd name="connsiteY1053" fmla="*/ 2666164 h 4115518"/>
              <a:gd name="connsiteX1054" fmla="*/ 2560150 w 6282234"/>
              <a:gd name="connsiteY1054" fmla="*/ 2656543 h 4115518"/>
              <a:gd name="connsiteX1055" fmla="*/ 2565362 w 6282234"/>
              <a:gd name="connsiteY1055" fmla="*/ 2661851 h 4115518"/>
              <a:gd name="connsiteX1056" fmla="*/ 2562756 w 6282234"/>
              <a:gd name="connsiteY1056" fmla="*/ 2664504 h 4115518"/>
              <a:gd name="connsiteX1057" fmla="*/ 2558848 w 6282234"/>
              <a:gd name="connsiteY1057" fmla="*/ 2661851 h 4115518"/>
              <a:gd name="connsiteX1058" fmla="*/ 1903810 w 6282234"/>
              <a:gd name="connsiteY1058" fmla="*/ 2652562 h 4115518"/>
              <a:gd name="connsiteX1059" fmla="*/ 1905113 w 6282234"/>
              <a:gd name="connsiteY1059" fmla="*/ 2652562 h 4115518"/>
              <a:gd name="connsiteX1060" fmla="*/ 1907718 w 6282234"/>
              <a:gd name="connsiteY1060" fmla="*/ 2652562 h 4115518"/>
              <a:gd name="connsiteX1061" fmla="*/ 1907718 w 6282234"/>
              <a:gd name="connsiteY1061" fmla="*/ 2653889 h 4115518"/>
              <a:gd name="connsiteX1062" fmla="*/ 1907718 w 6282234"/>
              <a:gd name="connsiteY1062" fmla="*/ 2656543 h 4115518"/>
              <a:gd name="connsiteX1063" fmla="*/ 1907718 w 6282234"/>
              <a:gd name="connsiteY1063" fmla="*/ 2659197 h 4115518"/>
              <a:gd name="connsiteX1064" fmla="*/ 1905113 w 6282234"/>
              <a:gd name="connsiteY1064" fmla="*/ 2659197 h 4115518"/>
              <a:gd name="connsiteX1065" fmla="*/ 1905113 w 6282234"/>
              <a:gd name="connsiteY1065" fmla="*/ 2656543 h 4115518"/>
              <a:gd name="connsiteX1066" fmla="*/ 1903810 w 6282234"/>
              <a:gd name="connsiteY1066" fmla="*/ 2653889 h 4115518"/>
              <a:gd name="connsiteX1067" fmla="*/ 1905113 w 6282234"/>
              <a:gd name="connsiteY1067" fmla="*/ 2644601 h 4115518"/>
              <a:gd name="connsiteX1068" fmla="*/ 1907718 w 6282234"/>
              <a:gd name="connsiteY1068" fmla="*/ 2644601 h 4115518"/>
              <a:gd name="connsiteX1069" fmla="*/ 1907718 w 6282234"/>
              <a:gd name="connsiteY1069" fmla="*/ 2647254 h 4115518"/>
              <a:gd name="connsiteX1070" fmla="*/ 1905113 w 6282234"/>
              <a:gd name="connsiteY1070" fmla="*/ 2647254 h 4115518"/>
              <a:gd name="connsiteX1071" fmla="*/ 1898598 w 6282234"/>
              <a:gd name="connsiteY1071" fmla="*/ 2637634 h 4115518"/>
              <a:gd name="connsiteX1072" fmla="*/ 1901204 w 6282234"/>
              <a:gd name="connsiteY1072" fmla="*/ 2637634 h 4115518"/>
              <a:gd name="connsiteX1073" fmla="*/ 1901204 w 6282234"/>
              <a:gd name="connsiteY1073" fmla="*/ 2640287 h 4115518"/>
              <a:gd name="connsiteX1074" fmla="*/ 1903810 w 6282234"/>
              <a:gd name="connsiteY1074" fmla="*/ 2641615 h 4115518"/>
              <a:gd name="connsiteX1075" fmla="*/ 1901204 w 6282234"/>
              <a:gd name="connsiteY1075" fmla="*/ 2641615 h 4115518"/>
              <a:gd name="connsiteX1076" fmla="*/ 1901204 w 6282234"/>
              <a:gd name="connsiteY1076" fmla="*/ 2644601 h 4115518"/>
              <a:gd name="connsiteX1077" fmla="*/ 1898598 w 6282234"/>
              <a:gd name="connsiteY1077" fmla="*/ 2641615 h 4115518"/>
              <a:gd name="connsiteX1078" fmla="*/ 1898598 w 6282234"/>
              <a:gd name="connsiteY1078" fmla="*/ 2640287 h 4115518"/>
              <a:gd name="connsiteX1079" fmla="*/ 1903810 w 6282234"/>
              <a:gd name="connsiteY1079" fmla="*/ 2634980 h 4115518"/>
              <a:gd name="connsiteX1080" fmla="*/ 1905113 w 6282234"/>
              <a:gd name="connsiteY1080" fmla="*/ 2634980 h 4115518"/>
              <a:gd name="connsiteX1081" fmla="*/ 1905113 w 6282234"/>
              <a:gd name="connsiteY1081" fmla="*/ 2637634 h 4115518"/>
              <a:gd name="connsiteX1082" fmla="*/ 1907718 w 6282234"/>
              <a:gd name="connsiteY1082" fmla="*/ 2637634 h 4115518"/>
              <a:gd name="connsiteX1083" fmla="*/ 1907718 w 6282234"/>
              <a:gd name="connsiteY1083" fmla="*/ 2640287 h 4115518"/>
              <a:gd name="connsiteX1084" fmla="*/ 1903810 w 6282234"/>
              <a:gd name="connsiteY1084" fmla="*/ 2640287 h 4115518"/>
              <a:gd name="connsiteX1085" fmla="*/ 1903810 w 6282234"/>
              <a:gd name="connsiteY1085" fmla="*/ 2637634 h 4115518"/>
              <a:gd name="connsiteX1086" fmla="*/ 2532463 w 6282234"/>
              <a:gd name="connsiteY1086" fmla="*/ 2623037 h 4115518"/>
              <a:gd name="connsiteX1087" fmla="*/ 2536372 w 6282234"/>
              <a:gd name="connsiteY1087" fmla="*/ 2623037 h 4115518"/>
              <a:gd name="connsiteX1088" fmla="*/ 2536372 w 6282234"/>
              <a:gd name="connsiteY1088" fmla="*/ 2625692 h 4115518"/>
              <a:gd name="connsiteX1089" fmla="*/ 2532463 w 6282234"/>
              <a:gd name="connsiteY1089" fmla="*/ 2628345 h 4115518"/>
              <a:gd name="connsiteX1090" fmla="*/ 1895667 w 6282234"/>
              <a:gd name="connsiteY1090" fmla="*/ 2623037 h 4115518"/>
              <a:gd name="connsiteX1091" fmla="*/ 1898598 w 6282234"/>
              <a:gd name="connsiteY1091" fmla="*/ 2623037 h 4115518"/>
              <a:gd name="connsiteX1092" fmla="*/ 1901204 w 6282234"/>
              <a:gd name="connsiteY1092" fmla="*/ 2623037 h 4115518"/>
              <a:gd name="connsiteX1093" fmla="*/ 1901204 w 6282234"/>
              <a:gd name="connsiteY1093" fmla="*/ 2625692 h 4115518"/>
              <a:gd name="connsiteX1094" fmla="*/ 1898598 w 6282234"/>
              <a:gd name="connsiteY1094" fmla="*/ 2625692 h 4115518"/>
              <a:gd name="connsiteX1095" fmla="*/ 1895667 w 6282234"/>
              <a:gd name="connsiteY1095" fmla="*/ 2625692 h 4115518"/>
              <a:gd name="connsiteX1096" fmla="*/ 1881335 w 6282234"/>
              <a:gd name="connsiteY1096" fmla="*/ 2620052 h 4115518"/>
              <a:gd name="connsiteX1097" fmla="*/ 1883941 w 6282234"/>
              <a:gd name="connsiteY1097" fmla="*/ 2620052 h 4115518"/>
              <a:gd name="connsiteX1098" fmla="*/ 1883941 w 6282234"/>
              <a:gd name="connsiteY1098" fmla="*/ 2623037 h 4115518"/>
              <a:gd name="connsiteX1099" fmla="*/ 1880032 w 6282234"/>
              <a:gd name="connsiteY1099" fmla="*/ 2617398 h 4115518"/>
              <a:gd name="connsiteX1100" fmla="*/ 1881335 w 6282234"/>
              <a:gd name="connsiteY1100" fmla="*/ 2617398 h 4115518"/>
              <a:gd name="connsiteX1101" fmla="*/ 1881335 w 6282234"/>
              <a:gd name="connsiteY1101" fmla="*/ 2620052 h 4115518"/>
              <a:gd name="connsiteX1102" fmla="*/ 1880032 w 6282234"/>
              <a:gd name="connsiteY1102" fmla="*/ 2620052 h 4115518"/>
              <a:gd name="connsiteX1103" fmla="*/ 1895667 w 6282234"/>
              <a:gd name="connsiteY1103" fmla="*/ 2613417 h 4115518"/>
              <a:gd name="connsiteX1104" fmla="*/ 1898598 w 6282234"/>
              <a:gd name="connsiteY1104" fmla="*/ 2613417 h 4115518"/>
              <a:gd name="connsiteX1105" fmla="*/ 1898598 w 6282234"/>
              <a:gd name="connsiteY1105" fmla="*/ 2616072 h 4115518"/>
              <a:gd name="connsiteX1106" fmla="*/ 1895667 w 6282234"/>
              <a:gd name="connsiteY1106" fmla="*/ 2616072 h 4115518"/>
              <a:gd name="connsiteX1107" fmla="*/ 1844202 w 6282234"/>
              <a:gd name="connsiteY1107" fmla="*/ 2610764 h 4115518"/>
              <a:gd name="connsiteX1108" fmla="*/ 1845505 w 6282234"/>
              <a:gd name="connsiteY1108" fmla="*/ 2610764 h 4115518"/>
              <a:gd name="connsiteX1109" fmla="*/ 1848110 w 6282234"/>
              <a:gd name="connsiteY1109" fmla="*/ 2610764 h 4115518"/>
              <a:gd name="connsiteX1110" fmla="*/ 1848110 w 6282234"/>
              <a:gd name="connsiteY1110" fmla="*/ 2613417 h 4115518"/>
              <a:gd name="connsiteX1111" fmla="*/ 1845505 w 6282234"/>
              <a:gd name="connsiteY1111" fmla="*/ 2613417 h 4115518"/>
              <a:gd name="connsiteX1112" fmla="*/ 1844202 w 6282234"/>
              <a:gd name="connsiteY1112" fmla="*/ 2613417 h 4115518"/>
              <a:gd name="connsiteX1113" fmla="*/ 1877426 w 6282234"/>
              <a:gd name="connsiteY1113" fmla="*/ 2604129 h 4115518"/>
              <a:gd name="connsiteX1114" fmla="*/ 1880032 w 6282234"/>
              <a:gd name="connsiteY1114" fmla="*/ 2604129 h 4115518"/>
              <a:gd name="connsiteX1115" fmla="*/ 1880032 w 6282234"/>
              <a:gd name="connsiteY1115" fmla="*/ 2605455 h 4115518"/>
              <a:gd name="connsiteX1116" fmla="*/ 1877426 w 6282234"/>
              <a:gd name="connsiteY1116" fmla="*/ 2605455 h 4115518"/>
              <a:gd name="connsiteX1117" fmla="*/ 1833453 w 6282234"/>
              <a:gd name="connsiteY1117" fmla="*/ 2604129 h 4115518"/>
              <a:gd name="connsiteX1118" fmla="*/ 1836385 w 6282234"/>
              <a:gd name="connsiteY1118" fmla="*/ 2604129 h 4115518"/>
              <a:gd name="connsiteX1119" fmla="*/ 1836385 w 6282234"/>
              <a:gd name="connsiteY1119" fmla="*/ 2605455 h 4115518"/>
              <a:gd name="connsiteX1120" fmla="*/ 1833453 w 6282234"/>
              <a:gd name="connsiteY1120" fmla="*/ 2605455 h 4115518"/>
              <a:gd name="connsiteX1121" fmla="*/ 1832150 w 6282234"/>
              <a:gd name="connsiteY1121" fmla="*/ 2605455 h 4115518"/>
              <a:gd name="connsiteX1122" fmla="*/ 1877426 w 6282234"/>
              <a:gd name="connsiteY1122" fmla="*/ 2601475 h 4115518"/>
              <a:gd name="connsiteX1123" fmla="*/ 1877426 w 6282234"/>
              <a:gd name="connsiteY1123" fmla="*/ 2604129 h 4115518"/>
              <a:gd name="connsiteX1124" fmla="*/ 1874494 w 6282234"/>
              <a:gd name="connsiteY1124" fmla="*/ 2604129 h 4115518"/>
              <a:gd name="connsiteX1125" fmla="*/ 5080301 w 6282234"/>
              <a:gd name="connsiteY1125" fmla="*/ 2595835 h 4115518"/>
              <a:gd name="connsiteX1126" fmla="*/ 5093331 w 6282234"/>
              <a:gd name="connsiteY1126" fmla="*/ 2601475 h 4115518"/>
              <a:gd name="connsiteX1127" fmla="*/ 5099845 w 6282234"/>
              <a:gd name="connsiteY1127" fmla="*/ 2617398 h 4115518"/>
              <a:gd name="connsiteX1128" fmla="*/ 5106359 w 6282234"/>
              <a:gd name="connsiteY1128" fmla="*/ 2623037 h 4115518"/>
              <a:gd name="connsiteX1129" fmla="*/ 5099845 w 6282234"/>
              <a:gd name="connsiteY1129" fmla="*/ 2632327 h 4115518"/>
              <a:gd name="connsiteX1130" fmla="*/ 5083559 w 6282234"/>
              <a:gd name="connsiteY1130" fmla="*/ 2656543 h 4115518"/>
              <a:gd name="connsiteX1131" fmla="*/ 5090073 w 6282234"/>
              <a:gd name="connsiteY1131" fmla="*/ 2678106 h 4115518"/>
              <a:gd name="connsiteX1132" fmla="*/ 5096587 w 6282234"/>
              <a:gd name="connsiteY1132" fmla="*/ 2680759 h 4115518"/>
              <a:gd name="connsiteX1133" fmla="*/ 5103102 w 6282234"/>
              <a:gd name="connsiteY1133" fmla="*/ 2674126 h 4115518"/>
              <a:gd name="connsiteX1134" fmla="*/ 5109617 w 6282234"/>
              <a:gd name="connsiteY1134" fmla="*/ 2676779 h 4115518"/>
              <a:gd name="connsiteX1135" fmla="*/ 5112873 w 6282234"/>
              <a:gd name="connsiteY1135" fmla="*/ 2686399 h 4115518"/>
              <a:gd name="connsiteX1136" fmla="*/ 5119389 w 6282234"/>
              <a:gd name="connsiteY1136" fmla="*/ 2680759 h 4115518"/>
              <a:gd name="connsiteX1137" fmla="*/ 5125903 w 6282234"/>
              <a:gd name="connsiteY1137" fmla="*/ 2695688 h 4115518"/>
              <a:gd name="connsiteX1138" fmla="*/ 5132418 w 6282234"/>
              <a:gd name="connsiteY1138" fmla="*/ 2698341 h 4115518"/>
              <a:gd name="connsiteX1139" fmla="*/ 5129160 w 6282234"/>
              <a:gd name="connsiteY1139" fmla="*/ 2707963 h 4115518"/>
              <a:gd name="connsiteX1140" fmla="*/ 5119389 w 6282234"/>
              <a:gd name="connsiteY1140" fmla="*/ 2698341 h 4115518"/>
              <a:gd name="connsiteX1141" fmla="*/ 5116131 w 6282234"/>
              <a:gd name="connsiteY1141" fmla="*/ 2690381 h 4115518"/>
              <a:gd name="connsiteX1142" fmla="*/ 5106359 w 6282234"/>
              <a:gd name="connsiteY1142" fmla="*/ 2680759 h 4115518"/>
              <a:gd name="connsiteX1143" fmla="*/ 5096587 w 6282234"/>
              <a:gd name="connsiteY1143" fmla="*/ 2686399 h 4115518"/>
              <a:gd name="connsiteX1144" fmla="*/ 5090073 w 6282234"/>
              <a:gd name="connsiteY1144" fmla="*/ 2680759 h 4115518"/>
              <a:gd name="connsiteX1145" fmla="*/ 5083559 w 6282234"/>
              <a:gd name="connsiteY1145" fmla="*/ 2689053 h 4115518"/>
              <a:gd name="connsiteX1146" fmla="*/ 5070529 w 6282234"/>
              <a:gd name="connsiteY1146" fmla="*/ 2680759 h 4115518"/>
              <a:gd name="connsiteX1147" fmla="*/ 5070529 w 6282234"/>
              <a:gd name="connsiteY1147" fmla="*/ 2676779 h 4115518"/>
              <a:gd name="connsiteX1148" fmla="*/ 5077044 w 6282234"/>
              <a:gd name="connsiteY1148" fmla="*/ 2671471 h 4115518"/>
              <a:gd name="connsiteX1149" fmla="*/ 5060757 w 6282234"/>
              <a:gd name="connsiteY1149" fmla="*/ 2666164 h 4115518"/>
              <a:gd name="connsiteX1150" fmla="*/ 5057499 w 6282234"/>
              <a:gd name="connsiteY1150" fmla="*/ 2647254 h 4115518"/>
              <a:gd name="connsiteX1151" fmla="*/ 5067273 w 6282234"/>
              <a:gd name="connsiteY1151" fmla="*/ 2640287 h 4115518"/>
              <a:gd name="connsiteX1152" fmla="*/ 5067273 w 6282234"/>
              <a:gd name="connsiteY1152" fmla="*/ 2632327 h 4115518"/>
              <a:gd name="connsiteX1153" fmla="*/ 5067273 w 6282234"/>
              <a:gd name="connsiteY1153" fmla="*/ 2625692 h 4115518"/>
              <a:gd name="connsiteX1154" fmla="*/ 5067273 w 6282234"/>
              <a:gd name="connsiteY1154" fmla="*/ 2613417 h 4115518"/>
              <a:gd name="connsiteX1155" fmla="*/ 5070529 w 6282234"/>
              <a:gd name="connsiteY1155" fmla="*/ 2598489 h 4115518"/>
              <a:gd name="connsiteX1156" fmla="*/ 1805766 w 6282234"/>
              <a:gd name="connsiteY1156" fmla="*/ 2595835 h 4115518"/>
              <a:gd name="connsiteX1157" fmla="*/ 1808372 w 6282234"/>
              <a:gd name="connsiteY1157" fmla="*/ 2598489 h 4115518"/>
              <a:gd name="connsiteX1158" fmla="*/ 1809674 w 6282234"/>
              <a:gd name="connsiteY1158" fmla="*/ 2598489 h 4115518"/>
              <a:gd name="connsiteX1159" fmla="*/ 1812281 w 6282234"/>
              <a:gd name="connsiteY1159" fmla="*/ 2598489 h 4115518"/>
              <a:gd name="connsiteX1160" fmla="*/ 1815212 w 6282234"/>
              <a:gd name="connsiteY1160" fmla="*/ 2598489 h 4115518"/>
              <a:gd name="connsiteX1161" fmla="*/ 1817818 w 6282234"/>
              <a:gd name="connsiteY1161" fmla="*/ 2598489 h 4115518"/>
              <a:gd name="connsiteX1162" fmla="*/ 1821727 w 6282234"/>
              <a:gd name="connsiteY1162" fmla="*/ 2598489 h 4115518"/>
              <a:gd name="connsiteX1163" fmla="*/ 1824332 w 6282234"/>
              <a:gd name="connsiteY1163" fmla="*/ 2598489 h 4115518"/>
              <a:gd name="connsiteX1164" fmla="*/ 1826939 w 6282234"/>
              <a:gd name="connsiteY1164" fmla="*/ 2598489 h 4115518"/>
              <a:gd name="connsiteX1165" fmla="*/ 1829544 w 6282234"/>
              <a:gd name="connsiteY1165" fmla="*/ 2598489 h 4115518"/>
              <a:gd name="connsiteX1166" fmla="*/ 1832150 w 6282234"/>
              <a:gd name="connsiteY1166" fmla="*/ 2601475 h 4115518"/>
              <a:gd name="connsiteX1167" fmla="*/ 1832150 w 6282234"/>
              <a:gd name="connsiteY1167" fmla="*/ 2604129 h 4115518"/>
              <a:gd name="connsiteX1168" fmla="*/ 1829544 w 6282234"/>
              <a:gd name="connsiteY1168" fmla="*/ 2604129 h 4115518"/>
              <a:gd name="connsiteX1169" fmla="*/ 1826939 w 6282234"/>
              <a:gd name="connsiteY1169" fmla="*/ 2605455 h 4115518"/>
              <a:gd name="connsiteX1170" fmla="*/ 1826939 w 6282234"/>
              <a:gd name="connsiteY1170" fmla="*/ 2608110 h 4115518"/>
              <a:gd name="connsiteX1171" fmla="*/ 1821727 w 6282234"/>
              <a:gd name="connsiteY1171" fmla="*/ 2608110 h 4115518"/>
              <a:gd name="connsiteX1172" fmla="*/ 1820424 w 6282234"/>
              <a:gd name="connsiteY1172" fmla="*/ 2608110 h 4115518"/>
              <a:gd name="connsiteX1173" fmla="*/ 1817818 w 6282234"/>
              <a:gd name="connsiteY1173" fmla="*/ 2608110 h 4115518"/>
              <a:gd name="connsiteX1174" fmla="*/ 1815212 w 6282234"/>
              <a:gd name="connsiteY1174" fmla="*/ 2608110 h 4115518"/>
              <a:gd name="connsiteX1175" fmla="*/ 1812281 w 6282234"/>
              <a:gd name="connsiteY1175" fmla="*/ 2608110 h 4115518"/>
              <a:gd name="connsiteX1176" fmla="*/ 1809674 w 6282234"/>
              <a:gd name="connsiteY1176" fmla="*/ 2608110 h 4115518"/>
              <a:gd name="connsiteX1177" fmla="*/ 1808372 w 6282234"/>
              <a:gd name="connsiteY1177" fmla="*/ 2608110 h 4115518"/>
              <a:gd name="connsiteX1178" fmla="*/ 1805766 w 6282234"/>
              <a:gd name="connsiteY1178" fmla="*/ 2608110 h 4115518"/>
              <a:gd name="connsiteX1179" fmla="*/ 1803161 w 6282234"/>
              <a:gd name="connsiteY1179" fmla="*/ 2608110 h 4115518"/>
              <a:gd name="connsiteX1180" fmla="*/ 1803161 w 6282234"/>
              <a:gd name="connsiteY1180" fmla="*/ 2605455 h 4115518"/>
              <a:gd name="connsiteX1181" fmla="*/ 1805766 w 6282234"/>
              <a:gd name="connsiteY1181" fmla="*/ 2604129 h 4115518"/>
              <a:gd name="connsiteX1182" fmla="*/ 1803161 w 6282234"/>
              <a:gd name="connsiteY1182" fmla="*/ 2601475 h 4115518"/>
              <a:gd name="connsiteX1183" fmla="*/ 1805766 w 6282234"/>
              <a:gd name="connsiteY1183" fmla="*/ 2598489 h 4115518"/>
              <a:gd name="connsiteX1184" fmla="*/ 1619125 w 6282234"/>
              <a:gd name="connsiteY1184" fmla="*/ 2595835 h 4115518"/>
              <a:gd name="connsiteX1185" fmla="*/ 1636388 w 6282234"/>
              <a:gd name="connsiteY1185" fmla="*/ 2601475 h 4115518"/>
              <a:gd name="connsiteX1186" fmla="*/ 1645508 w 6282234"/>
              <a:gd name="connsiteY1186" fmla="*/ 2604129 h 4115518"/>
              <a:gd name="connsiteX1187" fmla="*/ 1642903 w 6282234"/>
              <a:gd name="connsiteY1187" fmla="*/ 2610764 h 4115518"/>
              <a:gd name="connsiteX1188" fmla="*/ 1638993 w 6282234"/>
              <a:gd name="connsiteY1188" fmla="*/ 2608110 h 4115518"/>
              <a:gd name="connsiteX1189" fmla="*/ 1636388 w 6282234"/>
              <a:gd name="connsiteY1189" fmla="*/ 2608110 h 4115518"/>
              <a:gd name="connsiteX1190" fmla="*/ 1631176 w 6282234"/>
              <a:gd name="connsiteY1190" fmla="*/ 2608110 h 4115518"/>
              <a:gd name="connsiteX1191" fmla="*/ 1629873 w 6282234"/>
              <a:gd name="connsiteY1191" fmla="*/ 2613417 h 4115518"/>
              <a:gd name="connsiteX1192" fmla="*/ 1627268 w 6282234"/>
              <a:gd name="connsiteY1192" fmla="*/ 2610764 h 4115518"/>
              <a:gd name="connsiteX1193" fmla="*/ 1621730 w 6282234"/>
              <a:gd name="connsiteY1193" fmla="*/ 2610764 h 4115518"/>
              <a:gd name="connsiteX1194" fmla="*/ 1615215 w 6282234"/>
              <a:gd name="connsiteY1194" fmla="*/ 2604129 h 4115518"/>
              <a:gd name="connsiteX1195" fmla="*/ 1610004 w 6282234"/>
              <a:gd name="connsiteY1195" fmla="*/ 2604129 h 4115518"/>
              <a:gd name="connsiteX1196" fmla="*/ 1612610 w 6282234"/>
              <a:gd name="connsiteY1196" fmla="*/ 2598489 h 4115518"/>
              <a:gd name="connsiteX1197" fmla="*/ 1558213 w 6282234"/>
              <a:gd name="connsiteY1197" fmla="*/ 2581239 h 4115518"/>
              <a:gd name="connsiteX1198" fmla="*/ 1562448 w 6282234"/>
              <a:gd name="connsiteY1198" fmla="*/ 2581239 h 4115518"/>
              <a:gd name="connsiteX1199" fmla="*/ 1559517 w 6282234"/>
              <a:gd name="connsiteY1199" fmla="*/ 2583893 h 4115518"/>
              <a:gd name="connsiteX1200" fmla="*/ 1707722 w 6282234"/>
              <a:gd name="connsiteY1200" fmla="*/ 2568965 h 4115518"/>
              <a:gd name="connsiteX1201" fmla="*/ 1724986 w 6282234"/>
              <a:gd name="connsiteY1201" fmla="*/ 2574273 h 4115518"/>
              <a:gd name="connsiteX1202" fmla="*/ 1738341 w 6282234"/>
              <a:gd name="connsiteY1202" fmla="*/ 2571618 h 4115518"/>
              <a:gd name="connsiteX1203" fmla="*/ 1750067 w 6282234"/>
              <a:gd name="connsiteY1203" fmla="*/ 2576927 h 4115518"/>
              <a:gd name="connsiteX1204" fmla="*/ 1758210 w 6282234"/>
              <a:gd name="connsiteY1204" fmla="*/ 2576927 h 4115518"/>
              <a:gd name="connsiteX1205" fmla="*/ 1760815 w 6282234"/>
              <a:gd name="connsiteY1205" fmla="*/ 2583893 h 4115518"/>
              <a:gd name="connsiteX1206" fmla="*/ 1769937 w 6282234"/>
              <a:gd name="connsiteY1206" fmla="*/ 2581239 h 4115518"/>
              <a:gd name="connsiteX1207" fmla="*/ 1784594 w 6282234"/>
              <a:gd name="connsiteY1207" fmla="*/ 2593182 h 4115518"/>
              <a:gd name="connsiteX1208" fmla="*/ 1781988 w 6282234"/>
              <a:gd name="connsiteY1208" fmla="*/ 2601475 h 4115518"/>
              <a:gd name="connsiteX1209" fmla="*/ 1758210 w 6282234"/>
              <a:gd name="connsiteY1209" fmla="*/ 2598489 h 4115518"/>
              <a:gd name="connsiteX1210" fmla="*/ 1746158 w 6282234"/>
              <a:gd name="connsiteY1210" fmla="*/ 2604129 h 4115518"/>
              <a:gd name="connsiteX1211" fmla="*/ 1737037 w 6282234"/>
              <a:gd name="connsiteY1211" fmla="*/ 2604129 h 4115518"/>
              <a:gd name="connsiteX1212" fmla="*/ 1728894 w 6282234"/>
              <a:gd name="connsiteY1212" fmla="*/ 2613417 h 4115518"/>
              <a:gd name="connsiteX1213" fmla="*/ 1724986 w 6282234"/>
              <a:gd name="connsiteY1213" fmla="*/ 2605455 h 4115518"/>
              <a:gd name="connsiteX1214" fmla="*/ 1719774 w 6282234"/>
              <a:gd name="connsiteY1214" fmla="*/ 2604129 h 4115518"/>
              <a:gd name="connsiteX1215" fmla="*/ 1705116 w 6282234"/>
              <a:gd name="connsiteY1215" fmla="*/ 2604129 h 4115518"/>
              <a:gd name="connsiteX1216" fmla="*/ 1695996 w 6282234"/>
              <a:gd name="connsiteY1216" fmla="*/ 2601475 h 4115518"/>
              <a:gd name="connsiteX1217" fmla="*/ 1686550 w 6282234"/>
              <a:gd name="connsiteY1217" fmla="*/ 2604129 h 4115518"/>
              <a:gd name="connsiteX1218" fmla="*/ 1678732 w 6282234"/>
              <a:gd name="connsiteY1218" fmla="*/ 2601475 h 4115518"/>
              <a:gd name="connsiteX1219" fmla="*/ 1681339 w 6282234"/>
              <a:gd name="connsiteY1219" fmla="*/ 2593182 h 4115518"/>
              <a:gd name="connsiteX1220" fmla="*/ 1690785 w 6282234"/>
              <a:gd name="connsiteY1220" fmla="*/ 2598489 h 4115518"/>
              <a:gd name="connsiteX1221" fmla="*/ 1707722 w 6282234"/>
              <a:gd name="connsiteY1221" fmla="*/ 2598489 h 4115518"/>
              <a:gd name="connsiteX1222" fmla="*/ 1710654 w 6282234"/>
              <a:gd name="connsiteY1222" fmla="*/ 2591855 h 4115518"/>
              <a:gd name="connsiteX1223" fmla="*/ 1705116 w 6282234"/>
              <a:gd name="connsiteY1223" fmla="*/ 2589200 h 4115518"/>
              <a:gd name="connsiteX1224" fmla="*/ 1707722 w 6282234"/>
              <a:gd name="connsiteY1224" fmla="*/ 2579912 h 4115518"/>
              <a:gd name="connsiteX1225" fmla="*/ 1695996 w 6282234"/>
              <a:gd name="connsiteY1225" fmla="*/ 2576927 h 4115518"/>
              <a:gd name="connsiteX1226" fmla="*/ 4897894 w 6282234"/>
              <a:gd name="connsiteY1226" fmla="*/ 2567638 h 4115518"/>
              <a:gd name="connsiteX1227" fmla="*/ 4904409 w 6282234"/>
              <a:gd name="connsiteY1227" fmla="*/ 2576927 h 4115518"/>
              <a:gd name="connsiteX1228" fmla="*/ 4897894 w 6282234"/>
              <a:gd name="connsiteY1228" fmla="*/ 2581239 h 4115518"/>
              <a:gd name="connsiteX1229" fmla="*/ 4894636 w 6282234"/>
              <a:gd name="connsiteY1229" fmla="*/ 2591855 h 4115518"/>
              <a:gd name="connsiteX1230" fmla="*/ 4881607 w 6282234"/>
              <a:gd name="connsiteY1230" fmla="*/ 2604129 h 4115518"/>
              <a:gd name="connsiteX1231" fmla="*/ 4865321 w 6282234"/>
              <a:gd name="connsiteY1231" fmla="*/ 2598489 h 4115518"/>
              <a:gd name="connsiteX1232" fmla="*/ 4862063 w 6282234"/>
              <a:gd name="connsiteY1232" fmla="*/ 2583893 h 4115518"/>
              <a:gd name="connsiteX1233" fmla="*/ 4875093 w 6282234"/>
              <a:gd name="connsiteY1233" fmla="*/ 2571618 h 4115518"/>
              <a:gd name="connsiteX1234" fmla="*/ 1701208 w 6282234"/>
              <a:gd name="connsiteY1234" fmla="*/ 2544748 h 4115518"/>
              <a:gd name="connsiteX1235" fmla="*/ 1702510 w 6282234"/>
              <a:gd name="connsiteY1235" fmla="*/ 2544748 h 4115518"/>
              <a:gd name="connsiteX1236" fmla="*/ 1702510 w 6282234"/>
              <a:gd name="connsiteY1236" fmla="*/ 2547402 h 4115518"/>
              <a:gd name="connsiteX1237" fmla="*/ 1701208 w 6282234"/>
              <a:gd name="connsiteY1237" fmla="*/ 2550056 h 4115518"/>
              <a:gd name="connsiteX1238" fmla="*/ 1698602 w 6282234"/>
              <a:gd name="connsiteY1238" fmla="*/ 2552710 h 4115518"/>
              <a:gd name="connsiteX1239" fmla="*/ 1695996 w 6282234"/>
              <a:gd name="connsiteY1239" fmla="*/ 2552710 h 4115518"/>
              <a:gd name="connsiteX1240" fmla="*/ 1693390 w 6282234"/>
              <a:gd name="connsiteY1240" fmla="*/ 2552710 h 4115518"/>
              <a:gd name="connsiteX1241" fmla="*/ 1690785 w 6282234"/>
              <a:gd name="connsiteY1241" fmla="*/ 2552710 h 4115518"/>
              <a:gd name="connsiteX1242" fmla="*/ 1690785 w 6282234"/>
              <a:gd name="connsiteY1242" fmla="*/ 2550056 h 4115518"/>
              <a:gd name="connsiteX1243" fmla="*/ 1690785 w 6282234"/>
              <a:gd name="connsiteY1243" fmla="*/ 2547402 h 4115518"/>
              <a:gd name="connsiteX1244" fmla="*/ 1693390 w 6282234"/>
              <a:gd name="connsiteY1244" fmla="*/ 2547402 h 4115518"/>
              <a:gd name="connsiteX1245" fmla="*/ 1695996 w 6282234"/>
              <a:gd name="connsiteY1245" fmla="*/ 2547402 h 4115518"/>
              <a:gd name="connsiteX1246" fmla="*/ 1698602 w 6282234"/>
              <a:gd name="connsiteY1246" fmla="*/ 2547402 h 4115518"/>
              <a:gd name="connsiteX1247" fmla="*/ 1701208 w 6282234"/>
              <a:gd name="connsiteY1247" fmla="*/ 2547402 h 4115518"/>
              <a:gd name="connsiteX1248" fmla="*/ 1719774 w 6282234"/>
              <a:gd name="connsiteY1248" fmla="*/ 2532473 h 4115518"/>
              <a:gd name="connsiteX1249" fmla="*/ 1722380 w 6282234"/>
              <a:gd name="connsiteY1249" fmla="*/ 2532473 h 4115518"/>
              <a:gd name="connsiteX1250" fmla="*/ 1722380 w 6282234"/>
              <a:gd name="connsiteY1250" fmla="*/ 2535128 h 4115518"/>
              <a:gd name="connsiteX1251" fmla="*/ 1702510 w 6282234"/>
              <a:gd name="connsiteY1251" fmla="*/ 2523185 h 4115518"/>
              <a:gd name="connsiteX1252" fmla="*/ 1705116 w 6282234"/>
              <a:gd name="connsiteY1252" fmla="*/ 2523185 h 4115518"/>
              <a:gd name="connsiteX1253" fmla="*/ 1707722 w 6282234"/>
              <a:gd name="connsiteY1253" fmla="*/ 2525839 h 4115518"/>
              <a:gd name="connsiteX1254" fmla="*/ 1705116 w 6282234"/>
              <a:gd name="connsiteY1254" fmla="*/ 2525839 h 4115518"/>
              <a:gd name="connsiteX1255" fmla="*/ 1701208 w 6282234"/>
              <a:gd name="connsiteY1255" fmla="*/ 2523185 h 4115518"/>
              <a:gd name="connsiteX1256" fmla="*/ 1702510 w 6282234"/>
              <a:gd name="connsiteY1256" fmla="*/ 2523185 h 4115518"/>
              <a:gd name="connsiteX1257" fmla="*/ 1702510 w 6282234"/>
              <a:gd name="connsiteY1257" fmla="*/ 2525839 h 4115518"/>
              <a:gd name="connsiteX1258" fmla="*/ 1701208 w 6282234"/>
              <a:gd name="connsiteY1258" fmla="*/ 2525839 h 4115518"/>
              <a:gd name="connsiteX1259" fmla="*/ 1689482 w 6282234"/>
              <a:gd name="connsiteY1259" fmla="*/ 2520531 h 4115518"/>
              <a:gd name="connsiteX1260" fmla="*/ 1689482 w 6282234"/>
              <a:gd name="connsiteY1260" fmla="*/ 2523185 h 4115518"/>
              <a:gd name="connsiteX1261" fmla="*/ 1686550 w 6282234"/>
              <a:gd name="connsiteY1261" fmla="*/ 2525839 h 4115518"/>
              <a:gd name="connsiteX1262" fmla="*/ 1683944 w 6282234"/>
              <a:gd name="connsiteY1262" fmla="*/ 2525839 h 4115518"/>
              <a:gd name="connsiteX1263" fmla="*/ 1681339 w 6282234"/>
              <a:gd name="connsiteY1263" fmla="*/ 2528493 h 4115518"/>
              <a:gd name="connsiteX1264" fmla="*/ 1681339 w 6282234"/>
              <a:gd name="connsiteY1264" fmla="*/ 2525839 h 4115518"/>
              <a:gd name="connsiteX1265" fmla="*/ 1683944 w 6282234"/>
              <a:gd name="connsiteY1265" fmla="*/ 2523185 h 4115518"/>
              <a:gd name="connsiteX1266" fmla="*/ 1686550 w 6282234"/>
              <a:gd name="connsiteY1266" fmla="*/ 2523185 h 4115518"/>
              <a:gd name="connsiteX1267" fmla="*/ 1683944 w 6282234"/>
              <a:gd name="connsiteY1267" fmla="*/ 2519204 h 4115518"/>
              <a:gd name="connsiteX1268" fmla="*/ 1686550 w 6282234"/>
              <a:gd name="connsiteY1268" fmla="*/ 2519204 h 4115518"/>
              <a:gd name="connsiteX1269" fmla="*/ 1689482 w 6282234"/>
              <a:gd name="connsiteY1269" fmla="*/ 2519204 h 4115518"/>
              <a:gd name="connsiteX1270" fmla="*/ 1689482 w 6282234"/>
              <a:gd name="connsiteY1270" fmla="*/ 2520531 h 4115518"/>
              <a:gd name="connsiteX1271" fmla="*/ 1686550 w 6282234"/>
              <a:gd name="connsiteY1271" fmla="*/ 2520531 h 4115518"/>
              <a:gd name="connsiteX1272" fmla="*/ 1678732 w 6282234"/>
              <a:gd name="connsiteY1272" fmla="*/ 2516551 h 4115518"/>
              <a:gd name="connsiteX1273" fmla="*/ 1681339 w 6282234"/>
              <a:gd name="connsiteY1273" fmla="*/ 2516551 h 4115518"/>
              <a:gd name="connsiteX1274" fmla="*/ 1683944 w 6282234"/>
              <a:gd name="connsiteY1274" fmla="*/ 2519204 h 4115518"/>
              <a:gd name="connsiteX1275" fmla="*/ 1681339 w 6282234"/>
              <a:gd name="connsiteY1275" fmla="*/ 2519204 h 4115518"/>
              <a:gd name="connsiteX1276" fmla="*/ 1669612 w 6282234"/>
              <a:gd name="connsiteY1276" fmla="*/ 2510911 h 4115518"/>
              <a:gd name="connsiteX1277" fmla="*/ 1672218 w 6282234"/>
              <a:gd name="connsiteY1277" fmla="*/ 2516551 h 4115518"/>
              <a:gd name="connsiteX1278" fmla="*/ 1669612 w 6282234"/>
              <a:gd name="connsiteY1278" fmla="*/ 2516551 h 4115518"/>
              <a:gd name="connsiteX1279" fmla="*/ 1669612 w 6282234"/>
              <a:gd name="connsiteY1279" fmla="*/ 2513565 h 4115518"/>
              <a:gd name="connsiteX1280" fmla="*/ 1541275 w 6282234"/>
              <a:gd name="connsiteY1280" fmla="*/ 2508257 h 4115518"/>
              <a:gd name="connsiteX1281" fmla="*/ 1570265 w 6282234"/>
              <a:gd name="connsiteY1281" fmla="*/ 2510911 h 4115518"/>
              <a:gd name="connsiteX1282" fmla="*/ 1581991 w 6282234"/>
              <a:gd name="connsiteY1282" fmla="*/ 2513565 h 4115518"/>
              <a:gd name="connsiteX1283" fmla="*/ 1594044 w 6282234"/>
              <a:gd name="connsiteY1283" fmla="*/ 2523185 h 4115518"/>
              <a:gd name="connsiteX1284" fmla="*/ 1603164 w 6282234"/>
              <a:gd name="connsiteY1284" fmla="*/ 2523185 h 4115518"/>
              <a:gd name="connsiteX1285" fmla="*/ 1624337 w 6282234"/>
              <a:gd name="connsiteY1285" fmla="*/ 2535128 h 4115518"/>
              <a:gd name="connsiteX1286" fmla="*/ 1629873 w 6282234"/>
              <a:gd name="connsiteY1286" fmla="*/ 2540767 h 4115518"/>
              <a:gd name="connsiteX1287" fmla="*/ 1654954 w 6282234"/>
              <a:gd name="connsiteY1287" fmla="*/ 2547402 h 4115518"/>
              <a:gd name="connsiteX1288" fmla="*/ 1660166 w 6282234"/>
              <a:gd name="connsiteY1288" fmla="*/ 2555363 h 4115518"/>
              <a:gd name="connsiteX1289" fmla="*/ 1667006 w 6282234"/>
              <a:gd name="connsiteY1289" fmla="*/ 2556690 h 4115518"/>
              <a:gd name="connsiteX1290" fmla="*/ 1677429 w 6282234"/>
              <a:gd name="connsiteY1290" fmla="*/ 2562330 h 4115518"/>
              <a:gd name="connsiteX1291" fmla="*/ 1678732 w 6282234"/>
              <a:gd name="connsiteY1291" fmla="*/ 2567638 h 4115518"/>
              <a:gd name="connsiteX1292" fmla="*/ 1667006 w 6282234"/>
              <a:gd name="connsiteY1292" fmla="*/ 2571618 h 4115518"/>
              <a:gd name="connsiteX1293" fmla="*/ 1645508 w 6282234"/>
              <a:gd name="connsiteY1293" fmla="*/ 2568965 h 4115518"/>
              <a:gd name="connsiteX1294" fmla="*/ 1633782 w 6282234"/>
              <a:gd name="connsiteY1294" fmla="*/ 2571618 h 4115518"/>
              <a:gd name="connsiteX1295" fmla="*/ 1621730 w 6282234"/>
              <a:gd name="connsiteY1295" fmla="*/ 2568965 h 4115518"/>
              <a:gd name="connsiteX1296" fmla="*/ 1631176 w 6282234"/>
              <a:gd name="connsiteY1296" fmla="*/ 2559676 h 4115518"/>
              <a:gd name="connsiteX1297" fmla="*/ 1627268 w 6282234"/>
              <a:gd name="connsiteY1297" fmla="*/ 2555363 h 4115518"/>
              <a:gd name="connsiteX1298" fmla="*/ 1615215 w 6282234"/>
              <a:gd name="connsiteY1298" fmla="*/ 2556690 h 4115518"/>
              <a:gd name="connsiteX1299" fmla="*/ 1607398 w 6282234"/>
              <a:gd name="connsiteY1299" fmla="*/ 2550056 h 4115518"/>
              <a:gd name="connsiteX1300" fmla="*/ 1603164 w 6282234"/>
              <a:gd name="connsiteY1300" fmla="*/ 2538113 h 4115518"/>
              <a:gd name="connsiteX1301" fmla="*/ 1595346 w 6282234"/>
              <a:gd name="connsiteY1301" fmla="*/ 2540767 h 4115518"/>
              <a:gd name="connsiteX1302" fmla="*/ 1581991 w 6282234"/>
              <a:gd name="connsiteY1302" fmla="*/ 2538113 h 4115518"/>
              <a:gd name="connsiteX1303" fmla="*/ 1571568 w 6282234"/>
              <a:gd name="connsiteY1303" fmla="*/ 2531146 h 4115518"/>
              <a:gd name="connsiteX1304" fmla="*/ 1550396 w 6282234"/>
              <a:gd name="connsiteY1304" fmla="*/ 2528493 h 4115518"/>
              <a:gd name="connsiteX1305" fmla="*/ 1547790 w 6282234"/>
              <a:gd name="connsiteY1305" fmla="*/ 2519204 h 4115518"/>
              <a:gd name="connsiteX1306" fmla="*/ 1535739 w 6282234"/>
              <a:gd name="connsiteY1306" fmla="*/ 2519204 h 4115518"/>
              <a:gd name="connsiteX1307" fmla="*/ 1522709 w 6282234"/>
              <a:gd name="connsiteY1307" fmla="*/ 2528493 h 4115518"/>
              <a:gd name="connsiteX1308" fmla="*/ 1511960 w 6282234"/>
              <a:gd name="connsiteY1308" fmla="*/ 2528493 h 4115518"/>
              <a:gd name="connsiteX1309" fmla="*/ 1502840 w 6282234"/>
              <a:gd name="connsiteY1309" fmla="*/ 2535128 h 4115518"/>
              <a:gd name="connsiteX1310" fmla="*/ 1505446 w 6282234"/>
              <a:gd name="connsiteY1310" fmla="*/ 2525839 h 4115518"/>
              <a:gd name="connsiteX1311" fmla="*/ 1510657 w 6282234"/>
              <a:gd name="connsiteY1311" fmla="*/ 2519204 h 4115518"/>
              <a:gd name="connsiteX1312" fmla="*/ 1524012 w 6282234"/>
              <a:gd name="connsiteY1312" fmla="*/ 2510911 h 4115518"/>
              <a:gd name="connsiteX1313" fmla="*/ 1662772 w 6282234"/>
              <a:gd name="connsiteY1313" fmla="*/ 2498968 h 4115518"/>
              <a:gd name="connsiteX1314" fmla="*/ 1667006 w 6282234"/>
              <a:gd name="connsiteY1314" fmla="*/ 2506930 h 4115518"/>
              <a:gd name="connsiteX1315" fmla="*/ 1665378 w 6282234"/>
              <a:gd name="connsiteY1315" fmla="*/ 2506930 h 4115518"/>
              <a:gd name="connsiteX1316" fmla="*/ 1665378 w 6282234"/>
              <a:gd name="connsiteY1316" fmla="*/ 2504276 h 4115518"/>
              <a:gd name="connsiteX1317" fmla="*/ 1662772 w 6282234"/>
              <a:gd name="connsiteY1317" fmla="*/ 2504276 h 4115518"/>
              <a:gd name="connsiteX1318" fmla="*/ 1651046 w 6282234"/>
              <a:gd name="connsiteY1318" fmla="*/ 2498968 h 4115518"/>
              <a:gd name="connsiteX1319" fmla="*/ 1653651 w 6282234"/>
              <a:gd name="connsiteY1319" fmla="*/ 2498968 h 4115518"/>
              <a:gd name="connsiteX1320" fmla="*/ 1654954 w 6282234"/>
              <a:gd name="connsiteY1320" fmla="*/ 2501623 h 4115518"/>
              <a:gd name="connsiteX1321" fmla="*/ 1653651 w 6282234"/>
              <a:gd name="connsiteY1321" fmla="*/ 2504276 h 4115518"/>
              <a:gd name="connsiteX1322" fmla="*/ 1653651 w 6282234"/>
              <a:gd name="connsiteY1322" fmla="*/ 2501623 h 4115518"/>
              <a:gd name="connsiteX1323" fmla="*/ 1651046 w 6282234"/>
              <a:gd name="connsiteY1323" fmla="*/ 2501623 h 4115518"/>
              <a:gd name="connsiteX1324" fmla="*/ 1677429 w 6282234"/>
              <a:gd name="connsiteY1324" fmla="*/ 2489348 h 4115518"/>
              <a:gd name="connsiteX1325" fmla="*/ 1678732 w 6282234"/>
              <a:gd name="connsiteY1325" fmla="*/ 2492002 h 4115518"/>
              <a:gd name="connsiteX1326" fmla="*/ 1677429 w 6282234"/>
              <a:gd name="connsiteY1326" fmla="*/ 2492002 h 4115518"/>
              <a:gd name="connsiteX1327" fmla="*/ 1619125 w 6282234"/>
              <a:gd name="connsiteY1327" fmla="*/ 2489348 h 4115518"/>
              <a:gd name="connsiteX1328" fmla="*/ 1619125 w 6282234"/>
              <a:gd name="connsiteY1328" fmla="*/ 2492002 h 4115518"/>
              <a:gd name="connsiteX1329" fmla="*/ 1621730 w 6282234"/>
              <a:gd name="connsiteY1329" fmla="*/ 2492002 h 4115518"/>
              <a:gd name="connsiteX1330" fmla="*/ 1621730 w 6282234"/>
              <a:gd name="connsiteY1330" fmla="*/ 2489348 h 4115518"/>
              <a:gd name="connsiteX1331" fmla="*/ 1624337 w 6282234"/>
              <a:gd name="connsiteY1331" fmla="*/ 2489348 h 4115518"/>
              <a:gd name="connsiteX1332" fmla="*/ 1624337 w 6282234"/>
              <a:gd name="connsiteY1332" fmla="*/ 2492002 h 4115518"/>
              <a:gd name="connsiteX1333" fmla="*/ 1624337 w 6282234"/>
              <a:gd name="connsiteY1333" fmla="*/ 2494988 h 4115518"/>
              <a:gd name="connsiteX1334" fmla="*/ 1624337 w 6282234"/>
              <a:gd name="connsiteY1334" fmla="*/ 2496314 h 4115518"/>
              <a:gd name="connsiteX1335" fmla="*/ 1621730 w 6282234"/>
              <a:gd name="connsiteY1335" fmla="*/ 2498968 h 4115518"/>
              <a:gd name="connsiteX1336" fmla="*/ 1619125 w 6282234"/>
              <a:gd name="connsiteY1336" fmla="*/ 2498968 h 4115518"/>
              <a:gd name="connsiteX1337" fmla="*/ 1619125 w 6282234"/>
              <a:gd name="connsiteY1337" fmla="*/ 2496314 h 4115518"/>
              <a:gd name="connsiteX1338" fmla="*/ 1619125 w 6282234"/>
              <a:gd name="connsiteY1338" fmla="*/ 2494988 h 4115518"/>
              <a:gd name="connsiteX1339" fmla="*/ 1617822 w 6282234"/>
              <a:gd name="connsiteY1339" fmla="*/ 2492002 h 4115518"/>
              <a:gd name="connsiteX1340" fmla="*/ 1660166 w 6282234"/>
              <a:gd name="connsiteY1340" fmla="*/ 2486694 h 4115518"/>
              <a:gd name="connsiteX1341" fmla="*/ 1662772 w 6282234"/>
              <a:gd name="connsiteY1341" fmla="*/ 2489348 h 4115518"/>
              <a:gd name="connsiteX1342" fmla="*/ 1660166 w 6282234"/>
              <a:gd name="connsiteY1342" fmla="*/ 2489348 h 4115518"/>
              <a:gd name="connsiteX1343" fmla="*/ 1621730 w 6282234"/>
              <a:gd name="connsiteY1343" fmla="*/ 2486694 h 4115518"/>
              <a:gd name="connsiteX1344" fmla="*/ 1621730 w 6282234"/>
              <a:gd name="connsiteY1344" fmla="*/ 2489348 h 4115518"/>
              <a:gd name="connsiteX1345" fmla="*/ 1619125 w 6282234"/>
              <a:gd name="connsiteY1345" fmla="*/ 2489348 h 4115518"/>
              <a:gd name="connsiteX1346" fmla="*/ 1657561 w 6282234"/>
              <a:gd name="connsiteY1346" fmla="*/ 2482713 h 4115518"/>
              <a:gd name="connsiteX1347" fmla="*/ 1660166 w 6282234"/>
              <a:gd name="connsiteY1347" fmla="*/ 2484041 h 4115518"/>
              <a:gd name="connsiteX1348" fmla="*/ 1660166 w 6282234"/>
              <a:gd name="connsiteY1348" fmla="*/ 2486694 h 4115518"/>
              <a:gd name="connsiteX1349" fmla="*/ 1657561 w 6282234"/>
              <a:gd name="connsiteY1349" fmla="*/ 2484041 h 4115518"/>
              <a:gd name="connsiteX1350" fmla="*/ 1654954 w 6282234"/>
              <a:gd name="connsiteY1350" fmla="*/ 2480059 h 4115518"/>
              <a:gd name="connsiteX1351" fmla="*/ 1657561 w 6282234"/>
              <a:gd name="connsiteY1351" fmla="*/ 2480059 h 4115518"/>
              <a:gd name="connsiteX1352" fmla="*/ 1657561 w 6282234"/>
              <a:gd name="connsiteY1352" fmla="*/ 2482713 h 4115518"/>
              <a:gd name="connsiteX1353" fmla="*/ 1654954 w 6282234"/>
              <a:gd name="connsiteY1353" fmla="*/ 2482713 h 4115518"/>
              <a:gd name="connsiteX1354" fmla="*/ 1610004 w 6282234"/>
              <a:gd name="connsiteY1354" fmla="*/ 2480059 h 4115518"/>
              <a:gd name="connsiteX1355" fmla="*/ 1610004 w 6282234"/>
              <a:gd name="connsiteY1355" fmla="*/ 2482713 h 4115518"/>
              <a:gd name="connsiteX1356" fmla="*/ 1607398 w 6282234"/>
              <a:gd name="connsiteY1356" fmla="*/ 2482713 h 4115518"/>
              <a:gd name="connsiteX1357" fmla="*/ 1645508 w 6282234"/>
              <a:gd name="connsiteY1357" fmla="*/ 2477406 h 4115518"/>
              <a:gd name="connsiteX1358" fmla="*/ 1648440 w 6282234"/>
              <a:gd name="connsiteY1358" fmla="*/ 2477406 h 4115518"/>
              <a:gd name="connsiteX1359" fmla="*/ 1648440 w 6282234"/>
              <a:gd name="connsiteY1359" fmla="*/ 2480059 h 4115518"/>
              <a:gd name="connsiteX1360" fmla="*/ 1645508 w 6282234"/>
              <a:gd name="connsiteY1360" fmla="*/ 2480059 h 4115518"/>
              <a:gd name="connsiteX1361" fmla="*/ 1624337 w 6282234"/>
              <a:gd name="connsiteY1361" fmla="*/ 2471766 h 4115518"/>
              <a:gd name="connsiteX1362" fmla="*/ 1627268 w 6282234"/>
              <a:gd name="connsiteY1362" fmla="*/ 2471766 h 4115518"/>
              <a:gd name="connsiteX1363" fmla="*/ 1624337 w 6282234"/>
              <a:gd name="connsiteY1363" fmla="*/ 2474752 h 4115518"/>
              <a:gd name="connsiteX1364" fmla="*/ 1612610 w 6282234"/>
              <a:gd name="connsiteY1364" fmla="*/ 2470439 h 4115518"/>
              <a:gd name="connsiteX1365" fmla="*/ 1615215 w 6282234"/>
              <a:gd name="connsiteY1365" fmla="*/ 2470439 h 4115518"/>
              <a:gd name="connsiteX1366" fmla="*/ 1617822 w 6282234"/>
              <a:gd name="connsiteY1366" fmla="*/ 2470439 h 4115518"/>
              <a:gd name="connsiteX1367" fmla="*/ 1617822 w 6282234"/>
              <a:gd name="connsiteY1367" fmla="*/ 2474752 h 4115518"/>
              <a:gd name="connsiteX1368" fmla="*/ 1617822 w 6282234"/>
              <a:gd name="connsiteY1368" fmla="*/ 2477406 h 4115518"/>
              <a:gd name="connsiteX1369" fmla="*/ 1619125 w 6282234"/>
              <a:gd name="connsiteY1369" fmla="*/ 2477406 h 4115518"/>
              <a:gd name="connsiteX1370" fmla="*/ 1619125 w 6282234"/>
              <a:gd name="connsiteY1370" fmla="*/ 2480059 h 4115518"/>
              <a:gd name="connsiteX1371" fmla="*/ 1619125 w 6282234"/>
              <a:gd name="connsiteY1371" fmla="*/ 2482713 h 4115518"/>
              <a:gd name="connsiteX1372" fmla="*/ 1621730 w 6282234"/>
              <a:gd name="connsiteY1372" fmla="*/ 2484041 h 4115518"/>
              <a:gd name="connsiteX1373" fmla="*/ 1619125 w 6282234"/>
              <a:gd name="connsiteY1373" fmla="*/ 2484041 h 4115518"/>
              <a:gd name="connsiteX1374" fmla="*/ 1617822 w 6282234"/>
              <a:gd name="connsiteY1374" fmla="*/ 2484041 h 4115518"/>
              <a:gd name="connsiteX1375" fmla="*/ 1615215 w 6282234"/>
              <a:gd name="connsiteY1375" fmla="*/ 2486694 h 4115518"/>
              <a:gd name="connsiteX1376" fmla="*/ 1615215 w 6282234"/>
              <a:gd name="connsiteY1376" fmla="*/ 2484041 h 4115518"/>
              <a:gd name="connsiteX1377" fmla="*/ 1612610 w 6282234"/>
              <a:gd name="connsiteY1377" fmla="*/ 2484041 h 4115518"/>
              <a:gd name="connsiteX1378" fmla="*/ 1610004 w 6282234"/>
              <a:gd name="connsiteY1378" fmla="*/ 2482713 h 4115518"/>
              <a:gd name="connsiteX1379" fmla="*/ 1612610 w 6282234"/>
              <a:gd name="connsiteY1379" fmla="*/ 2482713 h 4115518"/>
              <a:gd name="connsiteX1380" fmla="*/ 1612610 w 6282234"/>
              <a:gd name="connsiteY1380" fmla="*/ 2480059 h 4115518"/>
              <a:gd name="connsiteX1381" fmla="*/ 1610004 w 6282234"/>
              <a:gd name="connsiteY1381" fmla="*/ 2480059 h 4115518"/>
              <a:gd name="connsiteX1382" fmla="*/ 1610004 w 6282234"/>
              <a:gd name="connsiteY1382" fmla="*/ 2477406 h 4115518"/>
              <a:gd name="connsiteX1383" fmla="*/ 1612610 w 6282234"/>
              <a:gd name="connsiteY1383" fmla="*/ 2477406 h 4115518"/>
              <a:gd name="connsiteX1384" fmla="*/ 1612610 w 6282234"/>
              <a:gd name="connsiteY1384" fmla="*/ 2474752 h 4115518"/>
              <a:gd name="connsiteX1385" fmla="*/ 1612610 w 6282234"/>
              <a:gd name="connsiteY1385" fmla="*/ 2471766 h 4115518"/>
              <a:gd name="connsiteX1386" fmla="*/ 5086815 w 6282234"/>
              <a:gd name="connsiteY1386" fmla="*/ 2467786 h 4115518"/>
              <a:gd name="connsiteX1387" fmla="*/ 5093331 w 6282234"/>
              <a:gd name="connsiteY1387" fmla="*/ 2477406 h 4115518"/>
              <a:gd name="connsiteX1388" fmla="*/ 5086815 w 6282234"/>
              <a:gd name="connsiteY1388" fmla="*/ 2506930 h 4115518"/>
              <a:gd name="connsiteX1389" fmla="*/ 5077044 w 6282234"/>
              <a:gd name="connsiteY1389" fmla="*/ 2525839 h 4115518"/>
              <a:gd name="connsiteX1390" fmla="*/ 5067273 w 6282234"/>
              <a:gd name="connsiteY1390" fmla="*/ 2520531 h 4115518"/>
              <a:gd name="connsiteX1391" fmla="*/ 5060757 w 6282234"/>
              <a:gd name="connsiteY1391" fmla="*/ 2508257 h 4115518"/>
              <a:gd name="connsiteX1392" fmla="*/ 5060757 w 6282234"/>
              <a:gd name="connsiteY1392" fmla="*/ 2501623 h 4115518"/>
              <a:gd name="connsiteX1393" fmla="*/ 5077044 w 6282234"/>
              <a:gd name="connsiteY1393" fmla="*/ 2471766 h 4115518"/>
              <a:gd name="connsiteX1394" fmla="*/ 1645508 w 6282234"/>
              <a:gd name="connsiteY1394" fmla="*/ 2467786 h 4115518"/>
              <a:gd name="connsiteX1395" fmla="*/ 1648440 w 6282234"/>
              <a:gd name="connsiteY1395" fmla="*/ 2470439 h 4115518"/>
              <a:gd name="connsiteX1396" fmla="*/ 1645508 w 6282234"/>
              <a:gd name="connsiteY1396" fmla="*/ 2470439 h 4115518"/>
              <a:gd name="connsiteX1397" fmla="*/ 1641600 w 6282234"/>
              <a:gd name="connsiteY1397" fmla="*/ 2465131 h 4115518"/>
              <a:gd name="connsiteX1398" fmla="*/ 1642903 w 6282234"/>
              <a:gd name="connsiteY1398" fmla="*/ 2467786 h 4115518"/>
              <a:gd name="connsiteX1399" fmla="*/ 1641600 w 6282234"/>
              <a:gd name="connsiteY1399" fmla="*/ 2467786 h 4115518"/>
              <a:gd name="connsiteX1400" fmla="*/ 1627268 w 6282234"/>
              <a:gd name="connsiteY1400" fmla="*/ 2453189 h 4115518"/>
              <a:gd name="connsiteX1401" fmla="*/ 1629873 w 6282234"/>
              <a:gd name="connsiteY1401" fmla="*/ 2453189 h 4115518"/>
              <a:gd name="connsiteX1402" fmla="*/ 1629873 w 6282234"/>
              <a:gd name="connsiteY1402" fmla="*/ 2455842 h 4115518"/>
              <a:gd name="connsiteX1403" fmla="*/ 3849053 w 6282234"/>
              <a:gd name="connsiteY1403" fmla="*/ 2450204 h 4115518"/>
              <a:gd name="connsiteX1404" fmla="*/ 3852310 w 6282234"/>
              <a:gd name="connsiteY1404" fmla="*/ 2450204 h 4115518"/>
              <a:gd name="connsiteX1405" fmla="*/ 3855567 w 6282234"/>
              <a:gd name="connsiteY1405" fmla="*/ 2455842 h 4115518"/>
              <a:gd name="connsiteX1406" fmla="*/ 3849053 w 6282234"/>
              <a:gd name="connsiteY1406" fmla="*/ 2455842 h 4115518"/>
              <a:gd name="connsiteX1407" fmla="*/ 1631176 w 6282234"/>
              <a:gd name="connsiteY1407" fmla="*/ 2443569 h 4115518"/>
              <a:gd name="connsiteX1408" fmla="*/ 1633782 w 6282234"/>
              <a:gd name="connsiteY1408" fmla="*/ 2446222 h 4115518"/>
              <a:gd name="connsiteX1409" fmla="*/ 1631176 w 6282234"/>
              <a:gd name="connsiteY1409" fmla="*/ 2447549 h 4115518"/>
              <a:gd name="connsiteX1410" fmla="*/ 1629873 w 6282234"/>
              <a:gd name="connsiteY1410" fmla="*/ 2450204 h 4115518"/>
              <a:gd name="connsiteX1411" fmla="*/ 1629873 w 6282234"/>
              <a:gd name="connsiteY1411" fmla="*/ 2446222 h 4115518"/>
              <a:gd name="connsiteX1412" fmla="*/ 1597952 w 6282234"/>
              <a:gd name="connsiteY1412" fmla="*/ 2440914 h 4115518"/>
              <a:gd name="connsiteX1413" fmla="*/ 1600558 w 6282234"/>
              <a:gd name="connsiteY1413" fmla="*/ 2440914 h 4115518"/>
              <a:gd name="connsiteX1414" fmla="*/ 1603164 w 6282234"/>
              <a:gd name="connsiteY1414" fmla="*/ 2443569 h 4115518"/>
              <a:gd name="connsiteX1415" fmla="*/ 1600558 w 6282234"/>
              <a:gd name="connsiteY1415" fmla="*/ 2443569 h 4115518"/>
              <a:gd name="connsiteX1416" fmla="*/ 1617822 w 6282234"/>
              <a:gd name="connsiteY1416" fmla="*/ 2438261 h 4115518"/>
              <a:gd name="connsiteX1417" fmla="*/ 1617822 w 6282234"/>
              <a:gd name="connsiteY1417" fmla="*/ 2440914 h 4115518"/>
              <a:gd name="connsiteX1418" fmla="*/ 1615215 w 6282234"/>
              <a:gd name="connsiteY1418" fmla="*/ 2440914 h 4115518"/>
              <a:gd name="connsiteX1419" fmla="*/ 1607398 w 6282234"/>
              <a:gd name="connsiteY1419" fmla="*/ 2438261 h 4115518"/>
              <a:gd name="connsiteX1420" fmla="*/ 1610004 w 6282234"/>
              <a:gd name="connsiteY1420" fmla="*/ 2440914 h 4115518"/>
              <a:gd name="connsiteX1421" fmla="*/ 1606095 w 6282234"/>
              <a:gd name="connsiteY1421" fmla="*/ 2443569 h 4115518"/>
              <a:gd name="connsiteX1422" fmla="*/ 1603164 w 6282234"/>
              <a:gd name="connsiteY1422" fmla="*/ 2443569 h 4115518"/>
              <a:gd name="connsiteX1423" fmla="*/ 1606095 w 6282234"/>
              <a:gd name="connsiteY1423" fmla="*/ 2440914 h 4115518"/>
              <a:gd name="connsiteX1424" fmla="*/ 1624337 w 6282234"/>
              <a:gd name="connsiteY1424" fmla="*/ 2435607 h 4115518"/>
              <a:gd name="connsiteX1425" fmla="*/ 1627268 w 6282234"/>
              <a:gd name="connsiteY1425" fmla="*/ 2438261 h 4115518"/>
              <a:gd name="connsiteX1426" fmla="*/ 1629873 w 6282234"/>
              <a:gd name="connsiteY1426" fmla="*/ 2440914 h 4115518"/>
              <a:gd name="connsiteX1427" fmla="*/ 1631176 w 6282234"/>
              <a:gd name="connsiteY1427" fmla="*/ 2443569 h 4115518"/>
              <a:gd name="connsiteX1428" fmla="*/ 1629873 w 6282234"/>
              <a:gd name="connsiteY1428" fmla="*/ 2443569 h 4115518"/>
              <a:gd name="connsiteX1429" fmla="*/ 1627268 w 6282234"/>
              <a:gd name="connsiteY1429" fmla="*/ 2440914 h 4115518"/>
              <a:gd name="connsiteX1430" fmla="*/ 1624337 w 6282234"/>
              <a:gd name="connsiteY1430" fmla="*/ 2438261 h 4115518"/>
              <a:gd name="connsiteX1431" fmla="*/ 2655589 w 6282234"/>
              <a:gd name="connsiteY1431" fmla="*/ 2419352 h 4115518"/>
              <a:gd name="connsiteX1432" fmla="*/ 2658194 w 6282234"/>
              <a:gd name="connsiteY1432" fmla="*/ 2419352 h 4115518"/>
              <a:gd name="connsiteX1433" fmla="*/ 2660800 w 6282234"/>
              <a:gd name="connsiteY1433" fmla="*/ 2419352 h 4115518"/>
              <a:gd name="connsiteX1434" fmla="*/ 2660800 w 6282234"/>
              <a:gd name="connsiteY1434" fmla="*/ 2422005 h 4115518"/>
              <a:gd name="connsiteX1435" fmla="*/ 2699236 w 6282234"/>
              <a:gd name="connsiteY1435" fmla="*/ 2411390 h 4115518"/>
              <a:gd name="connsiteX1436" fmla="*/ 2703144 w 6282234"/>
              <a:gd name="connsiteY1436" fmla="*/ 2411390 h 4115518"/>
              <a:gd name="connsiteX1437" fmla="*/ 2705750 w 6282234"/>
              <a:gd name="connsiteY1437" fmla="*/ 2414044 h 4115518"/>
              <a:gd name="connsiteX1438" fmla="*/ 2705750 w 6282234"/>
              <a:gd name="connsiteY1438" fmla="*/ 2416698 h 4115518"/>
              <a:gd name="connsiteX1439" fmla="*/ 2703144 w 6282234"/>
              <a:gd name="connsiteY1439" fmla="*/ 2419352 h 4115518"/>
              <a:gd name="connsiteX1440" fmla="*/ 2701841 w 6282234"/>
              <a:gd name="connsiteY1440" fmla="*/ 2419352 h 4115518"/>
              <a:gd name="connsiteX1441" fmla="*/ 2699236 w 6282234"/>
              <a:gd name="connsiteY1441" fmla="*/ 2416698 h 4115518"/>
              <a:gd name="connsiteX1442" fmla="*/ 2696630 w 6282234"/>
              <a:gd name="connsiteY1442" fmla="*/ 2416698 h 4115518"/>
              <a:gd name="connsiteX1443" fmla="*/ 2699236 w 6282234"/>
              <a:gd name="connsiteY1443" fmla="*/ 2414044 h 4115518"/>
              <a:gd name="connsiteX1444" fmla="*/ 2672526 w 6282234"/>
              <a:gd name="connsiteY1444" fmla="*/ 2410063 h 4115518"/>
              <a:gd name="connsiteX1445" fmla="*/ 2675458 w 6282234"/>
              <a:gd name="connsiteY1445" fmla="*/ 2411390 h 4115518"/>
              <a:gd name="connsiteX1446" fmla="*/ 2675458 w 6282234"/>
              <a:gd name="connsiteY1446" fmla="*/ 2414044 h 4115518"/>
              <a:gd name="connsiteX1447" fmla="*/ 2672526 w 6282234"/>
              <a:gd name="connsiteY1447" fmla="*/ 2414044 h 4115518"/>
              <a:gd name="connsiteX1448" fmla="*/ 2669920 w 6282234"/>
              <a:gd name="connsiteY1448" fmla="*/ 2411390 h 4115518"/>
              <a:gd name="connsiteX1449" fmla="*/ 2672526 w 6282234"/>
              <a:gd name="connsiteY1449" fmla="*/ 2411390 h 4115518"/>
              <a:gd name="connsiteX1450" fmla="*/ 2689790 w 6282234"/>
              <a:gd name="connsiteY1450" fmla="*/ 2401770 h 4115518"/>
              <a:gd name="connsiteX1451" fmla="*/ 2691092 w 6282234"/>
              <a:gd name="connsiteY1451" fmla="*/ 2401770 h 4115518"/>
              <a:gd name="connsiteX1452" fmla="*/ 2691092 w 6282234"/>
              <a:gd name="connsiteY1452" fmla="*/ 2404424 h 4115518"/>
              <a:gd name="connsiteX1453" fmla="*/ 2689790 w 6282234"/>
              <a:gd name="connsiteY1453" fmla="*/ 2404424 h 4115518"/>
              <a:gd name="connsiteX1454" fmla="*/ 2689790 w 6282234"/>
              <a:gd name="connsiteY1454" fmla="*/ 2407077 h 4115518"/>
              <a:gd name="connsiteX1455" fmla="*/ 2687183 w 6282234"/>
              <a:gd name="connsiteY1455" fmla="*/ 2411390 h 4115518"/>
              <a:gd name="connsiteX1456" fmla="*/ 2684578 w 6282234"/>
              <a:gd name="connsiteY1456" fmla="*/ 2414044 h 4115518"/>
              <a:gd name="connsiteX1457" fmla="*/ 2681972 w 6282234"/>
              <a:gd name="connsiteY1457" fmla="*/ 2414044 h 4115518"/>
              <a:gd name="connsiteX1458" fmla="*/ 2679367 w 6282234"/>
              <a:gd name="connsiteY1458" fmla="*/ 2410063 h 4115518"/>
              <a:gd name="connsiteX1459" fmla="*/ 2679367 w 6282234"/>
              <a:gd name="connsiteY1459" fmla="*/ 2407077 h 4115518"/>
              <a:gd name="connsiteX1460" fmla="*/ 2681972 w 6282234"/>
              <a:gd name="connsiteY1460" fmla="*/ 2407077 h 4115518"/>
              <a:gd name="connsiteX1461" fmla="*/ 2687183 w 6282234"/>
              <a:gd name="connsiteY1461" fmla="*/ 2407077 h 4115518"/>
              <a:gd name="connsiteX1462" fmla="*/ 2687183 w 6282234"/>
              <a:gd name="connsiteY1462" fmla="*/ 2404424 h 4115518"/>
              <a:gd name="connsiteX1463" fmla="*/ 2729529 w 6282234"/>
              <a:gd name="connsiteY1463" fmla="*/ 2399115 h 4115518"/>
              <a:gd name="connsiteX1464" fmla="*/ 2732134 w 6282234"/>
              <a:gd name="connsiteY1464" fmla="*/ 2399115 h 4115518"/>
              <a:gd name="connsiteX1465" fmla="*/ 2732134 w 6282234"/>
              <a:gd name="connsiteY1465" fmla="*/ 2401770 h 4115518"/>
              <a:gd name="connsiteX1466" fmla="*/ 2732134 w 6282234"/>
              <a:gd name="connsiteY1466" fmla="*/ 2407077 h 4115518"/>
              <a:gd name="connsiteX1467" fmla="*/ 2729529 w 6282234"/>
              <a:gd name="connsiteY1467" fmla="*/ 2410063 h 4115518"/>
              <a:gd name="connsiteX1468" fmla="*/ 2725619 w 6282234"/>
              <a:gd name="connsiteY1468" fmla="*/ 2411390 h 4115518"/>
              <a:gd name="connsiteX1469" fmla="*/ 2723014 w 6282234"/>
              <a:gd name="connsiteY1469" fmla="*/ 2414044 h 4115518"/>
              <a:gd name="connsiteX1470" fmla="*/ 2723014 w 6282234"/>
              <a:gd name="connsiteY1470" fmla="*/ 2411390 h 4115518"/>
              <a:gd name="connsiteX1471" fmla="*/ 2725619 w 6282234"/>
              <a:gd name="connsiteY1471" fmla="*/ 2410063 h 4115518"/>
              <a:gd name="connsiteX1472" fmla="*/ 2725619 w 6282234"/>
              <a:gd name="connsiteY1472" fmla="*/ 2407077 h 4115518"/>
              <a:gd name="connsiteX1473" fmla="*/ 2726922 w 6282234"/>
              <a:gd name="connsiteY1473" fmla="*/ 2404424 h 4115518"/>
              <a:gd name="connsiteX1474" fmla="*/ 2726922 w 6282234"/>
              <a:gd name="connsiteY1474" fmla="*/ 2401770 h 4115518"/>
              <a:gd name="connsiteX1475" fmla="*/ 2660800 w 6282234"/>
              <a:gd name="connsiteY1475" fmla="*/ 2397789 h 4115518"/>
              <a:gd name="connsiteX1476" fmla="*/ 2663406 w 6282234"/>
              <a:gd name="connsiteY1476" fmla="*/ 2397789 h 4115518"/>
              <a:gd name="connsiteX1477" fmla="*/ 2666012 w 6282234"/>
              <a:gd name="connsiteY1477" fmla="*/ 2399115 h 4115518"/>
              <a:gd name="connsiteX1478" fmla="*/ 2663406 w 6282234"/>
              <a:gd name="connsiteY1478" fmla="*/ 2401770 h 4115518"/>
              <a:gd name="connsiteX1479" fmla="*/ 2663406 w 6282234"/>
              <a:gd name="connsiteY1479" fmla="*/ 2404424 h 4115518"/>
              <a:gd name="connsiteX1480" fmla="*/ 2660800 w 6282234"/>
              <a:gd name="connsiteY1480" fmla="*/ 2399115 h 4115518"/>
              <a:gd name="connsiteX1481" fmla="*/ 2738974 w 6282234"/>
              <a:gd name="connsiteY1481" fmla="*/ 2389827 h 4115518"/>
              <a:gd name="connsiteX1482" fmla="*/ 2738974 w 6282234"/>
              <a:gd name="connsiteY1482" fmla="*/ 2395135 h 4115518"/>
              <a:gd name="connsiteX1483" fmla="*/ 2737346 w 6282234"/>
              <a:gd name="connsiteY1483" fmla="*/ 2395135 h 4115518"/>
              <a:gd name="connsiteX1484" fmla="*/ 2734740 w 6282234"/>
              <a:gd name="connsiteY1484" fmla="*/ 2397789 h 4115518"/>
              <a:gd name="connsiteX1485" fmla="*/ 2732134 w 6282234"/>
              <a:gd name="connsiteY1485" fmla="*/ 2397789 h 4115518"/>
              <a:gd name="connsiteX1486" fmla="*/ 2732134 w 6282234"/>
              <a:gd name="connsiteY1486" fmla="*/ 2395135 h 4115518"/>
              <a:gd name="connsiteX1487" fmla="*/ 2734740 w 6282234"/>
              <a:gd name="connsiteY1487" fmla="*/ 2392482 h 4115518"/>
              <a:gd name="connsiteX1488" fmla="*/ 2737346 w 6282234"/>
              <a:gd name="connsiteY1488" fmla="*/ 2392482 h 4115518"/>
              <a:gd name="connsiteX1489" fmla="*/ 1017181 w 6282234"/>
              <a:gd name="connsiteY1489" fmla="*/ 2389827 h 4115518"/>
              <a:gd name="connsiteX1490" fmla="*/ 1022066 w 6282234"/>
              <a:gd name="connsiteY1490" fmla="*/ 2392482 h 4115518"/>
              <a:gd name="connsiteX1491" fmla="*/ 1019461 w 6282234"/>
              <a:gd name="connsiteY1491" fmla="*/ 2399115 h 4115518"/>
              <a:gd name="connsiteX1492" fmla="*/ 1014901 w 6282234"/>
              <a:gd name="connsiteY1492" fmla="*/ 2397789 h 4115518"/>
              <a:gd name="connsiteX1493" fmla="*/ 1845505 w 6282234"/>
              <a:gd name="connsiteY1493" fmla="*/ 2325138 h 4115518"/>
              <a:gd name="connsiteX1494" fmla="*/ 1848110 w 6282234"/>
              <a:gd name="connsiteY1494" fmla="*/ 2325138 h 4115518"/>
              <a:gd name="connsiteX1495" fmla="*/ 1845505 w 6282234"/>
              <a:gd name="connsiteY1495" fmla="*/ 2327793 h 4115518"/>
              <a:gd name="connsiteX1496" fmla="*/ 2672526 w 6282234"/>
              <a:gd name="connsiteY1496" fmla="*/ 2315518 h 4115518"/>
              <a:gd name="connsiteX1497" fmla="*/ 2675458 w 6282234"/>
              <a:gd name="connsiteY1497" fmla="*/ 2315518 h 4115518"/>
              <a:gd name="connsiteX1498" fmla="*/ 2679367 w 6282234"/>
              <a:gd name="connsiteY1498" fmla="*/ 2315518 h 4115518"/>
              <a:gd name="connsiteX1499" fmla="*/ 2681972 w 6282234"/>
              <a:gd name="connsiteY1499" fmla="*/ 2316845 h 4115518"/>
              <a:gd name="connsiteX1500" fmla="*/ 2679367 w 6282234"/>
              <a:gd name="connsiteY1500" fmla="*/ 2319499 h 4115518"/>
              <a:gd name="connsiteX1501" fmla="*/ 2678063 w 6282234"/>
              <a:gd name="connsiteY1501" fmla="*/ 2319499 h 4115518"/>
              <a:gd name="connsiteX1502" fmla="*/ 2675458 w 6282234"/>
              <a:gd name="connsiteY1502" fmla="*/ 2316845 h 4115518"/>
              <a:gd name="connsiteX1503" fmla="*/ 2672526 w 6282234"/>
              <a:gd name="connsiteY1503" fmla="*/ 2316845 h 4115518"/>
              <a:gd name="connsiteX1504" fmla="*/ 5246422 w 6282234"/>
              <a:gd name="connsiteY1504" fmla="*/ 2291301 h 4115518"/>
              <a:gd name="connsiteX1505" fmla="*/ 5252936 w 6282234"/>
              <a:gd name="connsiteY1505" fmla="*/ 2297936 h 4115518"/>
              <a:gd name="connsiteX1506" fmla="*/ 5262709 w 6282234"/>
              <a:gd name="connsiteY1506" fmla="*/ 2300591 h 4115518"/>
              <a:gd name="connsiteX1507" fmla="*/ 5269223 w 6282234"/>
              <a:gd name="connsiteY1507" fmla="*/ 2312864 h 4115518"/>
              <a:gd name="connsiteX1508" fmla="*/ 5262709 w 6282234"/>
              <a:gd name="connsiteY1508" fmla="*/ 2322153 h 4115518"/>
              <a:gd name="connsiteX1509" fmla="*/ 5256194 w 6282234"/>
              <a:gd name="connsiteY1509" fmla="*/ 2346701 h 4115518"/>
              <a:gd name="connsiteX1510" fmla="*/ 5249679 w 6282234"/>
              <a:gd name="connsiteY1510" fmla="*/ 2352010 h 4115518"/>
              <a:gd name="connsiteX1511" fmla="*/ 5246422 w 6282234"/>
              <a:gd name="connsiteY1511" fmla="*/ 2341062 h 4115518"/>
              <a:gd name="connsiteX1512" fmla="*/ 5236649 w 6282234"/>
              <a:gd name="connsiteY1512" fmla="*/ 2331773 h 4115518"/>
              <a:gd name="connsiteX1513" fmla="*/ 5243165 w 6282234"/>
              <a:gd name="connsiteY1513" fmla="*/ 2325138 h 4115518"/>
              <a:gd name="connsiteX1514" fmla="*/ 5243165 w 6282234"/>
              <a:gd name="connsiteY1514" fmla="*/ 2315518 h 4115518"/>
              <a:gd name="connsiteX1515" fmla="*/ 5226878 w 6282234"/>
              <a:gd name="connsiteY1515" fmla="*/ 2319499 h 4115518"/>
              <a:gd name="connsiteX1516" fmla="*/ 5226878 w 6282234"/>
              <a:gd name="connsiteY1516" fmla="*/ 2307556 h 4115518"/>
              <a:gd name="connsiteX1517" fmla="*/ 5305053 w 6282234"/>
              <a:gd name="connsiteY1517" fmla="*/ 2280686 h 4115518"/>
              <a:gd name="connsiteX1518" fmla="*/ 5318081 w 6282234"/>
              <a:gd name="connsiteY1518" fmla="*/ 2292629 h 4115518"/>
              <a:gd name="connsiteX1519" fmla="*/ 5288767 w 6282234"/>
              <a:gd name="connsiteY1519" fmla="*/ 2304903 h 4115518"/>
              <a:gd name="connsiteX1520" fmla="*/ 5278995 w 6282234"/>
              <a:gd name="connsiteY1520" fmla="*/ 2316845 h 4115518"/>
              <a:gd name="connsiteX1521" fmla="*/ 5278995 w 6282234"/>
              <a:gd name="connsiteY1521" fmla="*/ 2304903 h 4115518"/>
              <a:gd name="connsiteX1522" fmla="*/ 5282252 w 6282234"/>
              <a:gd name="connsiteY1522" fmla="*/ 2288648 h 4115518"/>
              <a:gd name="connsiteX1523" fmla="*/ 5295281 w 6282234"/>
              <a:gd name="connsiteY1523" fmla="*/ 2291301 h 4115518"/>
              <a:gd name="connsiteX1524" fmla="*/ 3562412 w 6282234"/>
              <a:gd name="connsiteY1524" fmla="*/ 2259124 h 4115518"/>
              <a:gd name="connsiteX1525" fmla="*/ 3555897 w 6282234"/>
              <a:gd name="connsiteY1525" fmla="*/ 2273719 h 4115518"/>
              <a:gd name="connsiteX1526" fmla="*/ 3552641 w 6282234"/>
              <a:gd name="connsiteY1526" fmla="*/ 2276374 h 4115518"/>
              <a:gd name="connsiteX1527" fmla="*/ 3542869 w 6282234"/>
              <a:gd name="connsiteY1527" fmla="*/ 2276374 h 4115518"/>
              <a:gd name="connsiteX1528" fmla="*/ 3533097 w 6282234"/>
              <a:gd name="connsiteY1528" fmla="*/ 2268412 h 4115518"/>
              <a:gd name="connsiteX1529" fmla="*/ 3546126 w 6282234"/>
              <a:gd name="connsiteY1529" fmla="*/ 2261777 h 4115518"/>
              <a:gd name="connsiteX1530" fmla="*/ 3383262 w 6282234"/>
              <a:gd name="connsiteY1530" fmla="*/ 2256137 h 4115518"/>
              <a:gd name="connsiteX1531" fmla="*/ 3393034 w 6282234"/>
              <a:gd name="connsiteY1531" fmla="*/ 2256137 h 4115518"/>
              <a:gd name="connsiteX1532" fmla="*/ 3393034 w 6282234"/>
              <a:gd name="connsiteY1532" fmla="*/ 2261777 h 4115518"/>
              <a:gd name="connsiteX1533" fmla="*/ 3419093 w 6282234"/>
              <a:gd name="connsiteY1533" fmla="*/ 2261777 h 4115518"/>
              <a:gd name="connsiteX1534" fmla="*/ 3419093 w 6282234"/>
              <a:gd name="connsiteY1534" fmla="*/ 2267084 h 4115518"/>
              <a:gd name="connsiteX1535" fmla="*/ 3402807 w 6282234"/>
              <a:gd name="connsiteY1535" fmla="*/ 2268412 h 4115518"/>
              <a:gd name="connsiteX1536" fmla="*/ 3396292 w 6282234"/>
              <a:gd name="connsiteY1536" fmla="*/ 2264431 h 4115518"/>
              <a:gd name="connsiteX1537" fmla="*/ 3383262 w 6282234"/>
              <a:gd name="connsiteY1537" fmla="*/ 2264431 h 4115518"/>
              <a:gd name="connsiteX1538" fmla="*/ 2535069 w 6282234"/>
              <a:gd name="connsiteY1538" fmla="*/ 2225286 h 4115518"/>
              <a:gd name="connsiteX1539" fmla="*/ 2536372 w 6282234"/>
              <a:gd name="connsiteY1539" fmla="*/ 2225286 h 4115518"/>
              <a:gd name="connsiteX1540" fmla="*/ 2536372 w 6282234"/>
              <a:gd name="connsiteY1540" fmla="*/ 2227940 h 4115518"/>
              <a:gd name="connsiteX1541" fmla="*/ 2523017 w 6282234"/>
              <a:gd name="connsiteY1541" fmla="*/ 2206377 h 4115518"/>
              <a:gd name="connsiteX1542" fmla="*/ 2524320 w 6282234"/>
              <a:gd name="connsiteY1542" fmla="*/ 2206377 h 4115518"/>
              <a:gd name="connsiteX1543" fmla="*/ 2529857 w 6282234"/>
              <a:gd name="connsiteY1543" fmla="*/ 2206377 h 4115518"/>
              <a:gd name="connsiteX1544" fmla="*/ 2532463 w 6282234"/>
              <a:gd name="connsiteY1544" fmla="*/ 2206377 h 4115518"/>
              <a:gd name="connsiteX1545" fmla="*/ 2535069 w 6282234"/>
              <a:gd name="connsiteY1545" fmla="*/ 2206377 h 4115518"/>
              <a:gd name="connsiteX1546" fmla="*/ 2535069 w 6282234"/>
              <a:gd name="connsiteY1546" fmla="*/ 2207704 h 4115518"/>
              <a:gd name="connsiteX1547" fmla="*/ 2529857 w 6282234"/>
              <a:gd name="connsiteY1547" fmla="*/ 2207704 h 4115518"/>
              <a:gd name="connsiteX1548" fmla="*/ 2524320 w 6282234"/>
              <a:gd name="connsiteY1548" fmla="*/ 2207704 h 4115518"/>
              <a:gd name="connsiteX1549" fmla="*/ 3243200 w 6282234"/>
              <a:gd name="connsiteY1549" fmla="*/ 2195762 h 4115518"/>
              <a:gd name="connsiteX1550" fmla="*/ 3236685 w 6282234"/>
              <a:gd name="connsiteY1550" fmla="*/ 2218652 h 4115518"/>
              <a:gd name="connsiteX1551" fmla="*/ 3239943 w 6282234"/>
              <a:gd name="connsiteY1551" fmla="*/ 2225286 h 4115518"/>
              <a:gd name="connsiteX1552" fmla="*/ 3236685 w 6282234"/>
              <a:gd name="connsiteY1552" fmla="*/ 2231921 h 4115518"/>
              <a:gd name="connsiteX1553" fmla="*/ 3223657 w 6282234"/>
              <a:gd name="connsiteY1553" fmla="*/ 2227940 h 4115518"/>
              <a:gd name="connsiteX1554" fmla="*/ 3187826 w 6282234"/>
              <a:gd name="connsiteY1554" fmla="*/ 2207704 h 4115518"/>
              <a:gd name="connsiteX1555" fmla="*/ 3194341 w 6282234"/>
              <a:gd name="connsiteY1555" fmla="*/ 2198415 h 4115518"/>
              <a:gd name="connsiteX1556" fmla="*/ 3200855 w 6282234"/>
              <a:gd name="connsiteY1556" fmla="*/ 2198415 h 4115518"/>
              <a:gd name="connsiteX1557" fmla="*/ 3210627 w 6282234"/>
              <a:gd name="connsiteY1557" fmla="*/ 2203723 h 4115518"/>
              <a:gd name="connsiteX1558" fmla="*/ 3236685 w 6282234"/>
              <a:gd name="connsiteY1558" fmla="*/ 2201070 h 4115518"/>
              <a:gd name="connsiteX1559" fmla="*/ 2476764 w 6282234"/>
              <a:gd name="connsiteY1559" fmla="*/ 2191449 h 4115518"/>
              <a:gd name="connsiteX1560" fmla="*/ 2479370 w 6282234"/>
              <a:gd name="connsiteY1560" fmla="*/ 2191449 h 4115518"/>
              <a:gd name="connsiteX1561" fmla="*/ 2481975 w 6282234"/>
              <a:gd name="connsiteY1561" fmla="*/ 2191449 h 4115518"/>
              <a:gd name="connsiteX1562" fmla="*/ 2484581 w 6282234"/>
              <a:gd name="connsiteY1562" fmla="*/ 2194435 h 4115518"/>
              <a:gd name="connsiteX1563" fmla="*/ 2481975 w 6282234"/>
              <a:gd name="connsiteY1563" fmla="*/ 2194435 h 4115518"/>
              <a:gd name="connsiteX1564" fmla="*/ 2479370 w 6282234"/>
              <a:gd name="connsiteY1564" fmla="*/ 2194435 h 4115518"/>
              <a:gd name="connsiteX1565" fmla="*/ 2476764 w 6282234"/>
              <a:gd name="connsiteY1565" fmla="*/ 2194435 h 4115518"/>
              <a:gd name="connsiteX1566" fmla="*/ 2470250 w 6282234"/>
              <a:gd name="connsiteY1566" fmla="*/ 2188795 h 4115518"/>
              <a:gd name="connsiteX1567" fmla="*/ 2472855 w 6282234"/>
              <a:gd name="connsiteY1567" fmla="*/ 2188795 h 4115518"/>
              <a:gd name="connsiteX1568" fmla="*/ 2475461 w 6282234"/>
              <a:gd name="connsiteY1568" fmla="*/ 2188795 h 4115518"/>
              <a:gd name="connsiteX1569" fmla="*/ 2475461 w 6282234"/>
              <a:gd name="connsiteY1569" fmla="*/ 2191449 h 4115518"/>
              <a:gd name="connsiteX1570" fmla="*/ 2472855 w 6282234"/>
              <a:gd name="connsiteY1570" fmla="*/ 2191449 h 4115518"/>
              <a:gd name="connsiteX1571" fmla="*/ 2996951 w 6282234"/>
              <a:gd name="connsiteY1571" fmla="*/ 2186142 h 4115518"/>
              <a:gd name="connsiteX1572" fmla="*/ 2999556 w 6282234"/>
              <a:gd name="connsiteY1572" fmla="*/ 2186142 h 4115518"/>
              <a:gd name="connsiteX1573" fmla="*/ 2996951 w 6282234"/>
              <a:gd name="connsiteY1573" fmla="*/ 2188795 h 4115518"/>
              <a:gd name="connsiteX1574" fmla="*/ 2479370 w 6282234"/>
              <a:gd name="connsiteY1574" fmla="*/ 2186142 h 4115518"/>
              <a:gd name="connsiteX1575" fmla="*/ 2488816 w 6282234"/>
              <a:gd name="connsiteY1575" fmla="*/ 2191449 h 4115518"/>
              <a:gd name="connsiteX1576" fmla="*/ 2481975 w 6282234"/>
              <a:gd name="connsiteY1576" fmla="*/ 2188795 h 4115518"/>
              <a:gd name="connsiteX1577" fmla="*/ 2499239 w 6282234"/>
              <a:gd name="connsiteY1577" fmla="*/ 2183487 h 4115518"/>
              <a:gd name="connsiteX1578" fmla="*/ 2500542 w 6282234"/>
              <a:gd name="connsiteY1578" fmla="*/ 2186142 h 4115518"/>
              <a:gd name="connsiteX1579" fmla="*/ 2503148 w 6282234"/>
              <a:gd name="connsiteY1579" fmla="*/ 2186142 h 4115518"/>
              <a:gd name="connsiteX1580" fmla="*/ 2500542 w 6282234"/>
              <a:gd name="connsiteY1580" fmla="*/ 2188795 h 4115518"/>
              <a:gd name="connsiteX1581" fmla="*/ 2496633 w 6282234"/>
              <a:gd name="connsiteY1581" fmla="*/ 2186142 h 4115518"/>
              <a:gd name="connsiteX1582" fmla="*/ 2999556 w 6282234"/>
              <a:gd name="connsiteY1582" fmla="*/ 2176853 h 4115518"/>
              <a:gd name="connsiteX1583" fmla="*/ 3000859 w 6282234"/>
              <a:gd name="connsiteY1583" fmla="*/ 2179507 h 4115518"/>
              <a:gd name="connsiteX1584" fmla="*/ 2996951 w 6282234"/>
              <a:gd name="connsiteY1584" fmla="*/ 2183487 h 4115518"/>
              <a:gd name="connsiteX1585" fmla="*/ 2994344 w 6282234"/>
              <a:gd name="connsiteY1585" fmla="*/ 2182160 h 4115518"/>
              <a:gd name="connsiteX1586" fmla="*/ 2994344 w 6282234"/>
              <a:gd name="connsiteY1586" fmla="*/ 2179507 h 4115518"/>
              <a:gd name="connsiteX1587" fmla="*/ 2996951 w 6282234"/>
              <a:gd name="connsiteY1587" fmla="*/ 2179507 h 4115518"/>
              <a:gd name="connsiteX1588" fmla="*/ 2429208 w 6282234"/>
              <a:gd name="connsiteY1588" fmla="*/ 2167232 h 4115518"/>
              <a:gd name="connsiteX1589" fmla="*/ 2431814 w 6282234"/>
              <a:gd name="connsiteY1589" fmla="*/ 2169886 h 4115518"/>
              <a:gd name="connsiteX1590" fmla="*/ 2431814 w 6282234"/>
              <a:gd name="connsiteY1590" fmla="*/ 2171213 h 4115518"/>
              <a:gd name="connsiteX1591" fmla="*/ 2429208 w 6282234"/>
              <a:gd name="connsiteY1591" fmla="*/ 2171213 h 4115518"/>
              <a:gd name="connsiteX1592" fmla="*/ 2429208 w 6282234"/>
              <a:gd name="connsiteY1592" fmla="*/ 2169886 h 4115518"/>
              <a:gd name="connsiteX1593" fmla="*/ 3020729 w 6282234"/>
              <a:gd name="connsiteY1593" fmla="*/ 2159270 h 4115518"/>
              <a:gd name="connsiteX1594" fmla="*/ 3024637 w 6282234"/>
              <a:gd name="connsiteY1594" fmla="*/ 2159270 h 4115518"/>
              <a:gd name="connsiteX1595" fmla="*/ 3027243 w 6282234"/>
              <a:gd name="connsiteY1595" fmla="*/ 2161925 h 4115518"/>
              <a:gd name="connsiteX1596" fmla="*/ 3029849 w 6282234"/>
              <a:gd name="connsiteY1596" fmla="*/ 2161925 h 4115518"/>
              <a:gd name="connsiteX1597" fmla="*/ 3032780 w 6282234"/>
              <a:gd name="connsiteY1597" fmla="*/ 2161925 h 4115518"/>
              <a:gd name="connsiteX1598" fmla="*/ 3032780 w 6282234"/>
              <a:gd name="connsiteY1598" fmla="*/ 2164578 h 4115518"/>
              <a:gd name="connsiteX1599" fmla="*/ 3032780 w 6282234"/>
              <a:gd name="connsiteY1599" fmla="*/ 2167232 h 4115518"/>
              <a:gd name="connsiteX1600" fmla="*/ 3029849 w 6282234"/>
              <a:gd name="connsiteY1600" fmla="*/ 2167232 h 4115518"/>
              <a:gd name="connsiteX1601" fmla="*/ 3029849 w 6282234"/>
              <a:gd name="connsiteY1601" fmla="*/ 2171213 h 4115518"/>
              <a:gd name="connsiteX1602" fmla="*/ 3024637 w 6282234"/>
              <a:gd name="connsiteY1602" fmla="*/ 2174198 h 4115518"/>
              <a:gd name="connsiteX1603" fmla="*/ 3024637 w 6282234"/>
              <a:gd name="connsiteY1603" fmla="*/ 2171213 h 4115518"/>
              <a:gd name="connsiteX1604" fmla="*/ 3020729 w 6282234"/>
              <a:gd name="connsiteY1604" fmla="*/ 2171213 h 4115518"/>
              <a:gd name="connsiteX1605" fmla="*/ 3020729 w 6282234"/>
              <a:gd name="connsiteY1605" fmla="*/ 2167232 h 4115518"/>
              <a:gd name="connsiteX1606" fmla="*/ 3018122 w 6282234"/>
              <a:gd name="connsiteY1606" fmla="*/ 2167232 h 4115518"/>
              <a:gd name="connsiteX1607" fmla="*/ 3012911 w 6282234"/>
              <a:gd name="connsiteY1607" fmla="*/ 2167232 h 4115518"/>
              <a:gd name="connsiteX1608" fmla="*/ 3039295 w 6282234"/>
              <a:gd name="connsiteY1608" fmla="*/ 2155290 h 4115518"/>
              <a:gd name="connsiteX1609" fmla="*/ 3044506 w 6282234"/>
              <a:gd name="connsiteY1609" fmla="*/ 2155290 h 4115518"/>
              <a:gd name="connsiteX1610" fmla="*/ 3047112 w 6282234"/>
              <a:gd name="connsiteY1610" fmla="*/ 2157943 h 4115518"/>
              <a:gd name="connsiteX1611" fmla="*/ 3047112 w 6282234"/>
              <a:gd name="connsiteY1611" fmla="*/ 2159270 h 4115518"/>
              <a:gd name="connsiteX1612" fmla="*/ 3047112 w 6282234"/>
              <a:gd name="connsiteY1612" fmla="*/ 2161925 h 4115518"/>
              <a:gd name="connsiteX1613" fmla="*/ 3041900 w 6282234"/>
              <a:gd name="connsiteY1613" fmla="*/ 2159270 h 4115518"/>
              <a:gd name="connsiteX1614" fmla="*/ 3039295 w 6282234"/>
              <a:gd name="connsiteY1614" fmla="*/ 2159270 h 4115518"/>
              <a:gd name="connsiteX1615" fmla="*/ 3039295 w 6282234"/>
              <a:gd name="connsiteY1615" fmla="*/ 2157943 h 4115518"/>
              <a:gd name="connsiteX1616" fmla="*/ 5419057 w 6282234"/>
              <a:gd name="connsiteY1616" fmla="*/ 2131073 h 4115518"/>
              <a:gd name="connsiteX1617" fmla="*/ 5432087 w 6282234"/>
              <a:gd name="connsiteY1617" fmla="*/ 2140361 h 4115518"/>
              <a:gd name="connsiteX1618" fmla="*/ 5438601 w 6282234"/>
              <a:gd name="connsiteY1618" fmla="*/ 2149650 h 4115518"/>
              <a:gd name="connsiteX1619" fmla="*/ 5441859 w 6282234"/>
              <a:gd name="connsiteY1619" fmla="*/ 2167232 h 4115518"/>
              <a:gd name="connsiteX1620" fmla="*/ 5435343 w 6282234"/>
              <a:gd name="connsiteY1620" fmla="*/ 2179507 h 4115518"/>
              <a:gd name="connsiteX1621" fmla="*/ 5432087 w 6282234"/>
              <a:gd name="connsiteY1621" fmla="*/ 2194435 h 4115518"/>
              <a:gd name="connsiteX1622" fmla="*/ 5425572 w 6282234"/>
              <a:gd name="connsiteY1622" fmla="*/ 2195762 h 4115518"/>
              <a:gd name="connsiteX1623" fmla="*/ 5425572 w 6282234"/>
              <a:gd name="connsiteY1623" fmla="*/ 2225286 h 4115518"/>
              <a:gd name="connsiteX1624" fmla="*/ 5419057 w 6282234"/>
              <a:gd name="connsiteY1624" fmla="*/ 2234575 h 4115518"/>
              <a:gd name="connsiteX1625" fmla="*/ 5419057 w 6282234"/>
              <a:gd name="connsiteY1625" fmla="*/ 2244195 h 4115518"/>
              <a:gd name="connsiteX1626" fmla="*/ 5422314 w 6282234"/>
              <a:gd name="connsiteY1626" fmla="*/ 2252157 h 4115518"/>
              <a:gd name="connsiteX1627" fmla="*/ 5415801 w 6282234"/>
              <a:gd name="connsiteY1627" fmla="*/ 2264431 h 4115518"/>
              <a:gd name="connsiteX1628" fmla="*/ 5402771 w 6282234"/>
              <a:gd name="connsiteY1628" fmla="*/ 2268412 h 4115518"/>
              <a:gd name="connsiteX1629" fmla="*/ 5399514 w 6282234"/>
              <a:gd name="connsiteY1629" fmla="*/ 2261777 h 4115518"/>
              <a:gd name="connsiteX1630" fmla="*/ 5392999 w 6282234"/>
              <a:gd name="connsiteY1630" fmla="*/ 2267084 h 4115518"/>
              <a:gd name="connsiteX1631" fmla="*/ 5383228 w 6282234"/>
              <a:gd name="connsiteY1631" fmla="*/ 2267084 h 4115518"/>
              <a:gd name="connsiteX1632" fmla="*/ 5376713 w 6282234"/>
              <a:gd name="connsiteY1632" fmla="*/ 2279027 h 4115518"/>
              <a:gd name="connsiteX1633" fmla="*/ 5360427 w 6282234"/>
              <a:gd name="connsiteY1633" fmla="*/ 2276374 h 4115518"/>
              <a:gd name="connsiteX1634" fmla="*/ 5344141 w 6282234"/>
              <a:gd name="connsiteY1634" fmla="*/ 2288648 h 4115518"/>
              <a:gd name="connsiteX1635" fmla="*/ 5334367 w 6282234"/>
              <a:gd name="connsiteY1635" fmla="*/ 2303576 h 4115518"/>
              <a:gd name="connsiteX1636" fmla="*/ 5321339 w 6282234"/>
              <a:gd name="connsiteY1636" fmla="*/ 2292629 h 4115518"/>
              <a:gd name="connsiteX1637" fmla="*/ 5321339 w 6282234"/>
              <a:gd name="connsiteY1637" fmla="*/ 2285994 h 4115518"/>
              <a:gd name="connsiteX1638" fmla="*/ 5327854 w 6282234"/>
              <a:gd name="connsiteY1638" fmla="*/ 2279027 h 4115518"/>
              <a:gd name="connsiteX1639" fmla="*/ 5314825 w 6282234"/>
              <a:gd name="connsiteY1639" fmla="*/ 2273719 h 4115518"/>
              <a:gd name="connsiteX1640" fmla="*/ 5301795 w 6282234"/>
              <a:gd name="connsiteY1640" fmla="*/ 2280686 h 4115518"/>
              <a:gd name="connsiteX1641" fmla="*/ 5288767 w 6282234"/>
              <a:gd name="connsiteY1641" fmla="*/ 2283339 h 4115518"/>
              <a:gd name="connsiteX1642" fmla="*/ 5272480 w 6282234"/>
              <a:gd name="connsiteY1642" fmla="*/ 2285994 h 4115518"/>
              <a:gd name="connsiteX1643" fmla="*/ 5256194 w 6282234"/>
              <a:gd name="connsiteY1643" fmla="*/ 2291301 h 4115518"/>
              <a:gd name="connsiteX1644" fmla="*/ 5249679 w 6282234"/>
              <a:gd name="connsiteY1644" fmla="*/ 2283339 h 4115518"/>
              <a:gd name="connsiteX1645" fmla="*/ 5262709 w 6282234"/>
              <a:gd name="connsiteY1645" fmla="*/ 2276374 h 4115518"/>
              <a:gd name="connsiteX1646" fmla="*/ 5282252 w 6282234"/>
              <a:gd name="connsiteY1646" fmla="*/ 2259124 h 4115518"/>
              <a:gd name="connsiteX1647" fmla="*/ 5292023 w 6282234"/>
              <a:gd name="connsiteY1647" fmla="*/ 2259124 h 4115518"/>
              <a:gd name="connsiteX1648" fmla="*/ 5318081 w 6282234"/>
              <a:gd name="connsiteY1648" fmla="*/ 2254811 h 4115518"/>
              <a:gd name="connsiteX1649" fmla="*/ 5327854 w 6282234"/>
              <a:gd name="connsiteY1649" fmla="*/ 2259124 h 4115518"/>
              <a:gd name="connsiteX1650" fmla="*/ 5350654 w 6282234"/>
              <a:gd name="connsiteY1650" fmla="*/ 2231921 h 4115518"/>
              <a:gd name="connsiteX1651" fmla="*/ 5379970 w 6282234"/>
              <a:gd name="connsiteY1651" fmla="*/ 2219979 h 4115518"/>
              <a:gd name="connsiteX1652" fmla="*/ 5389741 w 6282234"/>
              <a:gd name="connsiteY1652" fmla="*/ 2207704 h 4115518"/>
              <a:gd name="connsiteX1653" fmla="*/ 5396257 w 6282234"/>
              <a:gd name="connsiteY1653" fmla="*/ 2198415 h 4115518"/>
              <a:gd name="connsiteX1654" fmla="*/ 5409286 w 6282234"/>
              <a:gd name="connsiteY1654" fmla="*/ 2167232 h 4115518"/>
              <a:gd name="connsiteX1655" fmla="*/ 5402771 w 6282234"/>
              <a:gd name="connsiteY1655" fmla="*/ 2143016 h 4115518"/>
              <a:gd name="connsiteX1656" fmla="*/ 3132452 w 6282234"/>
              <a:gd name="connsiteY1656" fmla="*/ 2128088 h 4115518"/>
              <a:gd name="connsiteX1657" fmla="*/ 3138967 w 6282234"/>
              <a:gd name="connsiteY1657" fmla="*/ 2131073 h 4115518"/>
              <a:gd name="connsiteX1658" fmla="*/ 3142224 w 6282234"/>
              <a:gd name="connsiteY1658" fmla="*/ 2145670 h 4115518"/>
              <a:gd name="connsiteX1659" fmla="*/ 3142224 w 6282234"/>
              <a:gd name="connsiteY1659" fmla="*/ 2157943 h 4115518"/>
              <a:gd name="connsiteX1660" fmla="*/ 3138967 w 6282234"/>
              <a:gd name="connsiteY1660" fmla="*/ 2176853 h 4115518"/>
              <a:gd name="connsiteX1661" fmla="*/ 3122681 w 6282234"/>
              <a:gd name="connsiteY1661" fmla="*/ 2182160 h 4115518"/>
              <a:gd name="connsiteX1662" fmla="*/ 3116166 w 6282234"/>
              <a:gd name="connsiteY1662" fmla="*/ 2174198 h 4115518"/>
              <a:gd name="connsiteX1663" fmla="*/ 3119424 w 6282234"/>
              <a:gd name="connsiteY1663" fmla="*/ 2149650 h 4115518"/>
              <a:gd name="connsiteX1664" fmla="*/ 3112909 w 6282234"/>
              <a:gd name="connsiteY1664" fmla="*/ 2140361 h 4115518"/>
              <a:gd name="connsiteX1665" fmla="*/ 3125937 w 6282234"/>
              <a:gd name="connsiteY1665" fmla="*/ 2135054 h 4115518"/>
              <a:gd name="connsiteX1666" fmla="*/ 3353947 w 6282234"/>
              <a:gd name="connsiteY1666" fmla="*/ 2101216 h 4115518"/>
              <a:gd name="connsiteX1667" fmla="*/ 3347433 w 6282234"/>
              <a:gd name="connsiteY1667" fmla="*/ 2103871 h 4115518"/>
              <a:gd name="connsiteX1668" fmla="*/ 3334403 w 6282234"/>
              <a:gd name="connsiteY1668" fmla="*/ 2109510 h 4115518"/>
              <a:gd name="connsiteX1669" fmla="*/ 3132452 w 6282234"/>
              <a:gd name="connsiteY1669" fmla="*/ 2091928 h 4115518"/>
              <a:gd name="connsiteX1670" fmla="*/ 3135710 w 6282234"/>
              <a:gd name="connsiteY1670" fmla="*/ 2094582 h 4115518"/>
              <a:gd name="connsiteX1671" fmla="*/ 3138967 w 6282234"/>
              <a:gd name="connsiteY1671" fmla="*/ 2106524 h 4115518"/>
              <a:gd name="connsiteX1672" fmla="*/ 3132452 w 6282234"/>
              <a:gd name="connsiteY1672" fmla="*/ 2125433 h 4115518"/>
              <a:gd name="connsiteX1673" fmla="*/ 3125937 w 6282234"/>
              <a:gd name="connsiteY1673" fmla="*/ 2121453 h 4115518"/>
              <a:gd name="connsiteX1674" fmla="*/ 3122681 w 6282234"/>
              <a:gd name="connsiteY1674" fmla="*/ 2110838 h 4115518"/>
              <a:gd name="connsiteX1675" fmla="*/ 3122681 w 6282234"/>
              <a:gd name="connsiteY1675" fmla="*/ 2101216 h 4115518"/>
              <a:gd name="connsiteX1676" fmla="*/ 5441859 w 6282234"/>
              <a:gd name="connsiteY1676" fmla="*/ 2024586 h 4115518"/>
              <a:gd name="connsiteX1677" fmla="*/ 5461401 w 6282234"/>
              <a:gd name="connsiteY1677" fmla="*/ 2048802 h 4115518"/>
              <a:gd name="connsiteX1678" fmla="*/ 5474431 w 6282234"/>
              <a:gd name="connsiteY1678" fmla="*/ 2060744 h 4115518"/>
              <a:gd name="connsiteX1679" fmla="*/ 5484203 w 6282234"/>
              <a:gd name="connsiteY1679" fmla="*/ 2062072 h 4115518"/>
              <a:gd name="connsiteX1680" fmla="*/ 5490717 w 6282234"/>
              <a:gd name="connsiteY1680" fmla="*/ 2062072 h 4115518"/>
              <a:gd name="connsiteX1681" fmla="*/ 5500489 w 6282234"/>
              <a:gd name="connsiteY1681" fmla="*/ 2079654 h 4115518"/>
              <a:gd name="connsiteX1682" fmla="*/ 5493975 w 6282234"/>
              <a:gd name="connsiteY1682" fmla="*/ 2086289 h 4115518"/>
              <a:gd name="connsiteX1683" fmla="*/ 5474431 w 6282234"/>
              <a:gd name="connsiteY1683" fmla="*/ 2089274 h 4115518"/>
              <a:gd name="connsiteX1684" fmla="*/ 5467917 w 6282234"/>
              <a:gd name="connsiteY1684" fmla="*/ 2103871 h 4115518"/>
              <a:gd name="connsiteX1685" fmla="*/ 5464659 w 6282234"/>
              <a:gd name="connsiteY1685" fmla="*/ 2110838 h 4115518"/>
              <a:gd name="connsiteX1686" fmla="*/ 5438601 w 6282234"/>
              <a:gd name="connsiteY1686" fmla="*/ 2097236 h 4115518"/>
              <a:gd name="connsiteX1687" fmla="*/ 5432087 w 6282234"/>
              <a:gd name="connsiteY1687" fmla="*/ 2097236 h 4115518"/>
              <a:gd name="connsiteX1688" fmla="*/ 5425572 w 6282234"/>
              <a:gd name="connsiteY1688" fmla="*/ 2103871 h 4115518"/>
              <a:gd name="connsiteX1689" fmla="*/ 5415801 w 6282234"/>
              <a:gd name="connsiteY1689" fmla="*/ 2097236 h 4115518"/>
              <a:gd name="connsiteX1690" fmla="*/ 5412543 w 6282234"/>
              <a:gd name="connsiteY1690" fmla="*/ 2103871 h 4115518"/>
              <a:gd name="connsiteX1691" fmla="*/ 5425572 w 6282234"/>
              <a:gd name="connsiteY1691" fmla="*/ 2110838 h 4115518"/>
              <a:gd name="connsiteX1692" fmla="*/ 5406028 w 6282234"/>
              <a:gd name="connsiteY1692" fmla="*/ 2121453 h 4115518"/>
              <a:gd name="connsiteX1693" fmla="*/ 5409286 w 6282234"/>
              <a:gd name="connsiteY1693" fmla="*/ 2110838 h 4115518"/>
              <a:gd name="connsiteX1694" fmla="*/ 5402771 w 6282234"/>
              <a:gd name="connsiteY1694" fmla="*/ 2103871 h 4115518"/>
              <a:gd name="connsiteX1695" fmla="*/ 5402771 w 6282234"/>
              <a:gd name="connsiteY1695" fmla="*/ 2094582 h 4115518"/>
              <a:gd name="connsiteX1696" fmla="*/ 5422314 w 6282234"/>
              <a:gd name="connsiteY1696" fmla="*/ 2082308 h 4115518"/>
              <a:gd name="connsiteX1697" fmla="*/ 5428829 w 6282234"/>
              <a:gd name="connsiteY1697" fmla="*/ 2082308 h 4115518"/>
              <a:gd name="connsiteX1698" fmla="*/ 5432087 w 6282234"/>
              <a:gd name="connsiteY1698" fmla="*/ 2070366 h 4115518"/>
              <a:gd name="connsiteX1699" fmla="*/ 5435343 w 6282234"/>
              <a:gd name="connsiteY1699" fmla="*/ 2060744 h 4115518"/>
              <a:gd name="connsiteX1700" fmla="*/ 5438601 w 6282234"/>
              <a:gd name="connsiteY1700" fmla="*/ 2043163 h 4115518"/>
              <a:gd name="connsiteX1701" fmla="*/ 5435343 w 6282234"/>
              <a:gd name="connsiteY1701" fmla="*/ 2031221 h 4115518"/>
              <a:gd name="connsiteX1702" fmla="*/ 1919771 w 6282234"/>
              <a:gd name="connsiteY1702" fmla="*/ 2001696 h 4115518"/>
              <a:gd name="connsiteX1703" fmla="*/ 1919771 w 6282234"/>
              <a:gd name="connsiteY1703" fmla="*/ 2021600 h 4115518"/>
              <a:gd name="connsiteX1704" fmla="*/ 1905113 w 6282234"/>
              <a:gd name="connsiteY1704" fmla="*/ 2021600 h 4115518"/>
              <a:gd name="connsiteX1705" fmla="*/ 1903810 w 6282234"/>
              <a:gd name="connsiteY1705" fmla="*/ 2012312 h 4115518"/>
              <a:gd name="connsiteX1706" fmla="*/ 1991105 w 6282234"/>
              <a:gd name="connsiteY1706" fmla="*/ 1989422 h 4115518"/>
              <a:gd name="connsiteX1707" fmla="*/ 1993711 w 6282234"/>
              <a:gd name="connsiteY1707" fmla="*/ 1989422 h 4115518"/>
              <a:gd name="connsiteX1708" fmla="*/ 1993711 w 6282234"/>
              <a:gd name="connsiteY1708" fmla="*/ 1992075 h 4115518"/>
              <a:gd name="connsiteX1709" fmla="*/ 1991105 w 6282234"/>
              <a:gd name="connsiteY1709" fmla="*/ 1992075 h 4115518"/>
              <a:gd name="connsiteX1710" fmla="*/ 3865339 w 6282234"/>
              <a:gd name="connsiteY1710" fmla="*/ 1982787 h 4115518"/>
              <a:gd name="connsiteX1711" fmla="*/ 3829509 w 6282234"/>
              <a:gd name="connsiteY1711" fmla="*/ 2001696 h 4115518"/>
              <a:gd name="connsiteX1712" fmla="*/ 3809965 w 6282234"/>
              <a:gd name="connsiteY1712" fmla="*/ 2018947 h 4115518"/>
              <a:gd name="connsiteX1713" fmla="*/ 3800193 w 6282234"/>
              <a:gd name="connsiteY1713" fmla="*/ 2018947 h 4115518"/>
              <a:gd name="connsiteX1714" fmla="*/ 3796936 w 6282234"/>
              <a:gd name="connsiteY1714" fmla="*/ 2031221 h 4115518"/>
              <a:gd name="connsiteX1715" fmla="*/ 3787164 w 6282234"/>
              <a:gd name="connsiteY1715" fmla="*/ 2046149 h 4115518"/>
              <a:gd name="connsiteX1716" fmla="*/ 3800193 w 6282234"/>
              <a:gd name="connsiteY1716" fmla="*/ 2070366 h 4115518"/>
              <a:gd name="connsiteX1717" fmla="*/ 3800193 w 6282234"/>
              <a:gd name="connsiteY1717" fmla="*/ 2086289 h 4115518"/>
              <a:gd name="connsiteX1718" fmla="*/ 3819737 w 6282234"/>
              <a:gd name="connsiteY1718" fmla="*/ 2113491 h 4115518"/>
              <a:gd name="connsiteX1719" fmla="*/ 3839280 w 6282234"/>
              <a:gd name="connsiteY1719" fmla="*/ 2149650 h 4115518"/>
              <a:gd name="connsiteX1720" fmla="*/ 3836023 w 6282234"/>
              <a:gd name="connsiteY1720" fmla="*/ 2152636 h 4115518"/>
              <a:gd name="connsiteX1721" fmla="*/ 3822994 w 6282234"/>
              <a:gd name="connsiteY1721" fmla="*/ 2186142 h 4115518"/>
              <a:gd name="connsiteX1722" fmla="*/ 3822994 w 6282234"/>
              <a:gd name="connsiteY1722" fmla="*/ 2194435 h 4115518"/>
              <a:gd name="connsiteX1723" fmla="*/ 3822994 w 6282234"/>
              <a:gd name="connsiteY1723" fmla="*/ 2206377 h 4115518"/>
              <a:gd name="connsiteX1724" fmla="*/ 3832767 w 6282234"/>
              <a:gd name="connsiteY1724" fmla="*/ 2213012 h 4115518"/>
              <a:gd name="connsiteX1725" fmla="*/ 3842538 w 6282234"/>
              <a:gd name="connsiteY1725" fmla="*/ 2215997 h 4115518"/>
              <a:gd name="connsiteX1726" fmla="*/ 3852310 w 6282234"/>
              <a:gd name="connsiteY1726" fmla="*/ 2225286 h 4115518"/>
              <a:gd name="connsiteX1727" fmla="*/ 3862081 w 6282234"/>
              <a:gd name="connsiteY1727" fmla="*/ 2230594 h 4115518"/>
              <a:gd name="connsiteX1728" fmla="*/ 3875111 w 6282234"/>
              <a:gd name="connsiteY1728" fmla="*/ 2234575 h 4115518"/>
              <a:gd name="connsiteX1729" fmla="*/ 3904425 w 6282234"/>
              <a:gd name="connsiteY1729" fmla="*/ 2227940 h 4115518"/>
              <a:gd name="connsiteX1730" fmla="*/ 3910940 w 6282234"/>
              <a:gd name="connsiteY1730" fmla="*/ 2230594 h 4115518"/>
              <a:gd name="connsiteX1731" fmla="*/ 3910940 w 6282234"/>
              <a:gd name="connsiteY1731" fmla="*/ 2218652 h 4115518"/>
              <a:gd name="connsiteX1732" fmla="*/ 3907683 w 6282234"/>
              <a:gd name="connsiteY1732" fmla="*/ 2191449 h 4115518"/>
              <a:gd name="connsiteX1733" fmla="*/ 3910940 w 6282234"/>
              <a:gd name="connsiteY1733" fmla="*/ 2182160 h 4115518"/>
              <a:gd name="connsiteX1734" fmla="*/ 3907683 w 6282234"/>
              <a:gd name="connsiteY1734" fmla="*/ 2176853 h 4115518"/>
              <a:gd name="connsiteX1735" fmla="*/ 3897912 w 6282234"/>
              <a:gd name="connsiteY1735" fmla="*/ 2157943 h 4115518"/>
              <a:gd name="connsiteX1736" fmla="*/ 3891397 w 6282234"/>
              <a:gd name="connsiteY1736" fmla="*/ 2149650 h 4115518"/>
              <a:gd name="connsiteX1737" fmla="*/ 3897912 w 6282234"/>
              <a:gd name="connsiteY1737" fmla="*/ 2140361 h 4115518"/>
              <a:gd name="connsiteX1738" fmla="*/ 3907683 w 6282234"/>
              <a:gd name="connsiteY1738" fmla="*/ 2143016 h 4115518"/>
              <a:gd name="connsiteX1739" fmla="*/ 3923970 w 6282234"/>
              <a:gd name="connsiteY1739" fmla="*/ 2137708 h 4115518"/>
              <a:gd name="connsiteX1740" fmla="*/ 3927227 w 6282234"/>
              <a:gd name="connsiteY1740" fmla="*/ 2131073 h 4115518"/>
              <a:gd name="connsiteX1741" fmla="*/ 3914198 w 6282234"/>
              <a:gd name="connsiteY1741" fmla="*/ 2122780 h 4115518"/>
              <a:gd name="connsiteX1742" fmla="*/ 3910940 w 6282234"/>
              <a:gd name="connsiteY1742" fmla="*/ 2109510 h 4115518"/>
              <a:gd name="connsiteX1743" fmla="*/ 3897912 w 6282234"/>
              <a:gd name="connsiteY1743" fmla="*/ 2109510 h 4115518"/>
              <a:gd name="connsiteX1744" fmla="*/ 3891397 w 6282234"/>
              <a:gd name="connsiteY1744" fmla="*/ 2118798 h 4115518"/>
              <a:gd name="connsiteX1745" fmla="*/ 3884883 w 6282234"/>
              <a:gd name="connsiteY1745" fmla="*/ 2116145 h 4115518"/>
              <a:gd name="connsiteX1746" fmla="*/ 3884883 w 6282234"/>
              <a:gd name="connsiteY1746" fmla="*/ 2109510 h 4115518"/>
              <a:gd name="connsiteX1747" fmla="*/ 3891397 w 6282234"/>
              <a:gd name="connsiteY1747" fmla="*/ 2094582 h 4115518"/>
              <a:gd name="connsiteX1748" fmla="*/ 3871853 w 6282234"/>
              <a:gd name="connsiteY1748" fmla="*/ 2089274 h 4115518"/>
              <a:gd name="connsiteX1749" fmla="*/ 3865339 w 6282234"/>
              <a:gd name="connsiteY1749" fmla="*/ 2074346 h 4115518"/>
              <a:gd name="connsiteX1750" fmla="*/ 3855567 w 6282234"/>
              <a:gd name="connsiteY1750" fmla="*/ 2058091 h 4115518"/>
              <a:gd name="connsiteX1751" fmla="*/ 3845795 w 6282234"/>
              <a:gd name="connsiteY1751" fmla="*/ 2052784 h 4115518"/>
              <a:gd name="connsiteX1752" fmla="*/ 3845795 w 6282234"/>
              <a:gd name="connsiteY1752" fmla="*/ 2046149 h 4115518"/>
              <a:gd name="connsiteX1753" fmla="*/ 3855567 w 6282234"/>
              <a:gd name="connsiteY1753" fmla="*/ 2046149 h 4115518"/>
              <a:gd name="connsiteX1754" fmla="*/ 3858825 w 6282234"/>
              <a:gd name="connsiteY1754" fmla="*/ 2037855 h 4115518"/>
              <a:gd name="connsiteX1755" fmla="*/ 3865339 w 6282234"/>
              <a:gd name="connsiteY1755" fmla="*/ 2028567 h 4115518"/>
              <a:gd name="connsiteX1756" fmla="*/ 3884883 w 6282234"/>
              <a:gd name="connsiteY1756" fmla="*/ 2025912 h 4115518"/>
              <a:gd name="connsiteX1757" fmla="*/ 3897912 w 6282234"/>
              <a:gd name="connsiteY1757" fmla="*/ 2012312 h 4115518"/>
              <a:gd name="connsiteX1758" fmla="*/ 3894654 w 6282234"/>
              <a:gd name="connsiteY1758" fmla="*/ 1989422 h 4115518"/>
              <a:gd name="connsiteX1759" fmla="*/ 3884883 w 6282234"/>
              <a:gd name="connsiteY1759" fmla="*/ 1985441 h 4115518"/>
              <a:gd name="connsiteX1760" fmla="*/ 3878368 w 6282234"/>
              <a:gd name="connsiteY1760" fmla="*/ 1989422 h 4115518"/>
              <a:gd name="connsiteX1761" fmla="*/ 1991105 w 6282234"/>
              <a:gd name="connsiteY1761" fmla="*/ 1982787 h 4115518"/>
              <a:gd name="connsiteX1762" fmla="*/ 1993711 w 6282234"/>
              <a:gd name="connsiteY1762" fmla="*/ 1982787 h 4115518"/>
              <a:gd name="connsiteX1763" fmla="*/ 1993711 w 6282234"/>
              <a:gd name="connsiteY1763" fmla="*/ 1985441 h 4115518"/>
              <a:gd name="connsiteX1764" fmla="*/ 1993711 w 6282234"/>
              <a:gd name="connsiteY1764" fmla="*/ 1988095 h 4115518"/>
              <a:gd name="connsiteX1765" fmla="*/ 1991105 w 6282234"/>
              <a:gd name="connsiteY1765" fmla="*/ 1985441 h 4115518"/>
              <a:gd name="connsiteX1766" fmla="*/ 2928221 w 6282234"/>
              <a:gd name="connsiteY1766" fmla="*/ 1919426 h 4115518"/>
              <a:gd name="connsiteX1767" fmla="*/ 2929524 w 6282234"/>
              <a:gd name="connsiteY1767" fmla="*/ 1922079 h 4115518"/>
              <a:gd name="connsiteX1768" fmla="*/ 2928221 w 6282234"/>
              <a:gd name="connsiteY1768" fmla="*/ 1922079 h 4115518"/>
              <a:gd name="connsiteX1769" fmla="*/ 1867980 w 6282234"/>
              <a:gd name="connsiteY1769" fmla="*/ 1909805 h 4115518"/>
              <a:gd name="connsiteX1770" fmla="*/ 1895667 w 6282234"/>
              <a:gd name="connsiteY1770" fmla="*/ 1924733 h 4115518"/>
              <a:gd name="connsiteX1771" fmla="*/ 1891758 w 6282234"/>
              <a:gd name="connsiteY1771" fmla="*/ 1931368 h 4115518"/>
              <a:gd name="connsiteX1772" fmla="*/ 1867980 w 6282234"/>
              <a:gd name="connsiteY1772" fmla="*/ 1922079 h 4115518"/>
              <a:gd name="connsiteX1773" fmla="*/ 745524 w 6282234"/>
              <a:gd name="connsiteY1773" fmla="*/ 1880281 h 4115518"/>
              <a:gd name="connsiteX1774" fmla="*/ 790800 w 6282234"/>
              <a:gd name="connsiteY1774" fmla="*/ 1897863 h 4115518"/>
              <a:gd name="connsiteX1775" fmla="*/ 802852 w 6282234"/>
              <a:gd name="connsiteY1775" fmla="*/ 1919426 h 4115518"/>
              <a:gd name="connsiteX1776" fmla="*/ 817184 w 6282234"/>
              <a:gd name="connsiteY1776" fmla="*/ 1927388 h 4115518"/>
              <a:gd name="connsiteX1777" fmla="*/ 824350 w 6282234"/>
              <a:gd name="connsiteY1777" fmla="*/ 1951603 h 4115518"/>
              <a:gd name="connsiteX1778" fmla="*/ 790800 w 6282234"/>
              <a:gd name="connsiteY1778" fmla="*/ 1934022 h 4115518"/>
              <a:gd name="connsiteX1779" fmla="*/ 771909 w 6282234"/>
              <a:gd name="connsiteY1779" fmla="*/ 1922079 h 4115518"/>
              <a:gd name="connsiteX1780" fmla="*/ 743244 w 6282234"/>
              <a:gd name="connsiteY1780" fmla="*/ 1892223 h 4115518"/>
              <a:gd name="connsiteX1781" fmla="*/ 1996316 w 6282234"/>
              <a:gd name="connsiteY1781" fmla="*/ 1864026 h 4115518"/>
              <a:gd name="connsiteX1782" fmla="*/ 2003156 w 6282234"/>
              <a:gd name="connsiteY1782" fmla="*/ 1876299 h 4115518"/>
              <a:gd name="connsiteX1783" fmla="*/ 1996316 w 6282234"/>
              <a:gd name="connsiteY1783" fmla="*/ 1903170 h 4115518"/>
              <a:gd name="connsiteX1784" fmla="*/ 2003156 w 6282234"/>
              <a:gd name="connsiteY1784" fmla="*/ 1919426 h 4115518"/>
              <a:gd name="connsiteX1785" fmla="*/ 2022701 w 6282234"/>
              <a:gd name="connsiteY1785" fmla="*/ 1919426 h 4115518"/>
              <a:gd name="connsiteX1786" fmla="*/ 2041267 w 6282234"/>
              <a:gd name="connsiteY1786" fmla="*/ 1924733 h 4115518"/>
              <a:gd name="connsiteX1787" fmla="*/ 2036055 w 6282234"/>
              <a:gd name="connsiteY1787" fmla="*/ 1940988 h 4115518"/>
              <a:gd name="connsiteX1788" fmla="*/ 2036055 w 6282234"/>
              <a:gd name="connsiteY1788" fmla="*/ 1965205 h 4115518"/>
              <a:gd name="connsiteX1789" fmla="*/ 2055925 w 6282234"/>
              <a:gd name="connsiteY1789" fmla="*/ 1977148 h 4115518"/>
              <a:gd name="connsiteX1790" fmla="*/ 2048107 w 6282234"/>
              <a:gd name="connsiteY1790" fmla="*/ 1994730 h 4115518"/>
              <a:gd name="connsiteX1791" fmla="*/ 2017489 w 6282234"/>
              <a:gd name="connsiteY1791" fmla="*/ 1975820 h 4115518"/>
              <a:gd name="connsiteX1792" fmla="*/ 2012277 w 6282234"/>
              <a:gd name="connsiteY1792" fmla="*/ 1988095 h 4115518"/>
              <a:gd name="connsiteX1793" fmla="*/ 2000225 w 6282234"/>
              <a:gd name="connsiteY1793" fmla="*/ 1967859 h 4115518"/>
              <a:gd name="connsiteX1794" fmla="*/ 1963418 w 6282234"/>
              <a:gd name="connsiteY1794" fmla="*/ 1967859 h 4115518"/>
              <a:gd name="connsiteX1795" fmla="*/ 1943549 w 6282234"/>
              <a:gd name="connsiteY1795" fmla="*/ 1970513 h 4115518"/>
              <a:gd name="connsiteX1796" fmla="*/ 1943549 w 6282234"/>
              <a:gd name="connsiteY1796" fmla="*/ 1963878 h 4115518"/>
              <a:gd name="connsiteX1797" fmla="*/ 1951366 w 6282234"/>
              <a:gd name="connsiteY1797" fmla="*/ 1943642 h 4115518"/>
              <a:gd name="connsiteX1798" fmla="*/ 1975144 w 6282234"/>
              <a:gd name="connsiteY1798" fmla="*/ 1888242 h 4115518"/>
              <a:gd name="connsiteX1799" fmla="*/ 1984590 w 6282234"/>
              <a:gd name="connsiteY1799" fmla="*/ 1870661 h 4115518"/>
              <a:gd name="connsiteX1800" fmla="*/ 5976050 w 6282234"/>
              <a:gd name="connsiteY1800" fmla="*/ 1819573 h 4115518"/>
              <a:gd name="connsiteX1801" fmla="*/ 5982565 w 6282234"/>
              <a:gd name="connsiteY1801" fmla="*/ 1819573 h 4115518"/>
              <a:gd name="connsiteX1802" fmla="*/ 5982565 w 6282234"/>
              <a:gd name="connsiteY1802" fmla="*/ 1827534 h 4115518"/>
              <a:gd name="connsiteX1803" fmla="*/ 5458145 w 6282234"/>
              <a:gd name="connsiteY1803" fmla="*/ 1795356 h 4115518"/>
              <a:gd name="connsiteX1804" fmla="*/ 5464659 w 6282234"/>
              <a:gd name="connsiteY1804" fmla="*/ 1815592 h 4115518"/>
              <a:gd name="connsiteX1805" fmla="*/ 5461401 w 6282234"/>
              <a:gd name="connsiteY1805" fmla="*/ 1852083 h 4115518"/>
              <a:gd name="connsiteX1806" fmla="*/ 5467917 w 6282234"/>
              <a:gd name="connsiteY1806" fmla="*/ 1864026 h 4115518"/>
              <a:gd name="connsiteX1807" fmla="*/ 5474431 w 6282234"/>
              <a:gd name="connsiteY1807" fmla="*/ 1897863 h 4115518"/>
              <a:gd name="connsiteX1808" fmla="*/ 5480946 w 6282234"/>
              <a:gd name="connsiteY1808" fmla="*/ 1919426 h 4115518"/>
              <a:gd name="connsiteX1809" fmla="*/ 5467917 w 6282234"/>
              <a:gd name="connsiteY1809" fmla="*/ 1922079 h 4115518"/>
              <a:gd name="connsiteX1810" fmla="*/ 5461401 w 6282234"/>
              <a:gd name="connsiteY1810" fmla="*/ 1928714 h 4115518"/>
              <a:gd name="connsiteX1811" fmla="*/ 5451630 w 6282234"/>
              <a:gd name="connsiteY1811" fmla="*/ 1965205 h 4115518"/>
              <a:gd name="connsiteX1812" fmla="*/ 5461401 w 6282234"/>
              <a:gd name="connsiteY1812" fmla="*/ 1979802 h 4115518"/>
              <a:gd name="connsiteX1813" fmla="*/ 5461401 w 6282234"/>
              <a:gd name="connsiteY1813" fmla="*/ 1992075 h 4115518"/>
              <a:gd name="connsiteX1814" fmla="*/ 5438601 w 6282234"/>
              <a:gd name="connsiteY1814" fmla="*/ 1997384 h 4115518"/>
              <a:gd name="connsiteX1815" fmla="*/ 5441859 w 6282234"/>
              <a:gd name="connsiteY1815" fmla="*/ 1985441 h 4115518"/>
              <a:gd name="connsiteX1816" fmla="*/ 5441859 w 6282234"/>
              <a:gd name="connsiteY1816" fmla="*/ 1970513 h 4115518"/>
              <a:gd name="connsiteX1817" fmla="*/ 5445115 w 6282234"/>
              <a:gd name="connsiteY1817" fmla="*/ 1961224 h 4115518"/>
              <a:gd name="connsiteX1818" fmla="*/ 5438601 w 6282234"/>
              <a:gd name="connsiteY1818" fmla="*/ 1939661 h 4115518"/>
              <a:gd name="connsiteX1819" fmla="*/ 5445115 w 6282234"/>
              <a:gd name="connsiteY1819" fmla="*/ 1919426 h 4115518"/>
              <a:gd name="connsiteX1820" fmla="*/ 5441859 w 6282234"/>
              <a:gd name="connsiteY1820" fmla="*/ 1890896 h 4115518"/>
              <a:gd name="connsiteX1821" fmla="*/ 5448373 w 6282234"/>
              <a:gd name="connsiteY1821" fmla="*/ 1873646 h 4115518"/>
              <a:gd name="connsiteX1822" fmla="*/ 5435343 w 6282234"/>
              <a:gd name="connsiteY1822" fmla="*/ 1852083 h 4115518"/>
              <a:gd name="connsiteX1823" fmla="*/ 5438601 w 6282234"/>
              <a:gd name="connsiteY1823" fmla="*/ 1819573 h 4115518"/>
              <a:gd name="connsiteX1824" fmla="*/ 5438601 w 6282234"/>
              <a:gd name="connsiteY1824" fmla="*/ 1810284 h 4115518"/>
              <a:gd name="connsiteX1825" fmla="*/ 66677 w 6282234"/>
              <a:gd name="connsiteY1825" fmla="*/ 1791375 h 4115518"/>
              <a:gd name="connsiteX1826" fmla="*/ 80976 w 6282234"/>
              <a:gd name="connsiteY1826" fmla="*/ 1800664 h 4115518"/>
              <a:gd name="connsiteX1827" fmla="*/ 64298 w 6282234"/>
              <a:gd name="connsiteY1827" fmla="*/ 1805972 h 4115518"/>
              <a:gd name="connsiteX1828" fmla="*/ 662138 w 6282234"/>
              <a:gd name="connsiteY1828" fmla="*/ 1785735 h 4115518"/>
              <a:gd name="connsiteX1829" fmla="*/ 683636 w 6282234"/>
              <a:gd name="connsiteY1829" fmla="*/ 1791375 h 4115518"/>
              <a:gd name="connsiteX1830" fmla="*/ 678750 w 6282234"/>
              <a:gd name="connsiteY1830" fmla="*/ 1810284 h 4115518"/>
              <a:gd name="connsiteX1831" fmla="*/ 669304 w 6282234"/>
              <a:gd name="connsiteY1831" fmla="*/ 1815592 h 4115518"/>
              <a:gd name="connsiteX1832" fmla="*/ 659858 w 6282234"/>
              <a:gd name="connsiteY1832" fmla="*/ 1803318 h 4115518"/>
              <a:gd name="connsiteX1833" fmla="*/ 2893695 w 6282234"/>
              <a:gd name="connsiteY1833" fmla="*/ 1779101 h 4115518"/>
              <a:gd name="connsiteX1834" fmla="*/ 2896300 w 6282234"/>
              <a:gd name="connsiteY1834" fmla="*/ 1783082 h 4115518"/>
              <a:gd name="connsiteX1835" fmla="*/ 2889785 w 6282234"/>
              <a:gd name="connsiteY1835" fmla="*/ 1788722 h 4115518"/>
              <a:gd name="connsiteX1836" fmla="*/ 128597 w 6282234"/>
              <a:gd name="connsiteY1836" fmla="*/ 1758865 h 4115518"/>
              <a:gd name="connsiteX1837" fmla="*/ 130877 w 6282234"/>
              <a:gd name="connsiteY1837" fmla="*/ 1769813 h 4115518"/>
              <a:gd name="connsiteX1838" fmla="*/ 116708 w 6282234"/>
              <a:gd name="connsiteY1838" fmla="*/ 1771140 h 4115518"/>
              <a:gd name="connsiteX1839" fmla="*/ 111952 w 6282234"/>
              <a:gd name="connsiteY1839" fmla="*/ 1761520 h 4115518"/>
              <a:gd name="connsiteX1840" fmla="*/ 2846139 w 6282234"/>
              <a:gd name="connsiteY1840" fmla="*/ 1749577 h 4115518"/>
              <a:gd name="connsiteX1841" fmla="*/ 2846139 w 6282234"/>
              <a:gd name="connsiteY1841" fmla="*/ 1757538 h 4115518"/>
              <a:gd name="connsiteX1842" fmla="*/ 2857865 w 6282234"/>
              <a:gd name="connsiteY1842" fmla="*/ 1752230 h 4115518"/>
              <a:gd name="connsiteX1843" fmla="*/ 2866008 w 6282234"/>
              <a:gd name="connsiteY1843" fmla="*/ 1752230 h 4115518"/>
              <a:gd name="connsiteX1844" fmla="*/ 2875129 w 6282234"/>
              <a:gd name="connsiteY1844" fmla="*/ 1769813 h 4115518"/>
              <a:gd name="connsiteX1845" fmla="*/ 2875129 w 6282234"/>
              <a:gd name="connsiteY1845" fmla="*/ 1781755 h 4115518"/>
              <a:gd name="connsiteX1846" fmla="*/ 2863076 w 6282234"/>
              <a:gd name="connsiteY1846" fmla="*/ 1788722 h 4115518"/>
              <a:gd name="connsiteX1847" fmla="*/ 2868614 w 6282234"/>
              <a:gd name="connsiteY1847" fmla="*/ 1822227 h 4115518"/>
              <a:gd name="connsiteX1848" fmla="*/ 2863076 w 6282234"/>
              <a:gd name="connsiteY1848" fmla="*/ 1837155 h 4115518"/>
              <a:gd name="connsiteX1849" fmla="*/ 2841904 w 6282234"/>
              <a:gd name="connsiteY1849" fmla="*/ 1849097 h 4115518"/>
              <a:gd name="connsiteX1850" fmla="*/ 2820732 w 6282234"/>
              <a:gd name="connsiteY1850" fmla="*/ 1861372 h 4115518"/>
              <a:gd name="connsiteX1851" fmla="*/ 2810309 w 6282234"/>
              <a:gd name="connsiteY1851" fmla="*/ 1864026 h 4115518"/>
              <a:gd name="connsiteX1852" fmla="*/ 2791742 w 6282234"/>
              <a:gd name="connsiteY1852" fmla="*/ 1854737 h 4115518"/>
              <a:gd name="connsiteX1853" fmla="*/ 2806400 w 6282234"/>
              <a:gd name="connsiteY1853" fmla="*/ 1831847 h 4115518"/>
              <a:gd name="connsiteX1854" fmla="*/ 2810309 w 6282234"/>
              <a:gd name="connsiteY1854" fmla="*/ 1815592 h 4115518"/>
              <a:gd name="connsiteX1855" fmla="*/ 2796954 w 6282234"/>
              <a:gd name="connsiteY1855" fmla="*/ 1807299 h 4115518"/>
              <a:gd name="connsiteX1856" fmla="*/ 2800863 w 6282234"/>
              <a:gd name="connsiteY1856" fmla="*/ 1803318 h 4115518"/>
              <a:gd name="connsiteX1857" fmla="*/ 2798257 w 6282234"/>
              <a:gd name="connsiteY1857" fmla="*/ 1781755 h 4115518"/>
              <a:gd name="connsiteX1858" fmla="*/ 2822360 w 6282234"/>
              <a:gd name="connsiteY1858" fmla="*/ 1783082 h 4115518"/>
              <a:gd name="connsiteX1859" fmla="*/ 2822360 w 6282234"/>
              <a:gd name="connsiteY1859" fmla="*/ 1767158 h 4115518"/>
              <a:gd name="connsiteX1860" fmla="*/ 2827572 w 6282234"/>
              <a:gd name="connsiteY1860" fmla="*/ 1757538 h 4115518"/>
              <a:gd name="connsiteX1861" fmla="*/ 3151997 w 6282234"/>
              <a:gd name="connsiteY1861" fmla="*/ 1739956 h 4115518"/>
              <a:gd name="connsiteX1862" fmla="*/ 3158511 w 6282234"/>
              <a:gd name="connsiteY1862" fmla="*/ 1745595 h 4115518"/>
              <a:gd name="connsiteX1863" fmla="*/ 3158511 w 6282234"/>
              <a:gd name="connsiteY1863" fmla="*/ 1757538 h 4115518"/>
              <a:gd name="connsiteX1864" fmla="*/ 3148739 w 6282234"/>
              <a:gd name="connsiteY1864" fmla="*/ 1757538 h 4115518"/>
              <a:gd name="connsiteX1865" fmla="*/ 3145482 w 6282234"/>
              <a:gd name="connsiteY1865" fmla="*/ 1742610 h 4115518"/>
              <a:gd name="connsiteX1866" fmla="*/ 685916 w 6282234"/>
              <a:gd name="connsiteY1866" fmla="*/ 1733321 h 4115518"/>
              <a:gd name="connsiteX1867" fmla="*/ 695688 w 6282234"/>
              <a:gd name="connsiteY1867" fmla="*/ 1746923 h 4115518"/>
              <a:gd name="connsiteX1868" fmla="*/ 688522 w 6282234"/>
              <a:gd name="connsiteY1868" fmla="*/ 1752230 h 4115518"/>
              <a:gd name="connsiteX1869" fmla="*/ 681356 w 6282234"/>
              <a:gd name="connsiteY1869" fmla="*/ 1749577 h 4115518"/>
              <a:gd name="connsiteX1870" fmla="*/ 3187826 w 6282234"/>
              <a:gd name="connsiteY1870" fmla="*/ 1725360 h 4115518"/>
              <a:gd name="connsiteX1871" fmla="*/ 3191084 w 6282234"/>
              <a:gd name="connsiteY1871" fmla="*/ 1728013 h 4115518"/>
              <a:gd name="connsiteX1872" fmla="*/ 3191084 w 6282234"/>
              <a:gd name="connsiteY1872" fmla="*/ 1737302 h 4115518"/>
              <a:gd name="connsiteX1873" fmla="*/ 3184569 w 6282234"/>
              <a:gd name="connsiteY1873" fmla="*/ 1745595 h 4115518"/>
              <a:gd name="connsiteX1874" fmla="*/ 3178055 w 6282234"/>
              <a:gd name="connsiteY1874" fmla="*/ 1758865 h 4115518"/>
              <a:gd name="connsiteX1875" fmla="*/ 3171540 w 6282234"/>
              <a:gd name="connsiteY1875" fmla="*/ 1754885 h 4115518"/>
              <a:gd name="connsiteX1876" fmla="*/ 3168283 w 6282234"/>
              <a:gd name="connsiteY1876" fmla="*/ 1754885 h 4115518"/>
              <a:gd name="connsiteX1877" fmla="*/ 3165025 w 6282234"/>
              <a:gd name="connsiteY1877" fmla="*/ 1739956 h 4115518"/>
              <a:gd name="connsiteX1878" fmla="*/ 3174798 w 6282234"/>
              <a:gd name="connsiteY1878" fmla="*/ 1734648 h 4115518"/>
              <a:gd name="connsiteX1879" fmla="*/ 657578 w 6282234"/>
              <a:gd name="connsiteY1879" fmla="*/ 1718393 h 4115518"/>
              <a:gd name="connsiteX1880" fmla="*/ 674190 w 6282234"/>
              <a:gd name="connsiteY1880" fmla="*/ 1746923 h 4115518"/>
              <a:gd name="connsiteX1881" fmla="*/ 667024 w 6282234"/>
              <a:gd name="connsiteY1881" fmla="*/ 1757538 h 4115518"/>
              <a:gd name="connsiteX1882" fmla="*/ 654972 w 6282234"/>
              <a:gd name="connsiteY1882" fmla="*/ 1752230 h 4115518"/>
              <a:gd name="connsiteX1883" fmla="*/ 657578 w 6282234"/>
              <a:gd name="connsiteY1883" fmla="*/ 1739956 h 4115518"/>
              <a:gd name="connsiteX1884" fmla="*/ 2866008 w 6282234"/>
              <a:gd name="connsiteY1884" fmla="*/ 1709105 h 4115518"/>
              <a:gd name="connsiteX1885" fmla="*/ 2868614 w 6282234"/>
              <a:gd name="connsiteY1885" fmla="*/ 1710431 h 4115518"/>
              <a:gd name="connsiteX1886" fmla="*/ 2875129 w 6282234"/>
              <a:gd name="connsiteY1886" fmla="*/ 1713086 h 4115518"/>
              <a:gd name="connsiteX1887" fmla="*/ 2863076 w 6282234"/>
              <a:gd name="connsiteY1887" fmla="*/ 1721048 h 4115518"/>
              <a:gd name="connsiteX1888" fmla="*/ 645526 w 6282234"/>
              <a:gd name="connsiteY1888" fmla="*/ 1694176 h 4115518"/>
              <a:gd name="connsiteX1889" fmla="*/ 657578 w 6282234"/>
              <a:gd name="connsiteY1889" fmla="*/ 1696831 h 4115518"/>
              <a:gd name="connsiteX1890" fmla="*/ 659858 w 6282234"/>
              <a:gd name="connsiteY1890" fmla="*/ 1709105 h 4115518"/>
              <a:gd name="connsiteX1891" fmla="*/ 647806 w 6282234"/>
              <a:gd name="connsiteY1891" fmla="*/ 1715740 h 4115518"/>
              <a:gd name="connsiteX1892" fmla="*/ 616861 w 6282234"/>
              <a:gd name="connsiteY1892" fmla="*/ 1688869 h 4115518"/>
              <a:gd name="connsiteX1893" fmla="*/ 626634 w 6282234"/>
              <a:gd name="connsiteY1893" fmla="*/ 1688869 h 4115518"/>
              <a:gd name="connsiteX1894" fmla="*/ 631194 w 6282234"/>
              <a:gd name="connsiteY1894" fmla="*/ 1706451 h 4115518"/>
              <a:gd name="connsiteX1895" fmla="*/ 624028 w 6282234"/>
              <a:gd name="connsiteY1895" fmla="*/ 1710431 h 4115518"/>
              <a:gd name="connsiteX1896" fmla="*/ 3145482 w 6282234"/>
              <a:gd name="connsiteY1896" fmla="*/ 1676594 h 4115518"/>
              <a:gd name="connsiteX1897" fmla="*/ 3151997 w 6282234"/>
              <a:gd name="connsiteY1897" fmla="*/ 1676594 h 4115518"/>
              <a:gd name="connsiteX1898" fmla="*/ 3155253 w 6282234"/>
              <a:gd name="connsiteY1898" fmla="*/ 1688869 h 4115518"/>
              <a:gd name="connsiteX1899" fmla="*/ 3145482 w 6282234"/>
              <a:gd name="connsiteY1899" fmla="*/ 1694176 h 4115518"/>
              <a:gd name="connsiteX1900" fmla="*/ 3122681 w 6282234"/>
              <a:gd name="connsiteY1900" fmla="*/ 1698158 h 4115518"/>
              <a:gd name="connsiteX1901" fmla="*/ 3116166 w 6282234"/>
              <a:gd name="connsiteY1901" fmla="*/ 1706451 h 4115518"/>
              <a:gd name="connsiteX1902" fmla="*/ 3116166 w 6282234"/>
              <a:gd name="connsiteY1902" fmla="*/ 1703797 h 4115518"/>
              <a:gd name="connsiteX1903" fmla="*/ 3122681 w 6282234"/>
              <a:gd name="connsiteY1903" fmla="*/ 1691523 h 4115518"/>
              <a:gd name="connsiteX1904" fmla="*/ 3135710 w 6282234"/>
              <a:gd name="connsiteY1904" fmla="*/ 1691523 h 4115518"/>
              <a:gd name="connsiteX1905" fmla="*/ 2857865 w 6282234"/>
              <a:gd name="connsiteY1905" fmla="*/ 1676594 h 4115518"/>
              <a:gd name="connsiteX1906" fmla="*/ 2866008 w 6282234"/>
              <a:gd name="connsiteY1906" fmla="*/ 1676594 h 4115518"/>
              <a:gd name="connsiteX1907" fmla="*/ 2866008 w 6282234"/>
              <a:gd name="connsiteY1907" fmla="*/ 1686215 h 4115518"/>
              <a:gd name="connsiteX1908" fmla="*/ 2869917 w 6282234"/>
              <a:gd name="connsiteY1908" fmla="*/ 1694176 h 4115518"/>
              <a:gd name="connsiteX1909" fmla="*/ 2863076 w 6282234"/>
              <a:gd name="connsiteY1909" fmla="*/ 1691523 h 4115518"/>
              <a:gd name="connsiteX1910" fmla="*/ 2853956 w 6282234"/>
              <a:gd name="connsiteY1910" fmla="*/ 1682234 h 4115518"/>
              <a:gd name="connsiteX1911" fmla="*/ 3295316 w 6282234"/>
              <a:gd name="connsiteY1911" fmla="*/ 1667306 h 4115518"/>
              <a:gd name="connsiteX1912" fmla="*/ 3305089 w 6282234"/>
              <a:gd name="connsiteY1912" fmla="*/ 1667306 h 4115518"/>
              <a:gd name="connsiteX1913" fmla="*/ 3298574 w 6282234"/>
              <a:gd name="connsiteY1913" fmla="*/ 1673941 h 4115518"/>
              <a:gd name="connsiteX1914" fmla="*/ 3298574 w 6282234"/>
              <a:gd name="connsiteY1914" fmla="*/ 1688869 h 4115518"/>
              <a:gd name="connsiteX1915" fmla="*/ 3288802 w 6282234"/>
              <a:gd name="connsiteY1915" fmla="*/ 1691523 h 4115518"/>
              <a:gd name="connsiteX1916" fmla="*/ 3285544 w 6282234"/>
              <a:gd name="connsiteY1916" fmla="*/ 1679248 h 4115518"/>
              <a:gd name="connsiteX1917" fmla="*/ 319148 w 6282234"/>
              <a:gd name="connsiteY1917" fmla="*/ 1667306 h 4115518"/>
              <a:gd name="connsiteX1918" fmla="*/ 324033 w 6282234"/>
              <a:gd name="connsiteY1918" fmla="*/ 1682234 h 4115518"/>
              <a:gd name="connsiteX1919" fmla="*/ 290483 w 6282234"/>
              <a:gd name="connsiteY1919" fmla="*/ 1700811 h 4115518"/>
              <a:gd name="connsiteX1920" fmla="*/ 281037 w 6282234"/>
              <a:gd name="connsiteY1920" fmla="*/ 1686215 h 4115518"/>
              <a:gd name="connsiteX1921" fmla="*/ 290483 w 6282234"/>
              <a:gd name="connsiteY1921" fmla="*/ 1673941 h 4115518"/>
              <a:gd name="connsiteX1922" fmla="*/ 300256 w 6282234"/>
              <a:gd name="connsiteY1922" fmla="*/ 1676594 h 4115518"/>
              <a:gd name="connsiteX1923" fmla="*/ 638360 w 6282234"/>
              <a:gd name="connsiteY1923" fmla="*/ 1657686 h 4115518"/>
              <a:gd name="connsiteX1924" fmla="*/ 643246 w 6282234"/>
              <a:gd name="connsiteY1924" fmla="*/ 1669959 h 4115518"/>
              <a:gd name="connsiteX1925" fmla="*/ 643246 w 6282234"/>
              <a:gd name="connsiteY1925" fmla="*/ 1679248 h 4115518"/>
              <a:gd name="connsiteX1926" fmla="*/ 633800 w 6282234"/>
              <a:gd name="connsiteY1926" fmla="*/ 1684888 h 4115518"/>
              <a:gd name="connsiteX1927" fmla="*/ 628914 w 6282234"/>
              <a:gd name="connsiteY1927" fmla="*/ 1660671 h 4115518"/>
              <a:gd name="connsiteX1928" fmla="*/ 600249 w 6282234"/>
              <a:gd name="connsiteY1928" fmla="*/ 1655032 h 4115518"/>
              <a:gd name="connsiteX1929" fmla="*/ 609696 w 6282234"/>
              <a:gd name="connsiteY1929" fmla="*/ 1655032 h 4115518"/>
              <a:gd name="connsiteX1930" fmla="*/ 626634 w 6282234"/>
              <a:gd name="connsiteY1930" fmla="*/ 1661999 h 4115518"/>
              <a:gd name="connsiteX1931" fmla="*/ 621748 w 6282234"/>
              <a:gd name="connsiteY1931" fmla="*/ 1672614 h 4115518"/>
              <a:gd name="connsiteX1932" fmla="*/ 607416 w 6282234"/>
              <a:gd name="connsiteY1932" fmla="*/ 1676594 h 4115518"/>
              <a:gd name="connsiteX1933" fmla="*/ 2866008 w 6282234"/>
              <a:gd name="connsiteY1933" fmla="*/ 1649724 h 4115518"/>
              <a:gd name="connsiteX1934" fmla="*/ 2860471 w 6282234"/>
              <a:gd name="connsiteY1934" fmla="*/ 1664652 h 4115518"/>
              <a:gd name="connsiteX1935" fmla="*/ 2851351 w 6282234"/>
              <a:gd name="connsiteY1935" fmla="*/ 1672614 h 4115518"/>
              <a:gd name="connsiteX1936" fmla="*/ 2851351 w 6282234"/>
              <a:gd name="connsiteY1936" fmla="*/ 1655032 h 4115518"/>
              <a:gd name="connsiteX1937" fmla="*/ 3370234 w 6282234"/>
              <a:gd name="connsiteY1937" fmla="*/ 1643089 h 4115518"/>
              <a:gd name="connsiteX1938" fmla="*/ 3366976 w 6282234"/>
              <a:gd name="connsiteY1938" fmla="*/ 1655032 h 4115518"/>
              <a:gd name="connsiteX1939" fmla="*/ 3360461 w 6282234"/>
              <a:gd name="connsiteY1939" fmla="*/ 1657686 h 4115518"/>
              <a:gd name="connsiteX1940" fmla="*/ 3353947 w 6282234"/>
              <a:gd name="connsiteY1940" fmla="*/ 1667306 h 4115518"/>
              <a:gd name="connsiteX1941" fmla="*/ 3357205 w 6282234"/>
              <a:gd name="connsiteY1941" fmla="*/ 1660671 h 4115518"/>
              <a:gd name="connsiteX1942" fmla="*/ 3353947 w 6282234"/>
              <a:gd name="connsiteY1942" fmla="*/ 1648397 h 4115518"/>
              <a:gd name="connsiteX1943" fmla="*/ 2884249 w 6282234"/>
              <a:gd name="connsiteY1943" fmla="*/ 1643089 h 4115518"/>
              <a:gd name="connsiteX1944" fmla="*/ 2892392 w 6282234"/>
              <a:gd name="connsiteY1944" fmla="*/ 1645744 h 4115518"/>
              <a:gd name="connsiteX1945" fmla="*/ 2920078 w 6282234"/>
              <a:gd name="connsiteY1945" fmla="*/ 1643089 h 4115518"/>
              <a:gd name="connsiteX1946" fmla="*/ 2917473 w 6282234"/>
              <a:gd name="connsiteY1946" fmla="*/ 1652378 h 4115518"/>
              <a:gd name="connsiteX1947" fmla="*/ 2904118 w 6282234"/>
              <a:gd name="connsiteY1947" fmla="*/ 1664652 h 4115518"/>
              <a:gd name="connsiteX1948" fmla="*/ 2905421 w 6282234"/>
              <a:gd name="connsiteY1948" fmla="*/ 1672614 h 4115518"/>
              <a:gd name="connsiteX1949" fmla="*/ 2929524 w 6282234"/>
              <a:gd name="connsiteY1949" fmla="*/ 1673941 h 4115518"/>
              <a:gd name="connsiteX1950" fmla="*/ 2939948 w 6282234"/>
              <a:gd name="connsiteY1950" fmla="*/ 1673941 h 4115518"/>
              <a:gd name="connsiteX1951" fmla="*/ 2941251 w 6282234"/>
              <a:gd name="connsiteY1951" fmla="*/ 1682234 h 4115518"/>
              <a:gd name="connsiteX1952" fmla="*/ 2934736 w 6282234"/>
              <a:gd name="connsiteY1952" fmla="*/ 1700811 h 4115518"/>
              <a:gd name="connsiteX1953" fmla="*/ 2922684 w 6282234"/>
              <a:gd name="connsiteY1953" fmla="*/ 1715740 h 4115518"/>
              <a:gd name="connsiteX1954" fmla="*/ 2928221 w 6282234"/>
              <a:gd name="connsiteY1954" fmla="*/ 1728013 h 4115518"/>
              <a:gd name="connsiteX1955" fmla="*/ 2937342 w 6282234"/>
              <a:gd name="connsiteY1955" fmla="*/ 1733321 h 4115518"/>
              <a:gd name="connsiteX1956" fmla="*/ 2943857 w 6282234"/>
              <a:gd name="connsiteY1956" fmla="*/ 1742610 h 4115518"/>
              <a:gd name="connsiteX1957" fmla="*/ 2946462 w 6282234"/>
              <a:gd name="connsiteY1957" fmla="*/ 1757538 h 4115518"/>
              <a:gd name="connsiteX1958" fmla="*/ 2952000 w 6282234"/>
              <a:gd name="connsiteY1958" fmla="*/ 1771140 h 4115518"/>
              <a:gd name="connsiteX1959" fmla="*/ 2963727 w 6282234"/>
              <a:gd name="connsiteY1959" fmla="*/ 1776447 h 4115518"/>
              <a:gd name="connsiteX1960" fmla="*/ 2975778 w 6282234"/>
              <a:gd name="connsiteY1960" fmla="*/ 1800664 h 4115518"/>
              <a:gd name="connsiteX1961" fmla="*/ 2977081 w 6282234"/>
              <a:gd name="connsiteY1961" fmla="*/ 1818246 h 4115518"/>
              <a:gd name="connsiteX1962" fmla="*/ 2996951 w 6282234"/>
              <a:gd name="connsiteY1962" fmla="*/ 1822227 h 4115518"/>
              <a:gd name="connsiteX1963" fmla="*/ 3000859 w 6282234"/>
              <a:gd name="connsiteY1963" fmla="*/ 1827534 h 4115518"/>
              <a:gd name="connsiteX1964" fmla="*/ 3003464 w 6282234"/>
              <a:gd name="connsiteY1964" fmla="*/ 1837155 h 4115518"/>
              <a:gd name="connsiteX1965" fmla="*/ 3000859 w 6282234"/>
              <a:gd name="connsiteY1965" fmla="*/ 1846444 h 4115518"/>
              <a:gd name="connsiteX1966" fmla="*/ 2988807 w 6282234"/>
              <a:gd name="connsiteY1966" fmla="*/ 1861372 h 4115518"/>
              <a:gd name="connsiteX1967" fmla="*/ 2988807 w 6282234"/>
              <a:gd name="connsiteY1967" fmla="*/ 1868006 h 4115518"/>
              <a:gd name="connsiteX1968" fmla="*/ 2994344 w 6282234"/>
              <a:gd name="connsiteY1968" fmla="*/ 1876299 h 4115518"/>
              <a:gd name="connsiteX1969" fmla="*/ 2988807 w 6282234"/>
              <a:gd name="connsiteY1969" fmla="*/ 1880281 h 4115518"/>
              <a:gd name="connsiteX1970" fmla="*/ 2977081 w 6282234"/>
              <a:gd name="connsiteY1970" fmla="*/ 1885588 h 4115518"/>
              <a:gd name="connsiteX1971" fmla="*/ 2955909 w 6282234"/>
              <a:gd name="connsiteY1971" fmla="*/ 1882934 h 4115518"/>
              <a:gd name="connsiteX1972" fmla="*/ 2939948 w 6282234"/>
              <a:gd name="connsiteY1972" fmla="*/ 1888242 h 4115518"/>
              <a:gd name="connsiteX1973" fmla="*/ 2925290 w 6282234"/>
              <a:gd name="connsiteY1973" fmla="*/ 1885588 h 4115518"/>
              <a:gd name="connsiteX1974" fmla="*/ 2910958 w 6282234"/>
              <a:gd name="connsiteY1974" fmla="*/ 1890896 h 4115518"/>
              <a:gd name="connsiteX1975" fmla="*/ 2908353 w 6282234"/>
              <a:gd name="connsiteY1975" fmla="*/ 1900516 h 4115518"/>
              <a:gd name="connsiteX1976" fmla="*/ 2901512 w 6282234"/>
              <a:gd name="connsiteY1976" fmla="*/ 1895209 h 4115518"/>
              <a:gd name="connsiteX1977" fmla="*/ 2889785 w 6282234"/>
              <a:gd name="connsiteY1977" fmla="*/ 1897863 h 4115518"/>
              <a:gd name="connsiteX1978" fmla="*/ 2881642 w 6282234"/>
              <a:gd name="connsiteY1978" fmla="*/ 1904498 h 4115518"/>
              <a:gd name="connsiteX1979" fmla="*/ 2877734 w 6282234"/>
              <a:gd name="connsiteY1979" fmla="*/ 1900516 h 4115518"/>
              <a:gd name="connsiteX1980" fmla="*/ 2893695 w 6282234"/>
              <a:gd name="connsiteY1980" fmla="*/ 1882934 h 4115518"/>
              <a:gd name="connsiteX1981" fmla="*/ 2898907 w 6282234"/>
              <a:gd name="connsiteY1981" fmla="*/ 1873646 h 4115518"/>
              <a:gd name="connsiteX1982" fmla="*/ 2910958 w 6282234"/>
              <a:gd name="connsiteY1982" fmla="*/ 1866679 h 4115518"/>
              <a:gd name="connsiteX1983" fmla="*/ 2905421 w 6282234"/>
              <a:gd name="connsiteY1983" fmla="*/ 1861372 h 4115518"/>
              <a:gd name="connsiteX1984" fmla="*/ 2898907 w 6282234"/>
              <a:gd name="connsiteY1984" fmla="*/ 1864026 h 4115518"/>
              <a:gd name="connsiteX1985" fmla="*/ 2896300 w 6282234"/>
              <a:gd name="connsiteY1985" fmla="*/ 1856064 h 4115518"/>
              <a:gd name="connsiteX1986" fmla="*/ 2884249 w 6282234"/>
              <a:gd name="connsiteY1986" fmla="*/ 1858718 h 4115518"/>
              <a:gd name="connsiteX1987" fmla="*/ 2881642 w 6282234"/>
              <a:gd name="connsiteY1987" fmla="*/ 1852083 h 4115518"/>
              <a:gd name="connsiteX1988" fmla="*/ 2898907 w 6282234"/>
              <a:gd name="connsiteY1988" fmla="*/ 1842462 h 4115518"/>
              <a:gd name="connsiteX1989" fmla="*/ 2901512 w 6282234"/>
              <a:gd name="connsiteY1989" fmla="*/ 1834501 h 4115518"/>
              <a:gd name="connsiteX1990" fmla="*/ 2898907 w 6282234"/>
              <a:gd name="connsiteY1990" fmla="*/ 1815592 h 4115518"/>
              <a:gd name="connsiteX1991" fmla="*/ 2920078 w 6282234"/>
              <a:gd name="connsiteY1991" fmla="*/ 1807299 h 4115518"/>
              <a:gd name="connsiteX1992" fmla="*/ 2920078 w 6282234"/>
              <a:gd name="connsiteY1992" fmla="*/ 1800664 h 4115518"/>
              <a:gd name="connsiteX1993" fmla="*/ 2908353 w 6282234"/>
              <a:gd name="connsiteY1993" fmla="*/ 1773793 h 4115518"/>
              <a:gd name="connsiteX1994" fmla="*/ 2913563 w 6282234"/>
              <a:gd name="connsiteY1994" fmla="*/ 1761520 h 4115518"/>
              <a:gd name="connsiteX1995" fmla="*/ 2896300 w 6282234"/>
              <a:gd name="connsiteY1995" fmla="*/ 1769813 h 4115518"/>
              <a:gd name="connsiteX1996" fmla="*/ 2881642 w 6282234"/>
              <a:gd name="connsiteY1996" fmla="*/ 1758865 h 4115518"/>
              <a:gd name="connsiteX1997" fmla="*/ 2892392 w 6282234"/>
              <a:gd name="connsiteY1997" fmla="*/ 1745595 h 4115518"/>
              <a:gd name="connsiteX1998" fmla="*/ 2884249 w 6282234"/>
              <a:gd name="connsiteY1998" fmla="*/ 1733321 h 4115518"/>
              <a:gd name="connsiteX1999" fmla="*/ 2880339 w 6282234"/>
              <a:gd name="connsiteY1999" fmla="*/ 1733321 h 4115518"/>
              <a:gd name="connsiteX2000" fmla="*/ 2875129 w 6282234"/>
              <a:gd name="connsiteY2000" fmla="*/ 1721048 h 4115518"/>
              <a:gd name="connsiteX2001" fmla="*/ 2880339 w 6282234"/>
              <a:gd name="connsiteY2001" fmla="*/ 1710431 h 4115518"/>
              <a:gd name="connsiteX2002" fmla="*/ 2869917 w 6282234"/>
              <a:gd name="connsiteY2002" fmla="*/ 1710431 h 4115518"/>
              <a:gd name="connsiteX2003" fmla="*/ 2866008 w 6282234"/>
              <a:gd name="connsiteY2003" fmla="*/ 1703797 h 4115518"/>
              <a:gd name="connsiteX2004" fmla="*/ 2869917 w 6282234"/>
              <a:gd name="connsiteY2004" fmla="*/ 1700811 h 4115518"/>
              <a:gd name="connsiteX2005" fmla="*/ 2875129 w 6282234"/>
              <a:gd name="connsiteY2005" fmla="*/ 1686215 h 4115518"/>
              <a:gd name="connsiteX2006" fmla="*/ 2869917 w 6282234"/>
              <a:gd name="connsiteY2006" fmla="*/ 1682234 h 4115518"/>
              <a:gd name="connsiteX2007" fmla="*/ 2872522 w 6282234"/>
              <a:gd name="connsiteY2007" fmla="*/ 1669959 h 4115518"/>
              <a:gd name="connsiteX2008" fmla="*/ 2881642 w 6282234"/>
              <a:gd name="connsiteY2008" fmla="*/ 1664652 h 4115518"/>
              <a:gd name="connsiteX2009" fmla="*/ 2881642 w 6282234"/>
              <a:gd name="connsiteY2009" fmla="*/ 1655032 h 4115518"/>
              <a:gd name="connsiteX2010" fmla="*/ 3366976 w 6282234"/>
              <a:gd name="connsiteY2010" fmla="*/ 1628161 h 4115518"/>
              <a:gd name="connsiteX2011" fmla="*/ 3373491 w 6282234"/>
              <a:gd name="connsiteY2011" fmla="*/ 1636122 h 4115518"/>
              <a:gd name="connsiteX2012" fmla="*/ 3366976 w 6282234"/>
              <a:gd name="connsiteY2012" fmla="*/ 1640435 h 4115518"/>
              <a:gd name="connsiteX2013" fmla="*/ 3314860 w 6282234"/>
              <a:gd name="connsiteY2013" fmla="*/ 1582382 h 4115518"/>
              <a:gd name="connsiteX2014" fmla="*/ 3324632 w 6282234"/>
              <a:gd name="connsiteY2014" fmla="*/ 1585035 h 4115518"/>
              <a:gd name="connsiteX2015" fmla="*/ 3321375 w 6282234"/>
              <a:gd name="connsiteY2015" fmla="*/ 1591670 h 4115518"/>
              <a:gd name="connsiteX2016" fmla="*/ 83354 w 6282234"/>
              <a:gd name="connsiteY2016" fmla="*/ 1579728 h 4115518"/>
              <a:gd name="connsiteX2017" fmla="*/ 92897 w 6282234"/>
              <a:gd name="connsiteY2017" fmla="*/ 1597310 h 4115518"/>
              <a:gd name="connsiteX2018" fmla="*/ 76220 w 6282234"/>
              <a:gd name="connsiteY2018" fmla="*/ 1599964 h 4115518"/>
              <a:gd name="connsiteX2019" fmla="*/ 61921 w 6282234"/>
              <a:gd name="connsiteY2019" fmla="*/ 1587690 h 4115518"/>
              <a:gd name="connsiteX2020" fmla="*/ 2851351 w 6282234"/>
              <a:gd name="connsiteY2020" fmla="*/ 1515039 h 4115518"/>
              <a:gd name="connsiteX2021" fmla="*/ 2856561 w 6282234"/>
              <a:gd name="connsiteY2021" fmla="*/ 1521674 h 4115518"/>
              <a:gd name="connsiteX2022" fmla="*/ 2856561 w 6282234"/>
              <a:gd name="connsiteY2022" fmla="*/ 1524328 h 4115518"/>
              <a:gd name="connsiteX2023" fmla="*/ 2851351 w 6282234"/>
              <a:gd name="connsiteY2023" fmla="*/ 1516366 h 4115518"/>
              <a:gd name="connsiteX2024" fmla="*/ 1581991 w 6282234"/>
              <a:gd name="connsiteY2024" fmla="*/ 1506746 h 4115518"/>
              <a:gd name="connsiteX2025" fmla="*/ 1594044 w 6282234"/>
              <a:gd name="connsiteY2025" fmla="*/ 1512385 h 4115518"/>
              <a:gd name="connsiteX2026" fmla="*/ 1588832 w 6282234"/>
              <a:gd name="connsiteY2026" fmla="*/ 1528308 h 4115518"/>
              <a:gd name="connsiteX2027" fmla="*/ 1576780 w 6282234"/>
              <a:gd name="connsiteY2027" fmla="*/ 1528308 h 4115518"/>
              <a:gd name="connsiteX2028" fmla="*/ 1543882 w 6282234"/>
              <a:gd name="connsiteY2028" fmla="*/ 1485183 h 4115518"/>
              <a:gd name="connsiteX2029" fmla="*/ 1547790 w 6282234"/>
              <a:gd name="connsiteY2029" fmla="*/ 1494803 h 4115518"/>
              <a:gd name="connsiteX2030" fmla="*/ 1534436 w 6282234"/>
              <a:gd name="connsiteY2030" fmla="*/ 1509731 h 4115518"/>
              <a:gd name="connsiteX2031" fmla="*/ 1517171 w 6282234"/>
              <a:gd name="connsiteY2031" fmla="*/ 1516366 h 4115518"/>
              <a:gd name="connsiteX2032" fmla="*/ 1520104 w 6282234"/>
              <a:gd name="connsiteY2032" fmla="*/ 1490823 h 4115518"/>
              <a:gd name="connsiteX2033" fmla="*/ 7133 w 6282234"/>
              <a:gd name="connsiteY2033" fmla="*/ 1455659 h 4115518"/>
              <a:gd name="connsiteX2034" fmla="*/ 35732 w 6282234"/>
              <a:gd name="connsiteY2034" fmla="*/ 1478548 h 4115518"/>
              <a:gd name="connsiteX2035" fmla="*/ 23810 w 6282234"/>
              <a:gd name="connsiteY2035" fmla="*/ 1479876 h 4115518"/>
              <a:gd name="connsiteX2036" fmla="*/ 0 w 6282234"/>
              <a:gd name="connsiteY2036" fmla="*/ 1466274 h 4115518"/>
              <a:gd name="connsiteX2037" fmla="*/ 1486880 w 6282234"/>
              <a:gd name="connsiteY2037" fmla="*/ 1361445 h 4115518"/>
              <a:gd name="connsiteX2038" fmla="*/ 1510657 w 6282234"/>
              <a:gd name="connsiteY2038" fmla="*/ 1393624 h 4115518"/>
              <a:gd name="connsiteX2039" fmla="*/ 1541275 w 6282234"/>
              <a:gd name="connsiteY2039" fmla="*/ 1412532 h 4115518"/>
              <a:gd name="connsiteX2040" fmla="*/ 1553002 w 6282234"/>
              <a:gd name="connsiteY2040" fmla="*/ 1439404 h 4115518"/>
              <a:gd name="connsiteX2041" fmla="*/ 1576780 w 6282234"/>
              <a:gd name="connsiteY2041" fmla="*/ 1451677 h 4115518"/>
              <a:gd name="connsiteX2042" fmla="*/ 1562448 w 6282234"/>
              <a:gd name="connsiteY2042" fmla="*/ 1466274 h 4115518"/>
              <a:gd name="connsiteX2043" fmla="*/ 1535739 w 6282234"/>
              <a:gd name="connsiteY2043" fmla="*/ 1454331 h 4115518"/>
              <a:gd name="connsiteX2044" fmla="*/ 1520104 w 6282234"/>
              <a:gd name="connsiteY2044" fmla="*/ 1451677 h 4115518"/>
              <a:gd name="connsiteX2045" fmla="*/ 1496000 w 6282234"/>
              <a:gd name="connsiteY2045" fmla="*/ 1475894 h 4115518"/>
              <a:gd name="connsiteX2046" fmla="*/ 1472222 w 6282234"/>
              <a:gd name="connsiteY2046" fmla="*/ 1439404 h 4115518"/>
              <a:gd name="connsiteX2047" fmla="*/ 1469616 w 6282234"/>
              <a:gd name="connsiteY2047" fmla="*/ 1417840 h 4115518"/>
              <a:gd name="connsiteX2048" fmla="*/ 1476130 w 6282234"/>
              <a:gd name="connsiteY2048" fmla="*/ 1370734 h 4115518"/>
              <a:gd name="connsiteX2049" fmla="*/ 2693698 w 6282234"/>
              <a:gd name="connsiteY2049" fmla="*/ 1336897 h 4115518"/>
              <a:gd name="connsiteX2050" fmla="*/ 2699236 w 6282234"/>
              <a:gd name="connsiteY2050" fmla="*/ 1349171 h 4115518"/>
              <a:gd name="connsiteX2051" fmla="*/ 2713568 w 6282234"/>
              <a:gd name="connsiteY2051" fmla="*/ 1351825 h 4115518"/>
              <a:gd name="connsiteX2052" fmla="*/ 2717802 w 6282234"/>
              <a:gd name="connsiteY2052" fmla="*/ 1357133 h 4115518"/>
              <a:gd name="connsiteX2053" fmla="*/ 2714871 w 6282234"/>
              <a:gd name="connsiteY2053" fmla="*/ 1366753 h 4115518"/>
              <a:gd name="connsiteX2054" fmla="*/ 2737346 w 6282234"/>
              <a:gd name="connsiteY2054" fmla="*/ 1381682 h 4115518"/>
              <a:gd name="connsiteX2055" fmla="*/ 2734740 w 6282234"/>
              <a:gd name="connsiteY2055" fmla="*/ 1388315 h 4115518"/>
              <a:gd name="connsiteX2056" fmla="*/ 2737346 w 6282234"/>
              <a:gd name="connsiteY2056" fmla="*/ 1400258 h 4115518"/>
              <a:gd name="connsiteX2057" fmla="*/ 2729529 w 6282234"/>
              <a:gd name="connsiteY2057" fmla="*/ 1412532 h 4115518"/>
              <a:gd name="connsiteX2058" fmla="*/ 2713568 w 6282234"/>
              <a:gd name="connsiteY2058" fmla="*/ 1434095 h 4115518"/>
              <a:gd name="connsiteX2059" fmla="*/ 2705750 w 6282234"/>
              <a:gd name="connsiteY2059" fmla="*/ 1431442 h 4115518"/>
              <a:gd name="connsiteX2060" fmla="*/ 2693698 w 6282234"/>
              <a:gd name="connsiteY2060" fmla="*/ 1439404 h 4115518"/>
              <a:gd name="connsiteX2061" fmla="*/ 2687183 w 6282234"/>
              <a:gd name="connsiteY2061" fmla="*/ 1446369 h 4115518"/>
              <a:gd name="connsiteX2062" fmla="*/ 2660800 w 6282234"/>
              <a:gd name="connsiteY2062" fmla="*/ 1455659 h 4115518"/>
              <a:gd name="connsiteX2063" fmla="*/ 2660800 w 6282234"/>
              <a:gd name="connsiteY2063" fmla="*/ 1463620 h 4115518"/>
              <a:gd name="connsiteX2064" fmla="*/ 2646142 w 6282234"/>
              <a:gd name="connsiteY2064" fmla="*/ 1467932 h 4115518"/>
              <a:gd name="connsiteX2065" fmla="*/ 2619758 w 6282234"/>
              <a:gd name="connsiteY2065" fmla="*/ 1460966 h 4115518"/>
              <a:gd name="connsiteX2066" fmla="*/ 2610312 w 6282234"/>
              <a:gd name="connsiteY2066" fmla="*/ 1451677 h 4115518"/>
              <a:gd name="connsiteX2067" fmla="*/ 2583928 w 6282234"/>
              <a:gd name="connsiteY2067" fmla="*/ 1449024 h 4115518"/>
              <a:gd name="connsiteX2068" fmla="*/ 2592072 w 6282234"/>
              <a:gd name="connsiteY2068" fmla="*/ 1442057 h 4115518"/>
              <a:gd name="connsiteX2069" fmla="*/ 2589139 w 6282234"/>
              <a:gd name="connsiteY2069" fmla="*/ 1427461 h 4115518"/>
              <a:gd name="connsiteX2070" fmla="*/ 2583928 w 6282234"/>
              <a:gd name="connsiteY2070" fmla="*/ 1419167 h 4115518"/>
              <a:gd name="connsiteX2071" fmla="*/ 2582626 w 6282234"/>
              <a:gd name="connsiteY2071" fmla="*/ 1409879 h 4115518"/>
              <a:gd name="connsiteX2072" fmla="*/ 2562756 w 6282234"/>
              <a:gd name="connsiteY2072" fmla="*/ 1409879 h 4115518"/>
              <a:gd name="connsiteX2073" fmla="*/ 2570899 w 6282234"/>
              <a:gd name="connsiteY2073" fmla="*/ 1403244 h 4115518"/>
              <a:gd name="connsiteX2074" fmla="*/ 2583928 w 6282234"/>
              <a:gd name="connsiteY2074" fmla="*/ 1400258 h 4115518"/>
              <a:gd name="connsiteX2075" fmla="*/ 2582626 w 6282234"/>
              <a:gd name="connsiteY2075" fmla="*/ 1393624 h 4115518"/>
              <a:gd name="connsiteX2076" fmla="*/ 2586534 w 6282234"/>
              <a:gd name="connsiteY2076" fmla="*/ 1383008 h 4115518"/>
              <a:gd name="connsiteX2077" fmla="*/ 2574808 w 6282234"/>
              <a:gd name="connsiteY2077" fmla="*/ 1378695 h 4115518"/>
              <a:gd name="connsiteX2078" fmla="*/ 2567968 w 6282234"/>
              <a:gd name="connsiteY2078" fmla="*/ 1381682 h 4115518"/>
              <a:gd name="connsiteX2079" fmla="*/ 2546795 w 6282234"/>
              <a:gd name="connsiteY2079" fmla="*/ 1381682 h 4115518"/>
              <a:gd name="connsiteX2080" fmla="*/ 2565362 w 6282234"/>
              <a:gd name="connsiteY2080" fmla="*/ 1351825 h 4115518"/>
              <a:gd name="connsiteX2081" fmla="*/ 2572202 w 6282234"/>
              <a:gd name="connsiteY2081" fmla="*/ 1339883 h 4115518"/>
              <a:gd name="connsiteX2082" fmla="*/ 2582626 w 6282234"/>
              <a:gd name="connsiteY2082" fmla="*/ 1339883 h 4115518"/>
              <a:gd name="connsiteX2083" fmla="*/ 2592072 w 6282234"/>
              <a:gd name="connsiteY2083" fmla="*/ 1346517 h 4115518"/>
              <a:gd name="connsiteX2084" fmla="*/ 2603797 w 6282234"/>
              <a:gd name="connsiteY2084" fmla="*/ 1366753 h 4115518"/>
              <a:gd name="connsiteX2085" fmla="*/ 2598585 w 6282234"/>
              <a:gd name="connsiteY2085" fmla="*/ 1373388 h 4115518"/>
              <a:gd name="connsiteX2086" fmla="*/ 2618455 w 6282234"/>
              <a:gd name="connsiteY2086" fmla="*/ 1381682 h 4115518"/>
              <a:gd name="connsiteX2087" fmla="*/ 2619758 w 6282234"/>
              <a:gd name="connsiteY2087" fmla="*/ 1370734 h 4115518"/>
              <a:gd name="connsiteX2088" fmla="*/ 2618455 w 6282234"/>
              <a:gd name="connsiteY2088" fmla="*/ 1357133 h 4115518"/>
              <a:gd name="connsiteX2089" fmla="*/ 2634416 w 6282234"/>
              <a:gd name="connsiteY2089" fmla="*/ 1370734 h 4115518"/>
              <a:gd name="connsiteX2090" fmla="*/ 2634416 w 6282234"/>
              <a:gd name="connsiteY2090" fmla="*/ 1357133 h 4115518"/>
              <a:gd name="connsiteX2091" fmla="*/ 2643536 w 6282234"/>
              <a:gd name="connsiteY2091" fmla="*/ 1351825 h 4115518"/>
              <a:gd name="connsiteX2092" fmla="*/ 2660800 w 6282234"/>
              <a:gd name="connsiteY2092" fmla="*/ 1354478 h 4115518"/>
              <a:gd name="connsiteX2093" fmla="*/ 2669920 w 6282234"/>
              <a:gd name="connsiteY2093" fmla="*/ 1361445 h 4115518"/>
              <a:gd name="connsiteX2094" fmla="*/ 2672526 w 6282234"/>
              <a:gd name="connsiteY2094" fmla="*/ 1351825 h 4115518"/>
              <a:gd name="connsiteX2095" fmla="*/ 2681972 w 6282234"/>
              <a:gd name="connsiteY2095" fmla="*/ 1354478 h 4115518"/>
              <a:gd name="connsiteX2096" fmla="*/ 2687183 w 6282234"/>
              <a:gd name="connsiteY2096" fmla="*/ 1346517 h 4115518"/>
              <a:gd name="connsiteX2097" fmla="*/ 2684578 w 6282234"/>
              <a:gd name="connsiteY2097" fmla="*/ 1339883 h 4115518"/>
              <a:gd name="connsiteX2098" fmla="*/ 1641600 w 6282234"/>
              <a:gd name="connsiteY2098" fmla="*/ 1254958 h 4115518"/>
              <a:gd name="connsiteX2099" fmla="*/ 1665378 w 6282234"/>
              <a:gd name="connsiteY2099" fmla="*/ 1257612 h 4115518"/>
              <a:gd name="connsiteX2100" fmla="*/ 1667006 w 6282234"/>
              <a:gd name="connsiteY2100" fmla="*/ 1285809 h 4115518"/>
              <a:gd name="connsiteX2101" fmla="*/ 1660166 w 6282234"/>
              <a:gd name="connsiteY2101" fmla="*/ 1298084 h 4115518"/>
              <a:gd name="connsiteX2102" fmla="*/ 1638993 w 6282234"/>
              <a:gd name="connsiteY2102" fmla="*/ 1306046 h 4115518"/>
              <a:gd name="connsiteX2103" fmla="*/ 1627268 w 6282234"/>
              <a:gd name="connsiteY2103" fmla="*/ 1284483 h 4115518"/>
              <a:gd name="connsiteX2104" fmla="*/ 3236685 w 6282234"/>
              <a:gd name="connsiteY2104" fmla="*/ 1223775 h 4115518"/>
              <a:gd name="connsiteX2105" fmla="*/ 3239943 w 6282234"/>
              <a:gd name="connsiteY2105" fmla="*/ 1227756 h 4115518"/>
              <a:gd name="connsiteX2106" fmla="*/ 3236685 w 6282234"/>
              <a:gd name="connsiteY2106" fmla="*/ 1242684 h 4115518"/>
              <a:gd name="connsiteX2107" fmla="*/ 3223657 w 6282234"/>
              <a:gd name="connsiteY2107" fmla="*/ 1240030 h 4115518"/>
              <a:gd name="connsiteX2108" fmla="*/ 3829509 w 6282234"/>
              <a:gd name="connsiteY2108" fmla="*/ 1196904 h 4115518"/>
              <a:gd name="connsiteX2109" fmla="*/ 3842538 w 6282234"/>
              <a:gd name="connsiteY2109" fmla="*/ 1206193 h 4115518"/>
              <a:gd name="connsiteX2110" fmla="*/ 3836023 w 6282234"/>
              <a:gd name="connsiteY2110" fmla="*/ 1227756 h 4115518"/>
              <a:gd name="connsiteX2111" fmla="*/ 3819737 w 6282234"/>
              <a:gd name="connsiteY2111" fmla="*/ 1236049 h 4115518"/>
              <a:gd name="connsiteX2112" fmla="*/ 3809965 w 6282234"/>
              <a:gd name="connsiteY2112" fmla="*/ 1225102 h 4115518"/>
              <a:gd name="connsiteX2113" fmla="*/ 3819737 w 6282234"/>
              <a:gd name="connsiteY2113" fmla="*/ 1199558 h 4115518"/>
              <a:gd name="connsiteX2114" fmla="*/ 3279029 w 6282234"/>
              <a:gd name="connsiteY2114" fmla="*/ 1191597 h 4115518"/>
              <a:gd name="connsiteX2115" fmla="*/ 3285544 w 6282234"/>
              <a:gd name="connsiteY2115" fmla="*/ 1199558 h 4115518"/>
              <a:gd name="connsiteX2116" fmla="*/ 3282287 w 6282234"/>
              <a:gd name="connsiteY2116" fmla="*/ 1213159 h 4115518"/>
              <a:gd name="connsiteX2117" fmla="*/ 3266001 w 6282234"/>
              <a:gd name="connsiteY2117" fmla="*/ 1208847 h 4115518"/>
              <a:gd name="connsiteX2118" fmla="*/ 1269945 w 6282234"/>
              <a:gd name="connsiteY2118" fmla="*/ 1176668 h 4115518"/>
              <a:gd name="connsiteX2119" fmla="*/ 1302843 w 6282234"/>
              <a:gd name="connsiteY2119" fmla="*/ 1208847 h 4115518"/>
              <a:gd name="connsiteX2120" fmla="*/ 1309358 w 6282234"/>
              <a:gd name="connsiteY2120" fmla="*/ 1227756 h 4115518"/>
              <a:gd name="connsiteX2121" fmla="*/ 1297631 w 6282234"/>
              <a:gd name="connsiteY2121" fmla="*/ 1247992 h 4115518"/>
              <a:gd name="connsiteX2122" fmla="*/ 1276460 w 6282234"/>
              <a:gd name="connsiteY2122" fmla="*/ 1242684 h 4115518"/>
              <a:gd name="connsiteX2123" fmla="*/ 1245841 w 6282234"/>
              <a:gd name="connsiteY2123" fmla="*/ 1227756 h 4115518"/>
              <a:gd name="connsiteX2124" fmla="*/ 1257893 w 6282234"/>
              <a:gd name="connsiteY2124" fmla="*/ 1194250 h 4115518"/>
              <a:gd name="connsiteX2125" fmla="*/ 5901133 w 6282234"/>
              <a:gd name="connsiteY2125" fmla="*/ 1170033 h 4115518"/>
              <a:gd name="connsiteX2126" fmla="*/ 5917419 w 6282234"/>
              <a:gd name="connsiteY2126" fmla="*/ 1181976 h 4115518"/>
              <a:gd name="connsiteX2127" fmla="*/ 5910905 w 6282234"/>
              <a:gd name="connsiteY2127" fmla="*/ 1191597 h 4115518"/>
              <a:gd name="connsiteX2128" fmla="*/ 5891361 w 6282234"/>
              <a:gd name="connsiteY2128" fmla="*/ 1179322 h 4115518"/>
              <a:gd name="connsiteX2129" fmla="*/ 2026935 w 6282234"/>
              <a:gd name="connsiteY2129" fmla="*/ 1152451 h 4115518"/>
              <a:gd name="connsiteX2130" fmla="*/ 2050713 w 6282234"/>
              <a:gd name="connsiteY2130" fmla="*/ 1163067 h 4115518"/>
              <a:gd name="connsiteX2131" fmla="*/ 2067976 w 6282234"/>
              <a:gd name="connsiteY2131" fmla="*/ 1179322 h 4115518"/>
              <a:gd name="connsiteX2132" fmla="*/ 2070583 w 6282234"/>
              <a:gd name="connsiteY2132" fmla="*/ 1191597 h 4115518"/>
              <a:gd name="connsiteX2133" fmla="*/ 2058530 w 6282234"/>
              <a:gd name="connsiteY2133" fmla="*/ 1200885 h 4115518"/>
              <a:gd name="connsiteX2134" fmla="*/ 2041267 w 6282234"/>
              <a:gd name="connsiteY2134" fmla="*/ 1208847 h 4115518"/>
              <a:gd name="connsiteX2135" fmla="*/ 2032147 w 6282234"/>
              <a:gd name="connsiteY2135" fmla="*/ 1194250 h 4115518"/>
              <a:gd name="connsiteX2136" fmla="*/ 2014883 w 6282234"/>
              <a:gd name="connsiteY2136" fmla="*/ 1187284 h 4115518"/>
              <a:gd name="connsiteX2137" fmla="*/ 2017489 w 6282234"/>
              <a:gd name="connsiteY2137" fmla="*/ 1163067 h 4115518"/>
              <a:gd name="connsiteX2138" fmla="*/ 3998887 w 6282234"/>
              <a:gd name="connsiteY2138" fmla="*/ 1145485 h 4115518"/>
              <a:gd name="connsiteX2139" fmla="*/ 4024945 w 6282234"/>
              <a:gd name="connsiteY2139" fmla="*/ 1179322 h 4115518"/>
              <a:gd name="connsiteX2140" fmla="*/ 4011916 w 6282234"/>
              <a:gd name="connsiteY2140" fmla="*/ 1187284 h 4115518"/>
              <a:gd name="connsiteX2141" fmla="*/ 3998887 w 6282234"/>
              <a:gd name="connsiteY2141" fmla="*/ 1176668 h 4115518"/>
              <a:gd name="connsiteX2142" fmla="*/ 3985857 w 6282234"/>
              <a:gd name="connsiteY2142" fmla="*/ 1157760 h 4115518"/>
              <a:gd name="connsiteX2143" fmla="*/ 2524320 w 6282234"/>
              <a:gd name="connsiteY2143" fmla="*/ 1111980 h 4115518"/>
              <a:gd name="connsiteX2144" fmla="*/ 2532463 w 6282234"/>
              <a:gd name="connsiteY2144" fmla="*/ 1136196 h 4115518"/>
              <a:gd name="connsiteX2145" fmla="*/ 2517806 w 6282234"/>
              <a:gd name="connsiteY2145" fmla="*/ 1140178 h 4115518"/>
              <a:gd name="connsiteX2146" fmla="*/ 2487513 w 6282234"/>
              <a:gd name="connsiteY2146" fmla="*/ 1148471 h 4115518"/>
              <a:gd name="connsiteX2147" fmla="*/ 2500542 w 6282234"/>
              <a:gd name="connsiteY2147" fmla="*/ 1123923 h 4115518"/>
              <a:gd name="connsiteX2148" fmla="*/ 2515199 w 6282234"/>
              <a:gd name="connsiteY2148" fmla="*/ 1121268 h 4115518"/>
              <a:gd name="connsiteX2149" fmla="*/ 6103084 w 6282234"/>
              <a:gd name="connsiteY2149" fmla="*/ 1087763 h 4115518"/>
              <a:gd name="connsiteX2150" fmla="*/ 6132400 w 6282234"/>
              <a:gd name="connsiteY2150" fmla="*/ 1087763 h 4115518"/>
              <a:gd name="connsiteX2151" fmla="*/ 6145429 w 6282234"/>
              <a:gd name="connsiteY2151" fmla="*/ 1102359 h 4115518"/>
              <a:gd name="connsiteX2152" fmla="*/ 6138915 w 6282234"/>
              <a:gd name="connsiteY2152" fmla="*/ 1114633 h 4115518"/>
              <a:gd name="connsiteX2153" fmla="*/ 6112856 w 6282234"/>
              <a:gd name="connsiteY2153" fmla="*/ 1121268 h 4115518"/>
              <a:gd name="connsiteX2154" fmla="*/ 6103084 w 6282234"/>
              <a:gd name="connsiteY2154" fmla="*/ 1115961 h 4115518"/>
              <a:gd name="connsiteX2155" fmla="*/ 6080283 w 6282234"/>
              <a:gd name="connsiteY2155" fmla="*/ 1128235 h 4115518"/>
              <a:gd name="connsiteX2156" fmla="*/ 6083541 w 6282234"/>
              <a:gd name="connsiteY2156" fmla="*/ 1104018 h 4115518"/>
              <a:gd name="connsiteX2157" fmla="*/ 1329227 w 6282234"/>
              <a:gd name="connsiteY2157" fmla="*/ 1070181 h 4115518"/>
              <a:gd name="connsiteX2158" fmla="*/ 1350400 w 6282234"/>
              <a:gd name="connsiteY2158" fmla="*/ 1091744 h 4115518"/>
              <a:gd name="connsiteX2159" fmla="*/ 1357240 w 6282234"/>
              <a:gd name="connsiteY2159" fmla="*/ 1109326 h 4115518"/>
              <a:gd name="connsiteX2160" fmla="*/ 1355937 w 6282234"/>
              <a:gd name="connsiteY2160" fmla="*/ 1126908 h 4115518"/>
              <a:gd name="connsiteX2161" fmla="*/ 1368966 w 6282234"/>
              <a:gd name="connsiteY2161" fmla="*/ 1138850 h 4115518"/>
              <a:gd name="connsiteX2162" fmla="*/ 1379715 w 6282234"/>
              <a:gd name="connsiteY2162" fmla="*/ 1163067 h 4115518"/>
              <a:gd name="connsiteX2163" fmla="*/ 1362451 w 6282234"/>
              <a:gd name="connsiteY2163" fmla="*/ 1181976 h 4115518"/>
              <a:gd name="connsiteX2164" fmla="*/ 1368966 w 6282234"/>
              <a:gd name="connsiteY2164" fmla="*/ 1191597 h 4115518"/>
              <a:gd name="connsiteX2165" fmla="*/ 1381018 w 6282234"/>
              <a:gd name="connsiteY2165" fmla="*/ 1187284 h 4115518"/>
              <a:gd name="connsiteX2166" fmla="*/ 1392744 w 6282234"/>
              <a:gd name="connsiteY2166" fmla="*/ 1200885 h 4115518"/>
              <a:gd name="connsiteX2167" fmla="*/ 1400887 w 6282234"/>
              <a:gd name="connsiteY2167" fmla="*/ 1225102 h 4115518"/>
              <a:gd name="connsiteX2168" fmla="*/ 1395675 w 6282234"/>
              <a:gd name="connsiteY2168" fmla="*/ 1247992 h 4115518"/>
              <a:gd name="connsiteX2169" fmla="*/ 1404796 w 6282234"/>
              <a:gd name="connsiteY2169" fmla="*/ 1257612 h 4115518"/>
              <a:gd name="connsiteX2170" fmla="*/ 1412614 w 6282234"/>
              <a:gd name="connsiteY2170" fmla="*/ 1223775 h 4115518"/>
              <a:gd name="connsiteX2171" fmla="*/ 1419453 w 6282234"/>
              <a:gd name="connsiteY2171" fmla="*/ 1208847 h 4115518"/>
              <a:gd name="connsiteX2172" fmla="*/ 1439323 w 6282234"/>
              <a:gd name="connsiteY2172" fmla="*/ 1225102 h 4115518"/>
              <a:gd name="connsiteX2173" fmla="*/ 1445838 w 6282234"/>
              <a:gd name="connsiteY2173" fmla="*/ 1251972 h 4115518"/>
              <a:gd name="connsiteX2174" fmla="*/ 1436717 w 6282234"/>
              <a:gd name="connsiteY2174" fmla="*/ 1266901 h 4115518"/>
              <a:gd name="connsiteX2175" fmla="*/ 1439323 w 6282234"/>
              <a:gd name="connsiteY2175" fmla="*/ 1284483 h 4115518"/>
              <a:gd name="connsiteX2176" fmla="*/ 1454958 w 6282234"/>
              <a:gd name="connsiteY2176" fmla="*/ 1306046 h 4115518"/>
              <a:gd name="connsiteX2177" fmla="*/ 1463101 w 6282234"/>
              <a:gd name="connsiteY2177" fmla="*/ 1296756 h 4115518"/>
              <a:gd name="connsiteX2178" fmla="*/ 1479062 w 6282234"/>
              <a:gd name="connsiteY2178" fmla="*/ 1266901 h 4115518"/>
              <a:gd name="connsiteX2179" fmla="*/ 1481668 w 6282234"/>
              <a:gd name="connsiteY2179" fmla="*/ 1236049 h 4115518"/>
              <a:gd name="connsiteX2180" fmla="*/ 1496000 w 6282234"/>
              <a:gd name="connsiteY2180" fmla="*/ 1221121 h 4115518"/>
              <a:gd name="connsiteX2181" fmla="*/ 1486880 w 6282234"/>
              <a:gd name="connsiteY2181" fmla="*/ 1203539 h 4115518"/>
              <a:gd name="connsiteX2182" fmla="*/ 1484273 w 6282234"/>
              <a:gd name="connsiteY2182" fmla="*/ 1176668 h 4115518"/>
              <a:gd name="connsiteX2183" fmla="*/ 1505446 w 6282234"/>
              <a:gd name="connsiteY2183" fmla="*/ 1176668 h 4115518"/>
              <a:gd name="connsiteX2184" fmla="*/ 1534436 w 6282234"/>
              <a:gd name="connsiteY2184" fmla="*/ 1191597 h 4115518"/>
              <a:gd name="connsiteX2185" fmla="*/ 1558213 w 6282234"/>
              <a:gd name="connsiteY2185" fmla="*/ 1215813 h 4115518"/>
              <a:gd name="connsiteX2186" fmla="*/ 1559517 w 6282234"/>
              <a:gd name="connsiteY2186" fmla="*/ 1237376 h 4115518"/>
              <a:gd name="connsiteX2187" fmla="*/ 1547790 w 6282234"/>
              <a:gd name="connsiteY2187" fmla="*/ 1249319 h 4115518"/>
              <a:gd name="connsiteX2188" fmla="*/ 1538344 w 6282234"/>
              <a:gd name="connsiteY2188" fmla="*/ 1247992 h 4115518"/>
              <a:gd name="connsiteX2189" fmla="*/ 1546487 w 6282234"/>
              <a:gd name="connsiteY2189" fmla="*/ 1273536 h 4115518"/>
              <a:gd name="connsiteX2190" fmla="*/ 1559517 w 6282234"/>
              <a:gd name="connsiteY2190" fmla="*/ 1293771 h 4115518"/>
              <a:gd name="connsiteX2191" fmla="*/ 1555608 w 6282234"/>
              <a:gd name="connsiteY2191" fmla="*/ 1315334 h 4115518"/>
              <a:gd name="connsiteX2192" fmla="*/ 1529224 w 6282234"/>
              <a:gd name="connsiteY2192" fmla="*/ 1334243 h 4115518"/>
              <a:gd name="connsiteX2193" fmla="*/ 1514566 w 6282234"/>
              <a:gd name="connsiteY2193" fmla="*/ 1351825 h 4115518"/>
              <a:gd name="connsiteX2194" fmla="*/ 1488182 w 6282234"/>
              <a:gd name="connsiteY2194" fmla="*/ 1346517 h 4115518"/>
              <a:gd name="connsiteX2195" fmla="*/ 1486880 w 6282234"/>
              <a:gd name="connsiteY2195" fmla="*/ 1334243 h 4115518"/>
              <a:gd name="connsiteX2196" fmla="*/ 1467010 w 6282234"/>
              <a:gd name="connsiteY2196" fmla="*/ 1336897 h 4115518"/>
              <a:gd name="connsiteX2197" fmla="*/ 1479062 w 6282234"/>
              <a:gd name="connsiteY2197" fmla="*/ 1351825 h 4115518"/>
              <a:gd name="connsiteX2198" fmla="*/ 1469616 w 6282234"/>
              <a:gd name="connsiteY2198" fmla="*/ 1370734 h 4115518"/>
              <a:gd name="connsiteX2199" fmla="*/ 1452352 w 6282234"/>
              <a:gd name="connsiteY2199" fmla="*/ 1388315 h 4115518"/>
              <a:gd name="connsiteX2200" fmla="*/ 1443231 w 6282234"/>
              <a:gd name="connsiteY2200" fmla="*/ 1388315 h 4115518"/>
              <a:gd name="connsiteX2201" fmla="*/ 1412614 w 6282234"/>
              <a:gd name="connsiteY2201" fmla="*/ 1361445 h 4115518"/>
              <a:gd name="connsiteX2202" fmla="*/ 1412614 w 6282234"/>
              <a:gd name="connsiteY2202" fmla="*/ 1370734 h 4115518"/>
              <a:gd name="connsiteX2203" fmla="*/ 1424665 w 6282234"/>
              <a:gd name="connsiteY2203" fmla="*/ 1388315 h 4115518"/>
              <a:gd name="connsiteX2204" fmla="*/ 1448443 w 6282234"/>
              <a:gd name="connsiteY2204" fmla="*/ 1390970 h 4115518"/>
              <a:gd name="connsiteX2205" fmla="*/ 1460495 w 6282234"/>
              <a:gd name="connsiteY2205" fmla="*/ 1394950 h 4115518"/>
              <a:gd name="connsiteX2206" fmla="*/ 1443231 w 6282234"/>
              <a:gd name="connsiteY2206" fmla="*/ 1436749 h 4115518"/>
              <a:gd name="connsiteX2207" fmla="*/ 1428574 w 6282234"/>
              <a:gd name="connsiteY2207" fmla="*/ 1443384 h 4115518"/>
              <a:gd name="connsiteX2208" fmla="*/ 1403493 w 6282234"/>
              <a:gd name="connsiteY2208" fmla="*/ 1443384 h 4115518"/>
              <a:gd name="connsiteX2209" fmla="*/ 1404796 w 6282234"/>
              <a:gd name="connsiteY2209" fmla="*/ 1458312 h 4115518"/>
              <a:gd name="connsiteX2210" fmla="*/ 1392744 w 6282234"/>
              <a:gd name="connsiteY2210" fmla="*/ 1460966 h 4115518"/>
              <a:gd name="connsiteX2211" fmla="*/ 1395675 w 6282234"/>
              <a:gd name="connsiteY2211" fmla="*/ 1479876 h 4115518"/>
              <a:gd name="connsiteX2212" fmla="*/ 1368966 w 6282234"/>
              <a:gd name="connsiteY2212" fmla="*/ 1500111 h 4115518"/>
              <a:gd name="connsiteX2213" fmla="*/ 1343885 w 6282234"/>
              <a:gd name="connsiteY2213" fmla="*/ 1536602 h 4115518"/>
              <a:gd name="connsiteX2214" fmla="*/ 1332159 w 6282234"/>
              <a:gd name="connsiteY2214" fmla="*/ 1563473 h 4115518"/>
              <a:gd name="connsiteX2215" fmla="*/ 1324016 w 6282234"/>
              <a:gd name="connsiteY2215" fmla="*/ 1597310 h 4115518"/>
              <a:gd name="connsiteX2216" fmla="*/ 1324016 w 6282234"/>
              <a:gd name="connsiteY2216" fmla="*/ 1625507 h 4115518"/>
              <a:gd name="connsiteX2217" fmla="*/ 1329227 w 6282234"/>
              <a:gd name="connsiteY2217" fmla="*/ 1637450 h 4115518"/>
              <a:gd name="connsiteX2218" fmla="*/ 1353331 w 6282234"/>
              <a:gd name="connsiteY2218" fmla="*/ 1637450 h 4115518"/>
              <a:gd name="connsiteX2219" fmla="*/ 1365058 w 6282234"/>
              <a:gd name="connsiteY2219" fmla="*/ 1686215 h 4115518"/>
              <a:gd name="connsiteX2220" fmla="*/ 1362451 w 6282234"/>
              <a:gd name="connsiteY2220" fmla="*/ 1696831 h 4115518"/>
              <a:gd name="connsiteX2221" fmla="*/ 1386229 w 6282234"/>
              <a:gd name="connsiteY2221" fmla="*/ 1688869 h 4115518"/>
              <a:gd name="connsiteX2222" fmla="*/ 1427271 w 6282234"/>
              <a:gd name="connsiteY2222" fmla="*/ 1700811 h 4115518"/>
              <a:gd name="connsiteX2223" fmla="*/ 1443231 w 6282234"/>
              <a:gd name="connsiteY2223" fmla="*/ 1715740 h 4115518"/>
              <a:gd name="connsiteX2224" fmla="*/ 1451049 w 6282234"/>
              <a:gd name="connsiteY2224" fmla="*/ 1728013 h 4115518"/>
              <a:gd name="connsiteX2225" fmla="*/ 1481668 w 6282234"/>
              <a:gd name="connsiteY2225" fmla="*/ 1739956 h 4115518"/>
              <a:gd name="connsiteX2226" fmla="*/ 1488182 w 6282234"/>
              <a:gd name="connsiteY2226" fmla="*/ 1746923 h 4115518"/>
              <a:gd name="connsiteX2227" fmla="*/ 1502840 w 6282234"/>
              <a:gd name="connsiteY2227" fmla="*/ 1752230 h 4115518"/>
              <a:gd name="connsiteX2228" fmla="*/ 1511960 w 6282234"/>
              <a:gd name="connsiteY2228" fmla="*/ 1749577 h 4115518"/>
              <a:gd name="connsiteX2229" fmla="*/ 1541275 w 6282234"/>
              <a:gd name="connsiteY2229" fmla="*/ 1758865 h 4115518"/>
              <a:gd name="connsiteX2230" fmla="*/ 1538344 w 6282234"/>
              <a:gd name="connsiteY2230" fmla="*/ 1781755 h 4115518"/>
              <a:gd name="connsiteX2231" fmla="*/ 1543882 w 6282234"/>
              <a:gd name="connsiteY2231" fmla="*/ 1798010 h 4115518"/>
              <a:gd name="connsiteX2232" fmla="*/ 1541275 w 6282234"/>
              <a:gd name="connsiteY2232" fmla="*/ 1822227 h 4115518"/>
              <a:gd name="connsiteX2233" fmla="*/ 1558213 w 6282234"/>
              <a:gd name="connsiteY2233" fmla="*/ 1846444 h 4115518"/>
              <a:gd name="connsiteX2234" fmla="*/ 1570265 w 6282234"/>
              <a:gd name="connsiteY2234" fmla="*/ 1856064 h 4115518"/>
              <a:gd name="connsiteX2235" fmla="*/ 1574174 w 6282234"/>
              <a:gd name="connsiteY2235" fmla="*/ 1868006 h 4115518"/>
              <a:gd name="connsiteX2236" fmla="*/ 1586226 w 6282234"/>
              <a:gd name="connsiteY2236" fmla="*/ 1870661 h 4115518"/>
              <a:gd name="connsiteX2237" fmla="*/ 1594044 w 6282234"/>
              <a:gd name="connsiteY2237" fmla="*/ 1858718 h 4115518"/>
              <a:gd name="connsiteX2238" fmla="*/ 1600558 w 6282234"/>
              <a:gd name="connsiteY2238" fmla="*/ 1854737 h 4115518"/>
              <a:gd name="connsiteX2239" fmla="*/ 1607398 w 6282234"/>
              <a:gd name="connsiteY2239" fmla="*/ 1837155 h 4115518"/>
              <a:gd name="connsiteX2240" fmla="*/ 1600558 w 6282234"/>
              <a:gd name="connsiteY2240" fmla="*/ 1822227 h 4115518"/>
              <a:gd name="connsiteX2241" fmla="*/ 1597952 w 6282234"/>
              <a:gd name="connsiteY2241" fmla="*/ 1791375 h 4115518"/>
              <a:gd name="connsiteX2242" fmla="*/ 1591438 w 6282234"/>
              <a:gd name="connsiteY2242" fmla="*/ 1767158 h 4115518"/>
              <a:gd name="connsiteX2243" fmla="*/ 1617822 w 6282234"/>
              <a:gd name="connsiteY2243" fmla="*/ 1752230 h 4115518"/>
              <a:gd name="connsiteX2244" fmla="*/ 1629873 w 6282234"/>
              <a:gd name="connsiteY2244" fmla="*/ 1742610 h 4115518"/>
              <a:gd name="connsiteX2245" fmla="*/ 1641600 w 6282234"/>
              <a:gd name="connsiteY2245" fmla="*/ 1718393 h 4115518"/>
              <a:gd name="connsiteX2246" fmla="*/ 1641600 w 6282234"/>
              <a:gd name="connsiteY2246" fmla="*/ 1694176 h 4115518"/>
              <a:gd name="connsiteX2247" fmla="*/ 1631176 w 6282234"/>
              <a:gd name="connsiteY2247" fmla="*/ 1661999 h 4115518"/>
              <a:gd name="connsiteX2248" fmla="*/ 1607398 w 6282234"/>
              <a:gd name="connsiteY2248" fmla="*/ 1640435 h 4115518"/>
              <a:gd name="connsiteX2249" fmla="*/ 1629873 w 6282234"/>
              <a:gd name="connsiteY2249" fmla="*/ 1601290 h 4115518"/>
              <a:gd name="connsiteX2250" fmla="*/ 1612610 w 6282234"/>
              <a:gd name="connsiteY2250" fmla="*/ 1563473 h 4115518"/>
              <a:gd name="connsiteX2251" fmla="*/ 1621730 w 6282234"/>
              <a:gd name="connsiteY2251" fmla="*/ 1551198 h 4115518"/>
              <a:gd name="connsiteX2252" fmla="*/ 1617822 w 6282234"/>
              <a:gd name="connsiteY2252" fmla="*/ 1533948 h 4115518"/>
              <a:gd name="connsiteX2253" fmla="*/ 1615215 w 6282234"/>
              <a:gd name="connsiteY2253" fmla="*/ 1506746 h 4115518"/>
              <a:gd name="connsiteX2254" fmla="*/ 1624337 w 6282234"/>
              <a:gd name="connsiteY2254" fmla="*/ 1500111 h 4115518"/>
              <a:gd name="connsiteX2255" fmla="*/ 1654954 w 6282234"/>
              <a:gd name="connsiteY2255" fmla="*/ 1509731 h 4115518"/>
              <a:gd name="connsiteX2256" fmla="*/ 1677429 w 6282234"/>
              <a:gd name="connsiteY2256" fmla="*/ 1512385 h 4115518"/>
              <a:gd name="connsiteX2257" fmla="*/ 1690785 w 6282234"/>
              <a:gd name="connsiteY2257" fmla="*/ 1502765 h 4115518"/>
              <a:gd name="connsiteX2258" fmla="*/ 1717168 w 6282234"/>
              <a:gd name="connsiteY2258" fmla="*/ 1526981 h 4115518"/>
              <a:gd name="connsiteX2259" fmla="*/ 1726289 w 6282234"/>
              <a:gd name="connsiteY2259" fmla="*/ 1548545 h 4115518"/>
              <a:gd name="connsiteX2260" fmla="*/ 1752998 w 6282234"/>
              <a:gd name="connsiteY2260" fmla="*/ 1555511 h 4115518"/>
              <a:gd name="connsiteX2261" fmla="*/ 1760815 w 6282234"/>
              <a:gd name="connsiteY2261" fmla="*/ 1570107 h 4115518"/>
              <a:gd name="connsiteX2262" fmla="*/ 1760815 w 6282234"/>
              <a:gd name="connsiteY2262" fmla="*/ 1611906 h 4115518"/>
              <a:gd name="connsiteX2263" fmla="*/ 1764725 w 6282234"/>
              <a:gd name="connsiteY2263" fmla="*/ 1636122 h 4115518"/>
              <a:gd name="connsiteX2264" fmla="*/ 1776776 w 6282234"/>
              <a:gd name="connsiteY2264" fmla="*/ 1633469 h 4115518"/>
              <a:gd name="connsiteX2265" fmla="*/ 1797949 w 6282234"/>
              <a:gd name="connsiteY2265" fmla="*/ 1657686 h 4115518"/>
              <a:gd name="connsiteX2266" fmla="*/ 1821727 w 6282234"/>
              <a:gd name="connsiteY2266" fmla="*/ 1637450 h 4115518"/>
              <a:gd name="connsiteX2267" fmla="*/ 1832150 w 6282234"/>
              <a:gd name="connsiteY2267" fmla="*/ 1625507 h 4115518"/>
              <a:gd name="connsiteX2268" fmla="*/ 1833453 w 6282234"/>
              <a:gd name="connsiteY2268" fmla="*/ 1603944 h 4115518"/>
              <a:gd name="connsiteX2269" fmla="*/ 1845505 w 6282234"/>
              <a:gd name="connsiteY2269" fmla="*/ 1582382 h 4115518"/>
              <a:gd name="connsiteX2270" fmla="*/ 1857556 w 6282234"/>
              <a:gd name="connsiteY2270" fmla="*/ 1594324 h 4115518"/>
              <a:gd name="connsiteX2271" fmla="*/ 1857556 w 6282234"/>
              <a:gd name="connsiteY2271" fmla="*/ 1609252 h 4115518"/>
              <a:gd name="connsiteX2272" fmla="*/ 1869283 w 6282234"/>
              <a:gd name="connsiteY2272" fmla="*/ 1621527 h 4115518"/>
              <a:gd name="connsiteX2273" fmla="*/ 1883941 w 6282234"/>
              <a:gd name="connsiteY2273" fmla="*/ 1648397 h 4115518"/>
              <a:gd name="connsiteX2274" fmla="*/ 1895667 w 6282234"/>
              <a:gd name="connsiteY2274" fmla="*/ 1676594 h 4115518"/>
              <a:gd name="connsiteX2275" fmla="*/ 1895667 w 6282234"/>
              <a:gd name="connsiteY2275" fmla="*/ 1709105 h 4115518"/>
              <a:gd name="connsiteX2276" fmla="*/ 1905113 w 6282234"/>
              <a:gd name="connsiteY2276" fmla="*/ 1730668 h 4115518"/>
              <a:gd name="connsiteX2277" fmla="*/ 1922376 w 6282234"/>
              <a:gd name="connsiteY2277" fmla="*/ 1734648 h 4115518"/>
              <a:gd name="connsiteX2278" fmla="*/ 1922376 w 6282234"/>
              <a:gd name="connsiteY2278" fmla="*/ 1746923 h 4115518"/>
              <a:gd name="connsiteX2279" fmla="*/ 1931496 w 6282234"/>
              <a:gd name="connsiteY2279" fmla="*/ 1757538 h 4115518"/>
              <a:gd name="connsiteX2280" fmla="*/ 1943549 w 6282234"/>
              <a:gd name="connsiteY2280" fmla="*/ 1752230 h 4115518"/>
              <a:gd name="connsiteX2281" fmla="*/ 1948760 w 6282234"/>
              <a:gd name="connsiteY2281" fmla="*/ 1764173 h 4115518"/>
              <a:gd name="connsiteX2282" fmla="*/ 1967327 w 6282234"/>
              <a:gd name="connsiteY2282" fmla="*/ 1769813 h 4115518"/>
              <a:gd name="connsiteX2283" fmla="*/ 1952669 w 6282234"/>
              <a:gd name="connsiteY2283" fmla="*/ 1788722 h 4115518"/>
              <a:gd name="connsiteX2284" fmla="*/ 1927588 w 6282234"/>
              <a:gd name="connsiteY2284" fmla="*/ 1798010 h 4115518"/>
              <a:gd name="connsiteX2285" fmla="*/ 1927588 w 6282234"/>
              <a:gd name="connsiteY2285" fmla="*/ 1810284 h 4115518"/>
              <a:gd name="connsiteX2286" fmla="*/ 1963418 w 6282234"/>
              <a:gd name="connsiteY2286" fmla="*/ 1783082 h 4115518"/>
              <a:gd name="connsiteX2287" fmla="*/ 1972539 w 6282234"/>
              <a:gd name="connsiteY2287" fmla="*/ 1783082 h 4115518"/>
              <a:gd name="connsiteX2288" fmla="*/ 1979053 w 6282234"/>
              <a:gd name="connsiteY2288" fmla="*/ 1798010 h 4115518"/>
              <a:gd name="connsiteX2289" fmla="*/ 1996316 w 6282234"/>
              <a:gd name="connsiteY2289" fmla="*/ 1803318 h 4115518"/>
              <a:gd name="connsiteX2290" fmla="*/ 2003156 w 6282234"/>
              <a:gd name="connsiteY2290" fmla="*/ 1815592 h 4115518"/>
              <a:gd name="connsiteX2291" fmla="*/ 1998923 w 6282234"/>
              <a:gd name="connsiteY2291" fmla="*/ 1827534 h 4115518"/>
              <a:gd name="connsiteX2292" fmla="*/ 2003156 w 6282234"/>
              <a:gd name="connsiteY2292" fmla="*/ 1846444 h 4115518"/>
              <a:gd name="connsiteX2293" fmla="*/ 1981659 w 6282234"/>
              <a:gd name="connsiteY2293" fmla="*/ 1866679 h 4115518"/>
              <a:gd name="connsiteX2294" fmla="*/ 1967327 w 6282234"/>
              <a:gd name="connsiteY2294" fmla="*/ 1864026 h 4115518"/>
              <a:gd name="connsiteX2295" fmla="*/ 1952669 w 6282234"/>
              <a:gd name="connsiteY2295" fmla="*/ 1870661 h 4115518"/>
              <a:gd name="connsiteX2296" fmla="*/ 1948760 w 6282234"/>
              <a:gd name="connsiteY2296" fmla="*/ 1882934 h 4115518"/>
              <a:gd name="connsiteX2297" fmla="*/ 1928891 w 6282234"/>
              <a:gd name="connsiteY2297" fmla="*/ 1897863 h 4115518"/>
              <a:gd name="connsiteX2298" fmla="*/ 1905113 w 6282234"/>
              <a:gd name="connsiteY2298" fmla="*/ 1900516 h 4115518"/>
              <a:gd name="connsiteX2299" fmla="*/ 1862768 w 6282234"/>
              <a:gd name="connsiteY2299" fmla="*/ 1897863 h 4115518"/>
              <a:gd name="connsiteX2300" fmla="*/ 1817818 w 6282234"/>
              <a:gd name="connsiteY2300" fmla="*/ 1897863 h 4115518"/>
              <a:gd name="connsiteX2301" fmla="*/ 1805766 w 6282234"/>
              <a:gd name="connsiteY2301" fmla="*/ 1909805 h 4115518"/>
              <a:gd name="connsiteX2302" fmla="*/ 1800554 w 6282234"/>
              <a:gd name="connsiteY2302" fmla="*/ 1924733 h 4115518"/>
              <a:gd name="connsiteX2303" fmla="*/ 1785896 w 6282234"/>
              <a:gd name="connsiteY2303" fmla="*/ 1927388 h 4115518"/>
              <a:gd name="connsiteX2304" fmla="*/ 1772868 w 6282234"/>
              <a:gd name="connsiteY2304" fmla="*/ 1939661 h 4115518"/>
              <a:gd name="connsiteX2305" fmla="*/ 1755604 w 6282234"/>
              <a:gd name="connsiteY2305" fmla="*/ 1965205 h 4115518"/>
              <a:gd name="connsiteX2306" fmla="*/ 1785896 w 6282234"/>
              <a:gd name="connsiteY2306" fmla="*/ 1943642 h 4115518"/>
              <a:gd name="connsiteX2307" fmla="*/ 1812281 w 6282234"/>
              <a:gd name="connsiteY2307" fmla="*/ 1931368 h 4115518"/>
              <a:gd name="connsiteX2308" fmla="*/ 1833453 w 6282234"/>
              <a:gd name="connsiteY2308" fmla="*/ 1927388 h 4115518"/>
              <a:gd name="connsiteX2309" fmla="*/ 1848110 w 6282234"/>
              <a:gd name="connsiteY2309" fmla="*/ 1928714 h 4115518"/>
              <a:gd name="connsiteX2310" fmla="*/ 1856254 w 6282234"/>
              <a:gd name="connsiteY2310" fmla="*/ 1943642 h 4115518"/>
              <a:gd name="connsiteX2311" fmla="*/ 1845505 w 6282234"/>
              <a:gd name="connsiteY2311" fmla="*/ 1952930 h 4115518"/>
              <a:gd name="connsiteX2312" fmla="*/ 1826939 w 6282234"/>
              <a:gd name="connsiteY2312" fmla="*/ 1961224 h 4115518"/>
              <a:gd name="connsiteX2313" fmla="*/ 1832150 w 6282234"/>
              <a:gd name="connsiteY2313" fmla="*/ 1970513 h 4115518"/>
              <a:gd name="connsiteX2314" fmla="*/ 1845505 w 6282234"/>
              <a:gd name="connsiteY2314" fmla="*/ 1965205 h 4115518"/>
              <a:gd name="connsiteX2315" fmla="*/ 1844202 w 6282234"/>
              <a:gd name="connsiteY2315" fmla="*/ 1977148 h 4115518"/>
              <a:gd name="connsiteX2316" fmla="*/ 1850716 w 6282234"/>
              <a:gd name="connsiteY2316" fmla="*/ 2004350 h 4115518"/>
              <a:gd name="connsiteX2317" fmla="*/ 1869283 w 6282234"/>
              <a:gd name="connsiteY2317" fmla="*/ 2018947 h 4115518"/>
              <a:gd name="connsiteX2318" fmla="*/ 1886547 w 6282234"/>
              <a:gd name="connsiteY2318" fmla="*/ 2021600 h 4115518"/>
              <a:gd name="connsiteX2319" fmla="*/ 1895667 w 6282234"/>
              <a:gd name="connsiteY2319" fmla="*/ 2016292 h 4115518"/>
              <a:gd name="connsiteX2320" fmla="*/ 1903810 w 6282234"/>
              <a:gd name="connsiteY2320" fmla="*/ 2018947 h 4115518"/>
              <a:gd name="connsiteX2321" fmla="*/ 1905113 w 6282234"/>
              <a:gd name="connsiteY2321" fmla="*/ 2033874 h 4115518"/>
              <a:gd name="connsiteX2322" fmla="*/ 1877426 w 6282234"/>
              <a:gd name="connsiteY2322" fmla="*/ 2043163 h 4115518"/>
              <a:gd name="connsiteX2323" fmla="*/ 1853322 w 6282234"/>
              <a:gd name="connsiteY2323" fmla="*/ 2055437 h 4115518"/>
              <a:gd name="connsiteX2324" fmla="*/ 1841596 w 6282234"/>
              <a:gd name="connsiteY2324" fmla="*/ 2070366 h 4115518"/>
              <a:gd name="connsiteX2325" fmla="*/ 1829544 w 6282234"/>
              <a:gd name="connsiteY2325" fmla="*/ 2074346 h 4115518"/>
              <a:gd name="connsiteX2326" fmla="*/ 1821727 w 6282234"/>
              <a:gd name="connsiteY2326" fmla="*/ 2067711 h 4115518"/>
              <a:gd name="connsiteX2327" fmla="*/ 1821727 w 6282234"/>
              <a:gd name="connsiteY2327" fmla="*/ 2052784 h 4115518"/>
              <a:gd name="connsiteX2328" fmla="*/ 1832150 w 6282234"/>
              <a:gd name="connsiteY2328" fmla="*/ 2043163 h 4115518"/>
              <a:gd name="connsiteX2329" fmla="*/ 1844202 w 6282234"/>
              <a:gd name="connsiteY2329" fmla="*/ 2033874 h 4115518"/>
              <a:gd name="connsiteX2330" fmla="*/ 1836385 w 6282234"/>
              <a:gd name="connsiteY2330" fmla="*/ 2025912 h 4115518"/>
              <a:gd name="connsiteX2331" fmla="*/ 1812281 w 6282234"/>
              <a:gd name="connsiteY2331" fmla="*/ 2036529 h 4115518"/>
              <a:gd name="connsiteX2332" fmla="*/ 1803161 w 6282234"/>
              <a:gd name="connsiteY2332" fmla="*/ 2031221 h 4115518"/>
              <a:gd name="connsiteX2333" fmla="*/ 1803161 w 6282234"/>
              <a:gd name="connsiteY2333" fmla="*/ 2046149 h 4115518"/>
              <a:gd name="connsiteX2334" fmla="*/ 1779383 w 6282234"/>
              <a:gd name="connsiteY2334" fmla="*/ 2052784 h 4115518"/>
              <a:gd name="connsiteX2335" fmla="*/ 1764725 w 6282234"/>
              <a:gd name="connsiteY2335" fmla="*/ 2064726 h 4115518"/>
              <a:gd name="connsiteX2336" fmla="*/ 1752998 w 6282234"/>
              <a:gd name="connsiteY2336" fmla="*/ 2067711 h 4115518"/>
              <a:gd name="connsiteX2337" fmla="*/ 1740946 w 6282234"/>
              <a:gd name="connsiteY2337" fmla="*/ 2086289 h 4115518"/>
              <a:gd name="connsiteX2338" fmla="*/ 1740946 w 6282234"/>
              <a:gd name="connsiteY2338" fmla="*/ 2097236 h 4115518"/>
              <a:gd name="connsiteX2339" fmla="*/ 1748764 w 6282234"/>
              <a:gd name="connsiteY2339" fmla="*/ 2118798 h 4115518"/>
              <a:gd name="connsiteX2340" fmla="*/ 1728894 w 6282234"/>
              <a:gd name="connsiteY2340" fmla="*/ 2125433 h 4115518"/>
              <a:gd name="connsiteX2341" fmla="*/ 1702510 w 6282234"/>
              <a:gd name="connsiteY2341" fmla="*/ 2128088 h 4115518"/>
              <a:gd name="connsiteX2342" fmla="*/ 1681339 w 6282234"/>
              <a:gd name="connsiteY2342" fmla="*/ 2145670 h 4115518"/>
              <a:gd name="connsiteX2343" fmla="*/ 1686550 w 6282234"/>
              <a:gd name="connsiteY2343" fmla="*/ 2149650 h 4115518"/>
              <a:gd name="connsiteX2344" fmla="*/ 1683944 w 6282234"/>
              <a:gd name="connsiteY2344" fmla="*/ 2164578 h 4115518"/>
              <a:gd name="connsiteX2345" fmla="*/ 1672218 w 6282234"/>
              <a:gd name="connsiteY2345" fmla="*/ 2182160 h 4115518"/>
              <a:gd name="connsiteX2346" fmla="*/ 1667006 w 6282234"/>
              <a:gd name="connsiteY2346" fmla="*/ 2191449 h 4115518"/>
              <a:gd name="connsiteX2347" fmla="*/ 1657561 w 6282234"/>
              <a:gd name="connsiteY2347" fmla="*/ 2206377 h 4115518"/>
              <a:gd name="connsiteX2348" fmla="*/ 1645508 w 6282234"/>
              <a:gd name="connsiteY2348" fmla="*/ 2206377 h 4115518"/>
              <a:gd name="connsiteX2349" fmla="*/ 1642903 w 6282234"/>
              <a:gd name="connsiteY2349" fmla="*/ 2218652 h 4115518"/>
              <a:gd name="connsiteX2350" fmla="*/ 1651046 w 6282234"/>
              <a:gd name="connsiteY2350" fmla="*/ 2227940 h 4115518"/>
              <a:gd name="connsiteX2351" fmla="*/ 1654954 w 6282234"/>
              <a:gd name="connsiteY2351" fmla="*/ 2252157 h 4115518"/>
              <a:gd name="connsiteX2352" fmla="*/ 1645508 w 6282234"/>
              <a:gd name="connsiteY2352" fmla="*/ 2271066 h 4115518"/>
              <a:gd name="connsiteX2353" fmla="*/ 1621730 w 6282234"/>
              <a:gd name="connsiteY2353" fmla="*/ 2283339 h 4115518"/>
              <a:gd name="connsiteX2354" fmla="*/ 1615215 w 6282234"/>
              <a:gd name="connsiteY2354" fmla="*/ 2292629 h 4115518"/>
              <a:gd name="connsiteX2355" fmla="*/ 1606095 w 6282234"/>
              <a:gd name="connsiteY2355" fmla="*/ 2292629 h 4115518"/>
              <a:gd name="connsiteX2356" fmla="*/ 1595346 w 6282234"/>
              <a:gd name="connsiteY2356" fmla="*/ 2307556 h 4115518"/>
              <a:gd name="connsiteX2357" fmla="*/ 1565053 w 6282234"/>
              <a:gd name="connsiteY2357" fmla="*/ 2331773 h 4115518"/>
              <a:gd name="connsiteX2358" fmla="*/ 1555608 w 6282234"/>
              <a:gd name="connsiteY2358" fmla="*/ 2355990 h 4115518"/>
              <a:gd name="connsiteX2359" fmla="*/ 1559517 w 6282234"/>
              <a:gd name="connsiteY2359" fmla="*/ 2377553 h 4115518"/>
              <a:gd name="connsiteX2360" fmla="*/ 1570265 w 6282234"/>
              <a:gd name="connsiteY2360" fmla="*/ 2401770 h 4115518"/>
              <a:gd name="connsiteX2361" fmla="*/ 1567660 w 6282234"/>
              <a:gd name="connsiteY2361" fmla="*/ 2407077 h 4115518"/>
              <a:gd name="connsiteX2362" fmla="*/ 1579386 w 6282234"/>
              <a:gd name="connsiteY2362" fmla="*/ 2434280 h 4115518"/>
              <a:gd name="connsiteX2363" fmla="*/ 1579386 w 6282234"/>
              <a:gd name="connsiteY2363" fmla="*/ 2455842 h 4115518"/>
              <a:gd name="connsiteX2364" fmla="*/ 1571568 w 6282234"/>
              <a:gd name="connsiteY2364" fmla="*/ 2470439 h 4115518"/>
              <a:gd name="connsiteX2365" fmla="*/ 1562448 w 6282234"/>
              <a:gd name="connsiteY2365" fmla="*/ 2471766 h 4115518"/>
              <a:gd name="connsiteX2366" fmla="*/ 1558213 w 6282234"/>
              <a:gd name="connsiteY2366" fmla="*/ 2458497 h 4115518"/>
              <a:gd name="connsiteX2367" fmla="*/ 1550396 w 6282234"/>
              <a:gd name="connsiteY2367" fmla="*/ 2455842 h 4115518"/>
              <a:gd name="connsiteX2368" fmla="*/ 1546487 w 6282234"/>
              <a:gd name="connsiteY2368" fmla="*/ 2435607 h 4115518"/>
              <a:gd name="connsiteX2369" fmla="*/ 1538344 w 6282234"/>
              <a:gd name="connsiteY2369" fmla="*/ 2435607 h 4115518"/>
              <a:gd name="connsiteX2370" fmla="*/ 1531829 w 6282234"/>
              <a:gd name="connsiteY2370" fmla="*/ 2416698 h 4115518"/>
              <a:gd name="connsiteX2371" fmla="*/ 1535739 w 6282234"/>
              <a:gd name="connsiteY2371" fmla="*/ 2397789 h 4115518"/>
              <a:gd name="connsiteX2372" fmla="*/ 1517171 w 6282234"/>
              <a:gd name="connsiteY2372" fmla="*/ 2374899 h 4115518"/>
              <a:gd name="connsiteX2373" fmla="*/ 1508051 w 6282234"/>
              <a:gd name="connsiteY2373" fmla="*/ 2370918 h 4115518"/>
              <a:gd name="connsiteX2374" fmla="*/ 1488182 w 6282234"/>
              <a:gd name="connsiteY2374" fmla="*/ 2380207 h 4115518"/>
              <a:gd name="connsiteX2375" fmla="*/ 1472222 w 6282234"/>
              <a:gd name="connsiteY2375" fmla="*/ 2362625 h 4115518"/>
              <a:gd name="connsiteX2376" fmla="*/ 1457889 w 6282234"/>
              <a:gd name="connsiteY2376" fmla="*/ 2362625 h 4115518"/>
              <a:gd name="connsiteX2377" fmla="*/ 1445838 w 6282234"/>
              <a:gd name="connsiteY2377" fmla="*/ 2368265 h 4115518"/>
              <a:gd name="connsiteX2378" fmla="*/ 1427271 w 6282234"/>
              <a:gd name="connsiteY2378" fmla="*/ 2365610 h 4115518"/>
              <a:gd name="connsiteX2379" fmla="*/ 1419453 w 6282234"/>
              <a:gd name="connsiteY2379" fmla="*/ 2374899 h 4115518"/>
              <a:gd name="connsiteX2380" fmla="*/ 1395675 w 6282234"/>
              <a:gd name="connsiteY2380" fmla="*/ 2392482 h 4115518"/>
              <a:gd name="connsiteX2381" fmla="*/ 1386229 w 6282234"/>
              <a:gd name="connsiteY2381" fmla="*/ 2389827 h 4115518"/>
              <a:gd name="connsiteX2382" fmla="*/ 1374504 w 6282234"/>
              <a:gd name="connsiteY2382" fmla="*/ 2377553 h 4115518"/>
              <a:gd name="connsiteX2383" fmla="*/ 1367663 w 6282234"/>
              <a:gd name="connsiteY2383" fmla="*/ 2382860 h 4115518"/>
              <a:gd name="connsiteX2384" fmla="*/ 1343885 w 6282234"/>
              <a:gd name="connsiteY2384" fmla="*/ 2377553 h 4115518"/>
              <a:gd name="connsiteX2385" fmla="*/ 1329227 w 6282234"/>
              <a:gd name="connsiteY2385" fmla="*/ 2382860 h 4115518"/>
              <a:gd name="connsiteX2386" fmla="*/ 1309358 w 6282234"/>
              <a:gd name="connsiteY2386" fmla="*/ 2399115 h 4115518"/>
              <a:gd name="connsiteX2387" fmla="*/ 1285580 w 6282234"/>
              <a:gd name="connsiteY2387" fmla="*/ 2414044 h 4115518"/>
              <a:gd name="connsiteX2388" fmla="*/ 1276460 w 6282234"/>
              <a:gd name="connsiteY2388" fmla="*/ 2434280 h 4115518"/>
              <a:gd name="connsiteX2389" fmla="*/ 1284277 w 6282234"/>
              <a:gd name="connsiteY2389" fmla="*/ 2455842 h 4115518"/>
              <a:gd name="connsiteX2390" fmla="*/ 1281671 w 6282234"/>
              <a:gd name="connsiteY2390" fmla="*/ 2462477 h 4115518"/>
              <a:gd name="connsiteX2391" fmla="*/ 1276460 w 6282234"/>
              <a:gd name="connsiteY2391" fmla="*/ 2471766 h 4115518"/>
              <a:gd name="connsiteX2392" fmla="*/ 1273853 w 6282234"/>
              <a:gd name="connsiteY2392" fmla="*/ 2486694 h 4115518"/>
              <a:gd name="connsiteX2393" fmla="*/ 1272550 w 6282234"/>
              <a:gd name="connsiteY2393" fmla="*/ 2506930 h 4115518"/>
              <a:gd name="connsiteX2394" fmla="*/ 1272550 w 6282234"/>
              <a:gd name="connsiteY2394" fmla="*/ 2513565 h 4115518"/>
              <a:gd name="connsiteX2395" fmla="*/ 1269945 w 6282234"/>
              <a:gd name="connsiteY2395" fmla="*/ 2519204 h 4115518"/>
              <a:gd name="connsiteX2396" fmla="*/ 1273853 w 6282234"/>
              <a:gd name="connsiteY2396" fmla="*/ 2538113 h 4115518"/>
              <a:gd name="connsiteX2397" fmla="*/ 1276460 w 6282234"/>
              <a:gd name="connsiteY2397" fmla="*/ 2543421 h 4115518"/>
              <a:gd name="connsiteX2398" fmla="*/ 1281671 w 6282234"/>
              <a:gd name="connsiteY2398" fmla="*/ 2556690 h 4115518"/>
              <a:gd name="connsiteX2399" fmla="*/ 1291118 w 6282234"/>
              <a:gd name="connsiteY2399" fmla="*/ 2567638 h 4115518"/>
              <a:gd name="connsiteX2400" fmla="*/ 1296329 w 6282234"/>
              <a:gd name="connsiteY2400" fmla="*/ 2571618 h 4115518"/>
              <a:gd name="connsiteX2401" fmla="*/ 1297631 w 6282234"/>
              <a:gd name="connsiteY2401" fmla="*/ 2581239 h 4115518"/>
              <a:gd name="connsiteX2402" fmla="*/ 1300238 w 6282234"/>
              <a:gd name="connsiteY2402" fmla="*/ 2583893 h 4115518"/>
              <a:gd name="connsiteX2403" fmla="*/ 1305449 w 6282234"/>
              <a:gd name="connsiteY2403" fmla="*/ 2593182 h 4115518"/>
              <a:gd name="connsiteX2404" fmla="*/ 1317501 w 6282234"/>
              <a:gd name="connsiteY2404" fmla="*/ 2593182 h 4115518"/>
              <a:gd name="connsiteX2405" fmla="*/ 1324016 w 6282234"/>
              <a:gd name="connsiteY2405" fmla="*/ 2598489 h 4115518"/>
              <a:gd name="connsiteX2406" fmla="*/ 1329227 w 6282234"/>
              <a:gd name="connsiteY2406" fmla="*/ 2604129 h 4115518"/>
              <a:gd name="connsiteX2407" fmla="*/ 1341279 w 6282234"/>
              <a:gd name="connsiteY2407" fmla="*/ 2601475 h 4115518"/>
              <a:gd name="connsiteX2408" fmla="*/ 1345188 w 6282234"/>
              <a:gd name="connsiteY2408" fmla="*/ 2598489 h 4115518"/>
              <a:gd name="connsiteX2409" fmla="*/ 1357240 w 6282234"/>
              <a:gd name="connsiteY2409" fmla="*/ 2598489 h 4115518"/>
              <a:gd name="connsiteX2410" fmla="*/ 1365058 w 6282234"/>
              <a:gd name="connsiteY2410" fmla="*/ 2593182 h 4115518"/>
              <a:gd name="connsiteX2411" fmla="*/ 1374504 w 6282234"/>
              <a:gd name="connsiteY2411" fmla="*/ 2593182 h 4115518"/>
              <a:gd name="connsiteX2412" fmla="*/ 1377109 w 6282234"/>
              <a:gd name="connsiteY2412" fmla="*/ 2598489 h 4115518"/>
              <a:gd name="connsiteX2413" fmla="*/ 1381018 w 6282234"/>
              <a:gd name="connsiteY2413" fmla="*/ 2598489 h 4115518"/>
              <a:gd name="connsiteX2414" fmla="*/ 1386229 w 6282234"/>
              <a:gd name="connsiteY2414" fmla="*/ 2593182 h 4115518"/>
              <a:gd name="connsiteX2415" fmla="*/ 1383624 w 6282234"/>
              <a:gd name="connsiteY2415" fmla="*/ 2589200 h 4115518"/>
              <a:gd name="connsiteX2416" fmla="*/ 1391441 w 6282234"/>
              <a:gd name="connsiteY2416" fmla="*/ 2583893 h 4115518"/>
              <a:gd name="connsiteX2417" fmla="*/ 1392744 w 6282234"/>
              <a:gd name="connsiteY2417" fmla="*/ 2581239 h 4115518"/>
              <a:gd name="connsiteX2418" fmla="*/ 1395675 w 6282234"/>
              <a:gd name="connsiteY2418" fmla="*/ 2574273 h 4115518"/>
              <a:gd name="connsiteX2419" fmla="*/ 1400887 w 6282234"/>
              <a:gd name="connsiteY2419" fmla="*/ 2568965 h 4115518"/>
              <a:gd name="connsiteX2420" fmla="*/ 1398282 w 6282234"/>
              <a:gd name="connsiteY2420" fmla="*/ 2567638 h 4115518"/>
              <a:gd name="connsiteX2421" fmla="*/ 1400887 w 6282234"/>
              <a:gd name="connsiteY2421" fmla="*/ 2555363 h 4115518"/>
              <a:gd name="connsiteX2422" fmla="*/ 1400887 w 6282234"/>
              <a:gd name="connsiteY2422" fmla="*/ 2550056 h 4115518"/>
              <a:gd name="connsiteX2423" fmla="*/ 1404796 w 6282234"/>
              <a:gd name="connsiteY2423" fmla="*/ 2547402 h 4115518"/>
              <a:gd name="connsiteX2424" fmla="*/ 1412614 w 6282234"/>
              <a:gd name="connsiteY2424" fmla="*/ 2544748 h 4115518"/>
              <a:gd name="connsiteX2425" fmla="*/ 1422060 w 6282234"/>
              <a:gd name="connsiteY2425" fmla="*/ 2543421 h 4115518"/>
              <a:gd name="connsiteX2426" fmla="*/ 1431180 w 6282234"/>
              <a:gd name="connsiteY2426" fmla="*/ 2540767 h 4115518"/>
              <a:gd name="connsiteX2427" fmla="*/ 1440626 w 6282234"/>
              <a:gd name="connsiteY2427" fmla="*/ 2538113 h 4115518"/>
              <a:gd name="connsiteX2428" fmla="*/ 1454958 w 6282234"/>
              <a:gd name="connsiteY2428" fmla="*/ 2543421 h 4115518"/>
              <a:gd name="connsiteX2429" fmla="*/ 1460495 w 6282234"/>
              <a:gd name="connsiteY2429" fmla="*/ 2540767 h 4115518"/>
              <a:gd name="connsiteX2430" fmla="*/ 1463101 w 6282234"/>
              <a:gd name="connsiteY2430" fmla="*/ 2543421 h 4115518"/>
              <a:gd name="connsiteX2431" fmla="*/ 1463101 w 6282234"/>
              <a:gd name="connsiteY2431" fmla="*/ 2547402 h 4115518"/>
              <a:gd name="connsiteX2432" fmla="*/ 1460495 w 6282234"/>
              <a:gd name="connsiteY2432" fmla="*/ 2555363 h 4115518"/>
              <a:gd name="connsiteX2433" fmla="*/ 1454958 w 6282234"/>
              <a:gd name="connsiteY2433" fmla="*/ 2559676 h 4115518"/>
              <a:gd name="connsiteX2434" fmla="*/ 1452352 w 6282234"/>
              <a:gd name="connsiteY2434" fmla="*/ 2564983 h 4115518"/>
              <a:gd name="connsiteX2435" fmla="*/ 1451049 w 6282234"/>
              <a:gd name="connsiteY2435" fmla="*/ 2571618 h 4115518"/>
              <a:gd name="connsiteX2436" fmla="*/ 1445838 w 6282234"/>
              <a:gd name="connsiteY2436" fmla="*/ 2576927 h 4115518"/>
              <a:gd name="connsiteX2437" fmla="*/ 1452352 w 6282234"/>
              <a:gd name="connsiteY2437" fmla="*/ 2576927 h 4115518"/>
              <a:gd name="connsiteX2438" fmla="*/ 1445838 w 6282234"/>
              <a:gd name="connsiteY2438" fmla="*/ 2598489 h 4115518"/>
              <a:gd name="connsiteX2439" fmla="*/ 1436717 w 6282234"/>
              <a:gd name="connsiteY2439" fmla="*/ 2598489 h 4115518"/>
              <a:gd name="connsiteX2440" fmla="*/ 1440626 w 6282234"/>
              <a:gd name="connsiteY2440" fmla="*/ 2601475 h 4115518"/>
              <a:gd name="connsiteX2441" fmla="*/ 1440626 w 6282234"/>
              <a:gd name="connsiteY2441" fmla="*/ 2605455 h 4115518"/>
              <a:gd name="connsiteX2442" fmla="*/ 1436717 w 6282234"/>
              <a:gd name="connsiteY2442" fmla="*/ 2613417 h 4115518"/>
              <a:gd name="connsiteX2443" fmla="*/ 1439323 w 6282234"/>
              <a:gd name="connsiteY2443" fmla="*/ 2617398 h 4115518"/>
              <a:gd name="connsiteX2444" fmla="*/ 1436717 w 6282234"/>
              <a:gd name="connsiteY2444" fmla="*/ 2632327 h 4115518"/>
              <a:gd name="connsiteX2445" fmla="*/ 1433786 w 6282234"/>
              <a:gd name="connsiteY2445" fmla="*/ 2637634 h 4115518"/>
              <a:gd name="connsiteX2446" fmla="*/ 1428574 w 6282234"/>
              <a:gd name="connsiteY2446" fmla="*/ 2640287 h 4115518"/>
              <a:gd name="connsiteX2447" fmla="*/ 1427271 w 6282234"/>
              <a:gd name="connsiteY2447" fmla="*/ 2647254 h 4115518"/>
              <a:gd name="connsiteX2448" fmla="*/ 1431180 w 6282234"/>
              <a:gd name="connsiteY2448" fmla="*/ 2649909 h 4115518"/>
              <a:gd name="connsiteX2449" fmla="*/ 1433786 w 6282234"/>
              <a:gd name="connsiteY2449" fmla="*/ 2647254 h 4115518"/>
              <a:gd name="connsiteX2450" fmla="*/ 1439323 w 6282234"/>
              <a:gd name="connsiteY2450" fmla="*/ 2649909 h 4115518"/>
              <a:gd name="connsiteX2451" fmla="*/ 1448443 w 6282234"/>
              <a:gd name="connsiteY2451" fmla="*/ 2644601 h 4115518"/>
              <a:gd name="connsiteX2452" fmla="*/ 1451049 w 6282234"/>
              <a:gd name="connsiteY2452" fmla="*/ 2647254 h 4115518"/>
              <a:gd name="connsiteX2453" fmla="*/ 1452352 w 6282234"/>
              <a:gd name="connsiteY2453" fmla="*/ 2647254 h 4115518"/>
              <a:gd name="connsiteX2454" fmla="*/ 1460495 w 6282234"/>
              <a:gd name="connsiteY2454" fmla="*/ 2649909 h 4115518"/>
              <a:gd name="connsiteX2455" fmla="*/ 1469616 w 6282234"/>
              <a:gd name="connsiteY2455" fmla="*/ 2647254 h 4115518"/>
              <a:gd name="connsiteX2456" fmla="*/ 1481668 w 6282234"/>
              <a:gd name="connsiteY2456" fmla="*/ 2644601 h 4115518"/>
              <a:gd name="connsiteX2457" fmla="*/ 1486880 w 6282234"/>
              <a:gd name="connsiteY2457" fmla="*/ 2647254 h 4115518"/>
              <a:gd name="connsiteX2458" fmla="*/ 1493393 w 6282234"/>
              <a:gd name="connsiteY2458" fmla="*/ 2644601 h 4115518"/>
              <a:gd name="connsiteX2459" fmla="*/ 1500234 w 6282234"/>
              <a:gd name="connsiteY2459" fmla="*/ 2647254 h 4115518"/>
              <a:gd name="connsiteX2460" fmla="*/ 1508051 w 6282234"/>
              <a:gd name="connsiteY2460" fmla="*/ 2647254 h 4115518"/>
              <a:gd name="connsiteX2461" fmla="*/ 1511960 w 6282234"/>
              <a:gd name="connsiteY2461" fmla="*/ 2652562 h 4115518"/>
              <a:gd name="connsiteX2462" fmla="*/ 1510657 w 6282234"/>
              <a:gd name="connsiteY2462" fmla="*/ 2653889 h 4115518"/>
              <a:gd name="connsiteX2463" fmla="*/ 1511960 w 6282234"/>
              <a:gd name="connsiteY2463" fmla="*/ 2656543 h 4115518"/>
              <a:gd name="connsiteX2464" fmla="*/ 1522709 w 6282234"/>
              <a:gd name="connsiteY2464" fmla="*/ 2659197 h 4115518"/>
              <a:gd name="connsiteX2465" fmla="*/ 1526618 w 6282234"/>
              <a:gd name="connsiteY2465" fmla="*/ 2661851 h 4115518"/>
              <a:gd name="connsiteX2466" fmla="*/ 1522709 w 6282234"/>
              <a:gd name="connsiteY2466" fmla="*/ 2664504 h 4115518"/>
              <a:gd name="connsiteX2467" fmla="*/ 1526618 w 6282234"/>
              <a:gd name="connsiteY2467" fmla="*/ 2676779 h 4115518"/>
              <a:gd name="connsiteX2468" fmla="*/ 1522709 w 6282234"/>
              <a:gd name="connsiteY2468" fmla="*/ 2680759 h 4115518"/>
              <a:gd name="connsiteX2469" fmla="*/ 1520104 w 6282234"/>
              <a:gd name="connsiteY2469" fmla="*/ 2690381 h 4115518"/>
              <a:gd name="connsiteX2470" fmla="*/ 1520104 w 6282234"/>
              <a:gd name="connsiteY2470" fmla="*/ 2710616 h 4115518"/>
              <a:gd name="connsiteX2471" fmla="*/ 1517171 w 6282234"/>
              <a:gd name="connsiteY2471" fmla="*/ 2713270 h 4115518"/>
              <a:gd name="connsiteX2472" fmla="*/ 1517171 w 6282234"/>
              <a:gd name="connsiteY2472" fmla="*/ 2719905 h 4115518"/>
              <a:gd name="connsiteX2473" fmla="*/ 1517171 w 6282234"/>
              <a:gd name="connsiteY2473" fmla="*/ 2722558 h 4115518"/>
              <a:gd name="connsiteX2474" fmla="*/ 1514566 w 6282234"/>
              <a:gd name="connsiteY2474" fmla="*/ 2729525 h 4115518"/>
              <a:gd name="connsiteX2475" fmla="*/ 1514566 w 6282234"/>
              <a:gd name="connsiteY2475" fmla="*/ 2734833 h 4115518"/>
              <a:gd name="connsiteX2476" fmla="*/ 1517171 w 6282234"/>
              <a:gd name="connsiteY2476" fmla="*/ 2737486 h 4115518"/>
              <a:gd name="connsiteX2477" fmla="*/ 1522709 w 6282234"/>
              <a:gd name="connsiteY2477" fmla="*/ 2744121 h 4115518"/>
              <a:gd name="connsiteX2478" fmla="*/ 1526618 w 6282234"/>
              <a:gd name="connsiteY2478" fmla="*/ 2753742 h 4115518"/>
              <a:gd name="connsiteX2479" fmla="*/ 1534436 w 6282234"/>
              <a:gd name="connsiteY2479" fmla="*/ 2759050 h 4115518"/>
              <a:gd name="connsiteX2480" fmla="*/ 1535739 w 6282234"/>
              <a:gd name="connsiteY2480" fmla="*/ 2761703 h 4115518"/>
              <a:gd name="connsiteX2481" fmla="*/ 1541275 w 6282234"/>
              <a:gd name="connsiteY2481" fmla="*/ 2763030 h 4115518"/>
              <a:gd name="connsiteX2482" fmla="*/ 1541275 w 6282234"/>
              <a:gd name="connsiteY2482" fmla="*/ 2770992 h 4115518"/>
              <a:gd name="connsiteX2483" fmla="*/ 1546487 w 6282234"/>
              <a:gd name="connsiteY2483" fmla="*/ 2773978 h 4115518"/>
              <a:gd name="connsiteX2484" fmla="*/ 1550396 w 6282234"/>
              <a:gd name="connsiteY2484" fmla="*/ 2770992 h 4115518"/>
              <a:gd name="connsiteX2485" fmla="*/ 1555608 w 6282234"/>
              <a:gd name="connsiteY2485" fmla="*/ 2775305 h 4115518"/>
              <a:gd name="connsiteX2486" fmla="*/ 1559517 w 6282234"/>
              <a:gd name="connsiteY2486" fmla="*/ 2775305 h 4115518"/>
              <a:gd name="connsiteX2487" fmla="*/ 1567660 w 6282234"/>
              <a:gd name="connsiteY2487" fmla="*/ 2773978 h 4115518"/>
              <a:gd name="connsiteX2488" fmla="*/ 1570265 w 6282234"/>
              <a:gd name="connsiteY2488" fmla="*/ 2770992 h 4115518"/>
              <a:gd name="connsiteX2489" fmla="*/ 1579386 w 6282234"/>
              <a:gd name="connsiteY2489" fmla="*/ 2765685 h 4115518"/>
              <a:gd name="connsiteX2490" fmla="*/ 1588832 w 6282234"/>
              <a:gd name="connsiteY2490" fmla="*/ 2761703 h 4115518"/>
              <a:gd name="connsiteX2491" fmla="*/ 1597952 w 6282234"/>
              <a:gd name="connsiteY2491" fmla="*/ 2761703 h 4115518"/>
              <a:gd name="connsiteX2492" fmla="*/ 1597952 w 6282234"/>
              <a:gd name="connsiteY2492" fmla="*/ 2763030 h 4115518"/>
              <a:gd name="connsiteX2493" fmla="*/ 1606095 w 6282234"/>
              <a:gd name="connsiteY2493" fmla="*/ 2763030 h 4115518"/>
              <a:gd name="connsiteX2494" fmla="*/ 1615215 w 6282234"/>
              <a:gd name="connsiteY2494" fmla="*/ 2765685 h 4115518"/>
              <a:gd name="connsiteX2495" fmla="*/ 1621730 w 6282234"/>
              <a:gd name="connsiteY2495" fmla="*/ 2773978 h 4115518"/>
              <a:gd name="connsiteX2496" fmla="*/ 1627268 w 6282234"/>
              <a:gd name="connsiteY2496" fmla="*/ 2777958 h 4115518"/>
              <a:gd name="connsiteX2497" fmla="*/ 1638993 w 6282234"/>
              <a:gd name="connsiteY2497" fmla="*/ 2787247 h 4115518"/>
              <a:gd name="connsiteX2498" fmla="*/ 1638993 w 6282234"/>
              <a:gd name="connsiteY2498" fmla="*/ 2777958 h 4115518"/>
              <a:gd name="connsiteX2499" fmla="*/ 1653651 w 6282234"/>
              <a:gd name="connsiteY2499" fmla="*/ 2763030 h 4115518"/>
              <a:gd name="connsiteX2500" fmla="*/ 1654954 w 6282234"/>
              <a:gd name="connsiteY2500" fmla="*/ 2763030 h 4115518"/>
              <a:gd name="connsiteX2501" fmla="*/ 1660166 w 6282234"/>
              <a:gd name="connsiteY2501" fmla="*/ 2744121 h 4115518"/>
              <a:gd name="connsiteX2502" fmla="*/ 1669612 w 6282234"/>
              <a:gd name="connsiteY2502" fmla="*/ 2732179 h 4115518"/>
              <a:gd name="connsiteX2503" fmla="*/ 1677429 w 6282234"/>
              <a:gd name="connsiteY2503" fmla="*/ 2734833 h 4115518"/>
              <a:gd name="connsiteX2504" fmla="*/ 1683944 w 6282234"/>
              <a:gd name="connsiteY2504" fmla="*/ 2729525 h 4115518"/>
              <a:gd name="connsiteX2505" fmla="*/ 1698602 w 6282234"/>
              <a:gd name="connsiteY2505" fmla="*/ 2729525 h 4115518"/>
              <a:gd name="connsiteX2506" fmla="*/ 1728894 w 6282234"/>
              <a:gd name="connsiteY2506" fmla="*/ 2710616 h 4115518"/>
              <a:gd name="connsiteX2507" fmla="*/ 1731826 w 6282234"/>
              <a:gd name="connsiteY2507" fmla="*/ 2719905 h 4115518"/>
              <a:gd name="connsiteX2508" fmla="*/ 1722380 w 6282234"/>
              <a:gd name="connsiteY2508" fmla="*/ 2725213 h 4115518"/>
              <a:gd name="connsiteX2509" fmla="*/ 1726289 w 6282234"/>
              <a:gd name="connsiteY2509" fmla="*/ 2738813 h 4115518"/>
              <a:gd name="connsiteX2510" fmla="*/ 1717168 w 6282234"/>
              <a:gd name="connsiteY2510" fmla="*/ 2756395 h 4115518"/>
              <a:gd name="connsiteX2511" fmla="*/ 1728894 w 6282234"/>
              <a:gd name="connsiteY2511" fmla="*/ 2770992 h 4115518"/>
              <a:gd name="connsiteX2512" fmla="*/ 1737037 w 6282234"/>
              <a:gd name="connsiteY2512" fmla="*/ 2765685 h 4115518"/>
              <a:gd name="connsiteX2513" fmla="*/ 1737037 w 6282234"/>
              <a:gd name="connsiteY2513" fmla="*/ 2756395 h 4115518"/>
              <a:gd name="connsiteX2514" fmla="*/ 1728894 w 6282234"/>
              <a:gd name="connsiteY2514" fmla="*/ 2741468 h 4115518"/>
              <a:gd name="connsiteX2515" fmla="*/ 1731826 w 6282234"/>
              <a:gd name="connsiteY2515" fmla="*/ 2734833 h 4115518"/>
              <a:gd name="connsiteX2516" fmla="*/ 1755604 w 6282234"/>
              <a:gd name="connsiteY2516" fmla="*/ 2726540 h 4115518"/>
              <a:gd name="connsiteX2517" fmla="*/ 1750067 w 6282234"/>
              <a:gd name="connsiteY2517" fmla="*/ 2719905 h 4115518"/>
              <a:gd name="connsiteX2518" fmla="*/ 1755604 w 6282234"/>
              <a:gd name="connsiteY2518" fmla="*/ 2713270 h 4115518"/>
              <a:gd name="connsiteX2519" fmla="*/ 1762118 w 6282234"/>
              <a:gd name="connsiteY2519" fmla="*/ 2726540 h 4115518"/>
              <a:gd name="connsiteX2520" fmla="*/ 1774171 w 6282234"/>
              <a:gd name="connsiteY2520" fmla="*/ 2726540 h 4115518"/>
              <a:gd name="connsiteX2521" fmla="*/ 1781988 w 6282234"/>
              <a:gd name="connsiteY2521" fmla="*/ 2732179 h 4115518"/>
              <a:gd name="connsiteX2522" fmla="*/ 1785896 w 6282234"/>
              <a:gd name="connsiteY2522" fmla="*/ 2744121 h 4115518"/>
              <a:gd name="connsiteX2523" fmla="*/ 1820424 w 6282234"/>
              <a:gd name="connsiteY2523" fmla="*/ 2741468 h 4115518"/>
              <a:gd name="connsiteX2524" fmla="*/ 1826939 w 6282234"/>
              <a:gd name="connsiteY2524" fmla="*/ 2749430 h 4115518"/>
              <a:gd name="connsiteX2525" fmla="*/ 1845505 w 6282234"/>
              <a:gd name="connsiteY2525" fmla="*/ 2751088 h 4115518"/>
              <a:gd name="connsiteX2526" fmla="*/ 1856254 w 6282234"/>
              <a:gd name="connsiteY2526" fmla="*/ 2744121 h 4115518"/>
              <a:gd name="connsiteX2527" fmla="*/ 1881335 w 6282234"/>
              <a:gd name="connsiteY2527" fmla="*/ 2738813 h 4115518"/>
              <a:gd name="connsiteX2528" fmla="*/ 1880032 w 6282234"/>
              <a:gd name="connsiteY2528" fmla="*/ 2746775 h 4115518"/>
              <a:gd name="connsiteX2529" fmla="*/ 1889152 w 6282234"/>
              <a:gd name="connsiteY2529" fmla="*/ 2759050 h 4115518"/>
              <a:gd name="connsiteX2530" fmla="*/ 1895667 w 6282234"/>
              <a:gd name="connsiteY2530" fmla="*/ 2753742 h 4115518"/>
              <a:gd name="connsiteX2531" fmla="*/ 1903810 w 6282234"/>
              <a:gd name="connsiteY2531" fmla="*/ 2756395 h 4115518"/>
              <a:gd name="connsiteX2532" fmla="*/ 1915536 w 6282234"/>
              <a:gd name="connsiteY2532" fmla="*/ 2763030 h 4115518"/>
              <a:gd name="connsiteX2533" fmla="*/ 1905113 w 6282234"/>
              <a:gd name="connsiteY2533" fmla="*/ 2780612 h 4115518"/>
              <a:gd name="connsiteX2534" fmla="*/ 1916839 w 6282234"/>
              <a:gd name="connsiteY2534" fmla="*/ 2777958 h 4115518"/>
              <a:gd name="connsiteX2535" fmla="*/ 1928891 w 6282234"/>
              <a:gd name="connsiteY2535" fmla="*/ 2780612 h 4115518"/>
              <a:gd name="connsiteX2536" fmla="*/ 1943549 w 6282234"/>
              <a:gd name="connsiteY2536" fmla="*/ 2787247 h 4115518"/>
              <a:gd name="connsiteX2537" fmla="*/ 1955275 w 6282234"/>
              <a:gd name="connsiteY2537" fmla="*/ 2799522 h 4115518"/>
              <a:gd name="connsiteX2538" fmla="*/ 1955275 w 6282234"/>
              <a:gd name="connsiteY2538" fmla="*/ 2807483 h 4115518"/>
              <a:gd name="connsiteX2539" fmla="*/ 1964720 w 6282234"/>
              <a:gd name="connsiteY2539" fmla="*/ 2811464 h 4115518"/>
              <a:gd name="connsiteX2540" fmla="*/ 1979053 w 6282234"/>
              <a:gd name="connsiteY2540" fmla="*/ 2826392 h 4115518"/>
              <a:gd name="connsiteX2541" fmla="*/ 2012277 w 6282234"/>
              <a:gd name="connsiteY2541" fmla="*/ 2826392 h 4115518"/>
              <a:gd name="connsiteX2542" fmla="*/ 2014883 w 6282234"/>
              <a:gd name="connsiteY2542" fmla="*/ 2823738 h 4115518"/>
              <a:gd name="connsiteX2543" fmla="*/ 2034752 w 6282234"/>
              <a:gd name="connsiteY2543" fmla="*/ 2829046 h 4115518"/>
              <a:gd name="connsiteX2544" fmla="*/ 2050713 w 6282234"/>
              <a:gd name="connsiteY2544" fmla="*/ 2834354 h 4115518"/>
              <a:gd name="connsiteX2545" fmla="*/ 2067976 w 6282234"/>
              <a:gd name="connsiteY2545" fmla="*/ 2847955 h 4115518"/>
              <a:gd name="connsiteX2546" fmla="*/ 2074491 w 6282234"/>
              <a:gd name="connsiteY2546" fmla="*/ 2860229 h 4115518"/>
              <a:gd name="connsiteX2547" fmla="*/ 2083611 w 6282234"/>
              <a:gd name="connsiteY2547" fmla="*/ 2862883 h 4115518"/>
              <a:gd name="connsiteX2548" fmla="*/ 2083611 w 6282234"/>
              <a:gd name="connsiteY2548" fmla="*/ 2874826 h 4115518"/>
              <a:gd name="connsiteX2549" fmla="*/ 2095664 w 6282234"/>
              <a:gd name="connsiteY2549" fmla="*/ 2899042 h 4115518"/>
              <a:gd name="connsiteX2550" fmla="*/ 2103481 w 6282234"/>
              <a:gd name="connsiteY2550" fmla="*/ 2902028 h 4115518"/>
              <a:gd name="connsiteX2551" fmla="*/ 2103481 w 6282234"/>
              <a:gd name="connsiteY2551" fmla="*/ 2911316 h 4115518"/>
              <a:gd name="connsiteX2552" fmla="*/ 2089149 w 6282234"/>
              <a:gd name="connsiteY2552" fmla="*/ 2928898 h 4115518"/>
              <a:gd name="connsiteX2553" fmla="*/ 2079703 w 6282234"/>
              <a:gd name="connsiteY2553" fmla="*/ 2935533 h 4115518"/>
              <a:gd name="connsiteX2554" fmla="*/ 2067976 w 6282234"/>
              <a:gd name="connsiteY2554" fmla="*/ 2959750 h 4115518"/>
              <a:gd name="connsiteX2555" fmla="*/ 2089149 w 6282234"/>
              <a:gd name="connsiteY2555" fmla="*/ 2947808 h 4115518"/>
              <a:gd name="connsiteX2556" fmla="*/ 2089149 w 6282234"/>
              <a:gd name="connsiteY2556" fmla="*/ 2943826 h 4115518"/>
              <a:gd name="connsiteX2557" fmla="*/ 2094360 w 6282234"/>
              <a:gd name="connsiteY2557" fmla="*/ 2932879 h 4115518"/>
              <a:gd name="connsiteX2558" fmla="*/ 2107389 w 6282234"/>
              <a:gd name="connsiteY2558" fmla="*/ 2935533 h 4115518"/>
              <a:gd name="connsiteX2559" fmla="*/ 2118138 w 6282234"/>
              <a:gd name="connsiteY2559" fmla="*/ 2932879 h 4115518"/>
              <a:gd name="connsiteX2560" fmla="*/ 2131493 w 6282234"/>
              <a:gd name="connsiteY2560" fmla="*/ 2935533 h 4115518"/>
              <a:gd name="connsiteX2561" fmla="*/ 2130190 w 6282234"/>
              <a:gd name="connsiteY2561" fmla="*/ 2945153 h 4115518"/>
              <a:gd name="connsiteX2562" fmla="*/ 2122047 w 6282234"/>
              <a:gd name="connsiteY2562" fmla="*/ 2957096 h 4115518"/>
              <a:gd name="connsiteX2563" fmla="*/ 2094360 w 6282234"/>
              <a:gd name="connsiteY2563" fmla="*/ 2962403 h 4115518"/>
              <a:gd name="connsiteX2564" fmla="*/ 2089149 w 6282234"/>
              <a:gd name="connsiteY2564" fmla="*/ 2957096 h 4115518"/>
              <a:gd name="connsiteX2565" fmla="*/ 2091754 w 6282234"/>
              <a:gd name="connsiteY2565" fmla="*/ 2962403 h 4115518"/>
              <a:gd name="connsiteX2566" fmla="*/ 2106087 w 6282234"/>
              <a:gd name="connsiteY2566" fmla="*/ 2965390 h 4115518"/>
              <a:gd name="connsiteX2567" fmla="*/ 2119442 w 6282234"/>
              <a:gd name="connsiteY2567" fmla="*/ 2965390 h 4115518"/>
              <a:gd name="connsiteX2568" fmla="*/ 2131493 w 6282234"/>
              <a:gd name="connsiteY2568" fmla="*/ 2955770 h 4115518"/>
              <a:gd name="connsiteX2569" fmla="*/ 2136705 w 6282234"/>
              <a:gd name="connsiteY2569" fmla="*/ 2943826 h 4115518"/>
              <a:gd name="connsiteX2570" fmla="*/ 2151362 w 6282234"/>
              <a:gd name="connsiteY2570" fmla="*/ 2940841 h 4115518"/>
              <a:gd name="connsiteX2571" fmla="*/ 2163089 w 6282234"/>
              <a:gd name="connsiteY2571" fmla="*/ 2950461 h 4115518"/>
              <a:gd name="connsiteX2572" fmla="*/ 2193707 w 6282234"/>
              <a:gd name="connsiteY2572" fmla="*/ 2959750 h 4115518"/>
              <a:gd name="connsiteX2573" fmla="*/ 2201525 w 6282234"/>
              <a:gd name="connsiteY2573" fmla="*/ 2972024 h 4115518"/>
              <a:gd name="connsiteX2574" fmla="*/ 2208040 w 6282234"/>
              <a:gd name="connsiteY2574" fmla="*/ 2977332 h 4115518"/>
              <a:gd name="connsiteX2575" fmla="*/ 2217486 w 6282234"/>
              <a:gd name="connsiteY2575" fmla="*/ 2972024 h 4115518"/>
              <a:gd name="connsiteX2576" fmla="*/ 2234749 w 6282234"/>
              <a:gd name="connsiteY2576" fmla="*/ 2979985 h 4115518"/>
              <a:gd name="connsiteX2577" fmla="*/ 2255921 w 6282234"/>
              <a:gd name="connsiteY2577" fmla="*/ 2983967 h 4115518"/>
              <a:gd name="connsiteX2578" fmla="*/ 2277093 w 6282234"/>
              <a:gd name="connsiteY2578" fmla="*/ 2981313 h 4115518"/>
              <a:gd name="connsiteX2579" fmla="*/ 2303477 w 6282234"/>
              <a:gd name="connsiteY2579" fmla="*/ 2996240 h 4115518"/>
              <a:gd name="connsiteX2580" fmla="*/ 2327255 w 6282234"/>
              <a:gd name="connsiteY2580" fmla="*/ 3017804 h 4115518"/>
              <a:gd name="connsiteX2581" fmla="*/ 2333770 w 6282234"/>
              <a:gd name="connsiteY2581" fmla="*/ 3020457 h 4115518"/>
              <a:gd name="connsiteX2582" fmla="*/ 2345821 w 6282234"/>
              <a:gd name="connsiteY2582" fmla="*/ 3020457 h 4115518"/>
              <a:gd name="connsiteX2583" fmla="*/ 2356245 w 6282234"/>
              <a:gd name="connsiteY2583" fmla="*/ 3023112 h 4115518"/>
              <a:gd name="connsiteX2584" fmla="*/ 2360479 w 6282234"/>
              <a:gd name="connsiteY2584" fmla="*/ 3030077 h 4115518"/>
              <a:gd name="connsiteX2585" fmla="*/ 2368297 w 6282234"/>
              <a:gd name="connsiteY2585" fmla="*/ 3059602 h 4115518"/>
              <a:gd name="connsiteX2586" fmla="*/ 2368297 w 6282234"/>
              <a:gd name="connsiteY2586" fmla="*/ 3071877 h 4115518"/>
              <a:gd name="connsiteX2587" fmla="*/ 2360479 w 6282234"/>
              <a:gd name="connsiteY2587" fmla="*/ 3090454 h 4115518"/>
              <a:gd name="connsiteX2588" fmla="*/ 2339307 w 6282234"/>
              <a:gd name="connsiteY2588" fmla="*/ 3117656 h 4115518"/>
              <a:gd name="connsiteX2589" fmla="*/ 2329861 w 6282234"/>
              <a:gd name="connsiteY2589" fmla="*/ 3125618 h 4115518"/>
              <a:gd name="connsiteX2590" fmla="*/ 2318135 w 6282234"/>
              <a:gd name="connsiteY2590" fmla="*/ 3147181 h 4115518"/>
              <a:gd name="connsiteX2591" fmla="*/ 2306083 w 6282234"/>
              <a:gd name="connsiteY2591" fmla="*/ 3162108 h 4115518"/>
              <a:gd name="connsiteX2592" fmla="*/ 2298266 w 6282234"/>
              <a:gd name="connsiteY2592" fmla="*/ 3163436 h 4115518"/>
              <a:gd name="connsiteX2593" fmla="*/ 2294031 w 6282234"/>
              <a:gd name="connsiteY2593" fmla="*/ 3174052 h 4115518"/>
              <a:gd name="connsiteX2594" fmla="*/ 2296636 w 6282234"/>
              <a:gd name="connsiteY2594" fmla="*/ 3183672 h 4115518"/>
              <a:gd name="connsiteX2595" fmla="*/ 2294031 w 6282234"/>
              <a:gd name="connsiteY2595" fmla="*/ 3192960 h 4115518"/>
              <a:gd name="connsiteX2596" fmla="*/ 2296636 w 6282234"/>
              <a:gd name="connsiteY2596" fmla="*/ 3216514 h 4115518"/>
              <a:gd name="connsiteX2597" fmla="*/ 2291426 w 6282234"/>
              <a:gd name="connsiteY2597" fmla="*/ 3239735 h 4115518"/>
              <a:gd name="connsiteX2598" fmla="*/ 2288819 w 6282234"/>
              <a:gd name="connsiteY2598" fmla="*/ 3253004 h 4115518"/>
              <a:gd name="connsiteX2599" fmla="*/ 2284911 w 6282234"/>
              <a:gd name="connsiteY2599" fmla="*/ 3259639 h 4115518"/>
              <a:gd name="connsiteX2600" fmla="*/ 2282305 w 6282234"/>
              <a:gd name="connsiteY2600" fmla="*/ 3279544 h 4115518"/>
              <a:gd name="connsiteX2601" fmla="*/ 2270253 w 6282234"/>
              <a:gd name="connsiteY2601" fmla="*/ 3306083 h 4115518"/>
              <a:gd name="connsiteX2602" fmla="*/ 2262435 w 6282234"/>
              <a:gd name="connsiteY2602" fmla="*/ 3309400 h 4115518"/>
              <a:gd name="connsiteX2603" fmla="*/ 2258527 w 6282234"/>
              <a:gd name="connsiteY2603" fmla="*/ 3322669 h 4115518"/>
              <a:gd name="connsiteX2604" fmla="*/ 2261133 w 6282234"/>
              <a:gd name="connsiteY2604" fmla="*/ 3332621 h 4115518"/>
              <a:gd name="connsiteX2605" fmla="*/ 2243869 w 6282234"/>
              <a:gd name="connsiteY2605" fmla="*/ 3342573 h 4115518"/>
              <a:gd name="connsiteX2606" fmla="*/ 2238657 w 6282234"/>
              <a:gd name="connsiteY2606" fmla="*/ 3349208 h 4115518"/>
              <a:gd name="connsiteX2607" fmla="*/ 2214879 w 6282234"/>
              <a:gd name="connsiteY2607" fmla="*/ 3349208 h 4115518"/>
              <a:gd name="connsiteX2608" fmla="*/ 2210645 w 6282234"/>
              <a:gd name="connsiteY2608" fmla="*/ 3349208 h 4115518"/>
              <a:gd name="connsiteX2609" fmla="*/ 2196313 w 6282234"/>
              <a:gd name="connsiteY2609" fmla="*/ 3349208 h 4115518"/>
              <a:gd name="connsiteX2610" fmla="*/ 2193707 w 6282234"/>
              <a:gd name="connsiteY2610" fmla="*/ 3355843 h 4115518"/>
              <a:gd name="connsiteX2611" fmla="*/ 2175140 w 6282234"/>
              <a:gd name="connsiteY2611" fmla="*/ 3365795 h 4115518"/>
              <a:gd name="connsiteX2612" fmla="*/ 2155271 w 6282234"/>
              <a:gd name="connsiteY2612" fmla="*/ 3375747 h 4115518"/>
              <a:gd name="connsiteX2613" fmla="*/ 2136705 w 6282234"/>
              <a:gd name="connsiteY2613" fmla="*/ 3389017 h 4115518"/>
              <a:gd name="connsiteX2614" fmla="*/ 2127259 w 6282234"/>
              <a:gd name="connsiteY2614" fmla="*/ 3405603 h 4115518"/>
              <a:gd name="connsiteX2615" fmla="*/ 2127259 w 6282234"/>
              <a:gd name="connsiteY2615" fmla="*/ 3442094 h 4115518"/>
              <a:gd name="connsiteX2616" fmla="*/ 2122047 w 6282234"/>
              <a:gd name="connsiteY2616" fmla="*/ 3458681 h 4115518"/>
              <a:gd name="connsiteX2617" fmla="*/ 2112927 w 6282234"/>
              <a:gd name="connsiteY2617" fmla="*/ 3465316 h 4115518"/>
              <a:gd name="connsiteX2618" fmla="*/ 2100875 w 6282234"/>
              <a:gd name="connsiteY2618" fmla="*/ 3485220 h 4115518"/>
              <a:gd name="connsiteX2619" fmla="*/ 2098269 w 6282234"/>
              <a:gd name="connsiteY2619" fmla="*/ 3495172 h 4115518"/>
              <a:gd name="connsiteX2620" fmla="*/ 2091754 w 6282234"/>
              <a:gd name="connsiteY2620" fmla="*/ 3498489 h 4115518"/>
              <a:gd name="connsiteX2621" fmla="*/ 2083611 w 6282234"/>
              <a:gd name="connsiteY2621" fmla="*/ 3491854 h 4115518"/>
              <a:gd name="connsiteX2622" fmla="*/ 2074491 w 6282234"/>
              <a:gd name="connsiteY2622" fmla="*/ 3508441 h 4115518"/>
              <a:gd name="connsiteX2623" fmla="*/ 2070583 w 6282234"/>
              <a:gd name="connsiteY2623" fmla="*/ 3508441 h 4115518"/>
              <a:gd name="connsiteX2624" fmla="*/ 2065045 w 6282234"/>
              <a:gd name="connsiteY2624" fmla="*/ 3534980 h 4115518"/>
              <a:gd name="connsiteX2625" fmla="*/ 2055925 w 6282234"/>
              <a:gd name="connsiteY2625" fmla="*/ 3564837 h 4115518"/>
              <a:gd name="connsiteX2626" fmla="*/ 2043872 w 6282234"/>
              <a:gd name="connsiteY2626" fmla="*/ 3564837 h 4115518"/>
              <a:gd name="connsiteX2627" fmla="*/ 2032147 w 6282234"/>
              <a:gd name="connsiteY2627" fmla="*/ 3591375 h 4115518"/>
              <a:gd name="connsiteX2628" fmla="*/ 2020094 w 6282234"/>
              <a:gd name="connsiteY2628" fmla="*/ 3591375 h 4115518"/>
              <a:gd name="connsiteX2629" fmla="*/ 2003156 w 6282234"/>
              <a:gd name="connsiteY2629" fmla="*/ 3591375 h 4115518"/>
              <a:gd name="connsiteX2630" fmla="*/ 1996316 w 6282234"/>
              <a:gd name="connsiteY2630" fmla="*/ 3591375 h 4115518"/>
              <a:gd name="connsiteX2631" fmla="*/ 1979053 w 6282234"/>
              <a:gd name="connsiteY2631" fmla="*/ 3578106 h 4115518"/>
              <a:gd name="connsiteX2632" fmla="*/ 1967327 w 6282234"/>
              <a:gd name="connsiteY2632" fmla="*/ 3578106 h 4115518"/>
              <a:gd name="connsiteX2633" fmla="*/ 1957881 w 6282234"/>
              <a:gd name="connsiteY2633" fmla="*/ 3578106 h 4115518"/>
              <a:gd name="connsiteX2634" fmla="*/ 1960487 w 6282234"/>
              <a:gd name="connsiteY2634" fmla="*/ 3534980 h 4115518"/>
              <a:gd name="connsiteX2635" fmla="*/ 1952669 w 6282234"/>
              <a:gd name="connsiteY2635" fmla="*/ 3564837 h 4115518"/>
              <a:gd name="connsiteX2636" fmla="*/ 1955275 w 6282234"/>
              <a:gd name="connsiteY2636" fmla="*/ 3578106 h 4115518"/>
              <a:gd name="connsiteX2637" fmla="*/ 1975144 w 6282234"/>
              <a:gd name="connsiteY2637" fmla="*/ 3604645 h 4115518"/>
              <a:gd name="connsiteX2638" fmla="*/ 1979053 w 6282234"/>
              <a:gd name="connsiteY2638" fmla="*/ 3617914 h 4115518"/>
              <a:gd name="connsiteX2639" fmla="*/ 1987196 w 6282234"/>
              <a:gd name="connsiteY2639" fmla="*/ 3631184 h 4115518"/>
              <a:gd name="connsiteX2640" fmla="*/ 1972539 w 6282234"/>
              <a:gd name="connsiteY2640" fmla="*/ 3657722 h 4115518"/>
              <a:gd name="connsiteX2641" fmla="*/ 1946154 w 6282234"/>
              <a:gd name="connsiteY2641" fmla="*/ 3670992 h 4115518"/>
              <a:gd name="connsiteX2642" fmla="*/ 1915536 w 6282234"/>
              <a:gd name="connsiteY2642" fmla="*/ 3684261 h 4115518"/>
              <a:gd name="connsiteX2643" fmla="*/ 1893061 w 6282234"/>
              <a:gd name="connsiteY2643" fmla="*/ 3684261 h 4115518"/>
              <a:gd name="connsiteX2644" fmla="*/ 1893061 w 6282234"/>
              <a:gd name="connsiteY2644" fmla="*/ 3697531 h 4115518"/>
              <a:gd name="connsiteX2645" fmla="*/ 1886547 w 6282234"/>
              <a:gd name="connsiteY2645" fmla="*/ 3710801 h 4115518"/>
              <a:gd name="connsiteX2646" fmla="*/ 1889152 w 6282234"/>
              <a:gd name="connsiteY2646" fmla="*/ 3724070 h 4115518"/>
              <a:gd name="connsiteX2647" fmla="*/ 1874494 w 6282234"/>
              <a:gd name="connsiteY2647" fmla="*/ 3724070 h 4115518"/>
              <a:gd name="connsiteX2648" fmla="*/ 1862768 w 6282234"/>
              <a:gd name="connsiteY2648" fmla="*/ 3724070 h 4115518"/>
              <a:gd name="connsiteX2649" fmla="*/ 1841596 w 6282234"/>
              <a:gd name="connsiteY2649" fmla="*/ 3724070 h 4115518"/>
              <a:gd name="connsiteX2650" fmla="*/ 1838990 w 6282234"/>
              <a:gd name="connsiteY2650" fmla="*/ 3724070 h 4115518"/>
              <a:gd name="connsiteX2651" fmla="*/ 1844202 w 6282234"/>
              <a:gd name="connsiteY2651" fmla="*/ 3750608 h 4115518"/>
              <a:gd name="connsiteX2652" fmla="*/ 1850716 w 6282234"/>
              <a:gd name="connsiteY2652" fmla="*/ 3750608 h 4115518"/>
              <a:gd name="connsiteX2653" fmla="*/ 1865374 w 6282234"/>
              <a:gd name="connsiteY2653" fmla="*/ 3750608 h 4115518"/>
              <a:gd name="connsiteX2654" fmla="*/ 1865374 w 6282234"/>
              <a:gd name="connsiteY2654" fmla="*/ 3780465 h 4115518"/>
              <a:gd name="connsiteX2655" fmla="*/ 1848110 w 6282234"/>
              <a:gd name="connsiteY2655" fmla="*/ 3780465 h 4115518"/>
              <a:gd name="connsiteX2656" fmla="*/ 1836385 w 6282234"/>
              <a:gd name="connsiteY2656" fmla="*/ 3793735 h 4115518"/>
              <a:gd name="connsiteX2657" fmla="*/ 1838990 w 6282234"/>
              <a:gd name="connsiteY2657" fmla="*/ 3807004 h 4115518"/>
              <a:gd name="connsiteX2658" fmla="*/ 1829544 w 6282234"/>
              <a:gd name="connsiteY2658" fmla="*/ 3820274 h 4115518"/>
              <a:gd name="connsiteX2659" fmla="*/ 1808372 w 6282234"/>
              <a:gd name="connsiteY2659" fmla="*/ 3833542 h 4115518"/>
              <a:gd name="connsiteX2660" fmla="*/ 1796646 w 6282234"/>
              <a:gd name="connsiteY2660" fmla="*/ 3860082 h 4115518"/>
              <a:gd name="connsiteX2661" fmla="*/ 1800554 w 6282234"/>
              <a:gd name="connsiteY2661" fmla="*/ 3873351 h 4115518"/>
              <a:gd name="connsiteX2662" fmla="*/ 1812281 w 6282234"/>
              <a:gd name="connsiteY2662" fmla="*/ 3873351 h 4115518"/>
              <a:gd name="connsiteX2663" fmla="*/ 1829544 w 6282234"/>
              <a:gd name="connsiteY2663" fmla="*/ 3886621 h 4115518"/>
              <a:gd name="connsiteX2664" fmla="*/ 1824332 w 6282234"/>
              <a:gd name="connsiteY2664" fmla="*/ 3899890 h 4115518"/>
              <a:gd name="connsiteX2665" fmla="*/ 1805766 w 6282234"/>
              <a:gd name="connsiteY2665" fmla="*/ 3913160 h 4115518"/>
              <a:gd name="connsiteX2666" fmla="*/ 1794039 w 6282234"/>
              <a:gd name="connsiteY2666" fmla="*/ 3939698 h 4115518"/>
              <a:gd name="connsiteX2667" fmla="*/ 1794039 w 6282234"/>
              <a:gd name="connsiteY2667" fmla="*/ 3952968 h 4115518"/>
              <a:gd name="connsiteX2668" fmla="*/ 1774171 w 6282234"/>
              <a:gd name="connsiteY2668" fmla="*/ 3966237 h 4115518"/>
              <a:gd name="connsiteX2669" fmla="*/ 1769937 w 6282234"/>
              <a:gd name="connsiteY2669" fmla="*/ 3979507 h 4115518"/>
              <a:gd name="connsiteX2670" fmla="*/ 1772868 w 6282234"/>
              <a:gd name="connsiteY2670" fmla="*/ 4006045 h 4115518"/>
              <a:gd name="connsiteX2671" fmla="*/ 1781988 w 6282234"/>
              <a:gd name="connsiteY2671" fmla="*/ 4019315 h 4115518"/>
              <a:gd name="connsiteX2672" fmla="*/ 1769937 w 6282234"/>
              <a:gd name="connsiteY2672" fmla="*/ 4019315 h 4115518"/>
              <a:gd name="connsiteX2673" fmla="*/ 1764725 w 6282234"/>
              <a:gd name="connsiteY2673" fmla="*/ 4019315 h 4115518"/>
              <a:gd name="connsiteX2674" fmla="*/ 1758210 w 6282234"/>
              <a:gd name="connsiteY2674" fmla="*/ 4019315 h 4115518"/>
              <a:gd name="connsiteX2675" fmla="*/ 1740946 w 6282234"/>
              <a:gd name="connsiteY2675" fmla="*/ 4032584 h 4115518"/>
              <a:gd name="connsiteX2676" fmla="*/ 1738341 w 6282234"/>
              <a:gd name="connsiteY2676" fmla="*/ 4062441 h 4115518"/>
              <a:gd name="connsiteX2677" fmla="*/ 1731826 w 6282234"/>
              <a:gd name="connsiteY2677" fmla="*/ 4062441 h 4115518"/>
              <a:gd name="connsiteX2678" fmla="*/ 1717168 w 6282234"/>
              <a:gd name="connsiteY2678" fmla="*/ 4062441 h 4115518"/>
              <a:gd name="connsiteX2679" fmla="*/ 1713259 w 6282234"/>
              <a:gd name="connsiteY2679" fmla="*/ 4049171 h 4115518"/>
              <a:gd name="connsiteX2680" fmla="*/ 1731826 w 6282234"/>
              <a:gd name="connsiteY2680" fmla="*/ 4049171 h 4115518"/>
              <a:gd name="connsiteX2681" fmla="*/ 1731826 w 6282234"/>
              <a:gd name="connsiteY2681" fmla="*/ 4032584 h 4115518"/>
              <a:gd name="connsiteX2682" fmla="*/ 1713259 w 6282234"/>
              <a:gd name="connsiteY2682" fmla="*/ 4049171 h 4115518"/>
              <a:gd name="connsiteX2683" fmla="*/ 1702510 w 6282234"/>
              <a:gd name="connsiteY2683" fmla="*/ 4049171 h 4115518"/>
              <a:gd name="connsiteX2684" fmla="*/ 1702510 w 6282234"/>
              <a:gd name="connsiteY2684" fmla="*/ 4032584 h 4115518"/>
              <a:gd name="connsiteX2685" fmla="*/ 1690785 w 6282234"/>
              <a:gd name="connsiteY2685" fmla="*/ 4019315 h 4115518"/>
              <a:gd name="connsiteX2686" fmla="*/ 1693390 w 6282234"/>
              <a:gd name="connsiteY2686" fmla="*/ 4019315 h 4115518"/>
              <a:gd name="connsiteX2687" fmla="*/ 1681339 w 6282234"/>
              <a:gd name="connsiteY2687" fmla="*/ 3979507 h 4115518"/>
              <a:gd name="connsiteX2688" fmla="*/ 1683944 w 6282234"/>
              <a:gd name="connsiteY2688" fmla="*/ 3979507 h 4115518"/>
              <a:gd name="connsiteX2689" fmla="*/ 1678732 w 6282234"/>
              <a:gd name="connsiteY2689" fmla="*/ 3952968 h 4115518"/>
              <a:gd name="connsiteX2690" fmla="*/ 1678732 w 6282234"/>
              <a:gd name="connsiteY2690" fmla="*/ 3913160 h 4115518"/>
              <a:gd name="connsiteX2691" fmla="*/ 1683944 w 6282234"/>
              <a:gd name="connsiteY2691" fmla="*/ 3913160 h 4115518"/>
              <a:gd name="connsiteX2692" fmla="*/ 1686550 w 6282234"/>
              <a:gd name="connsiteY2692" fmla="*/ 3899890 h 4115518"/>
              <a:gd name="connsiteX2693" fmla="*/ 1672218 w 6282234"/>
              <a:gd name="connsiteY2693" fmla="*/ 3899890 h 4115518"/>
              <a:gd name="connsiteX2694" fmla="*/ 1683944 w 6282234"/>
              <a:gd name="connsiteY2694" fmla="*/ 3873351 h 4115518"/>
              <a:gd name="connsiteX2695" fmla="*/ 1678732 w 6282234"/>
              <a:gd name="connsiteY2695" fmla="*/ 3873351 h 4115518"/>
              <a:gd name="connsiteX2696" fmla="*/ 1667006 w 6282234"/>
              <a:gd name="connsiteY2696" fmla="*/ 3873351 h 4115518"/>
              <a:gd name="connsiteX2697" fmla="*/ 1660166 w 6282234"/>
              <a:gd name="connsiteY2697" fmla="*/ 3860082 h 4115518"/>
              <a:gd name="connsiteX2698" fmla="*/ 1672218 w 6282234"/>
              <a:gd name="connsiteY2698" fmla="*/ 3846812 h 4115518"/>
              <a:gd name="connsiteX2699" fmla="*/ 1674824 w 6282234"/>
              <a:gd name="connsiteY2699" fmla="*/ 3846812 h 4115518"/>
              <a:gd name="connsiteX2700" fmla="*/ 1683944 w 6282234"/>
              <a:gd name="connsiteY2700" fmla="*/ 3846812 h 4115518"/>
              <a:gd name="connsiteX2701" fmla="*/ 1689482 w 6282234"/>
              <a:gd name="connsiteY2701" fmla="*/ 3860082 h 4115518"/>
              <a:gd name="connsiteX2702" fmla="*/ 1693390 w 6282234"/>
              <a:gd name="connsiteY2702" fmla="*/ 3846812 h 4115518"/>
              <a:gd name="connsiteX2703" fmla="*/ 1695996 w 6282234"/>
              <a:gd name="connsiteY2703" fmla="*/ 3820274 h 4115518"/>
              <a:gd name="connsiteX2704" fmla="*/ 1707722 w 6282234"/>
              <a:gd name="connsiteY2704" fmla="*/ 3820274 h 4115518"/>
              <a:gd name="connsiteX2705" fmla="*/ 1710654 w 6282234"/>
              <a:gd name="connsiteY2705" fmla="*/ 3807004 h 4115518"/>
              <a:gd name="connsiteX2706" fmla="*/ 1701208 w 6282234"/>
              <a:gd name="connsiteY2706" fmla="*/ 3807004 h 4115518"/>
              <a:gd name="connsiteX2707" fmla="*/ 1702510 w 6282234"/>
              <a:gd name="connsiteY2707" fmla="*/ 3793735 h 4115518"/>
              <a:gd name="connsiteX2708" fmla="*/ 1701208 w 6282234"/>
              <a:gd name="connsiteY2708" fmla="*/ 3780465 h 4115518"/>
              <a:gd name="connsiteX2709" fmla="*/ 1707722 w 6282234"/>
              <a:gd name="connsiteY2709" fmla="*/ 3780465 h 4115518"/>
              <a:gd name="connsiteX2710" fmla="*/ 1705116 w 6282234"/>
              <a:gd name="connsiteY2710" fmla="*/ 3750608 h 4115518"/>
              <a:gd name="connsiteX2711" fmla="*/ 1710654 w 6282234"/>
              <a:gd name="connsiteY2711" fmla="*/ 3750608 h 4115518"/>
              <a:gd name="connsiteX2712" fmla="*/ 1705116 w 6282234"/>
              <a:gd name="connsiteY2712" fmla="*/ 3737340 h 4115518"/>
              <a:gd name="connsiteX2713" fmla="*/ 1698602 w 6282234"/>
              <a:gd name="connsiteY2713" fmla="*/ 3750608 h 4115518"/>
              <a:gd name="connsiteX2714" fmla="*/ 1690785 w 6282234"/>
              <a:gd name="connsiteY2714" fmla="*/ 3750608 h 4115518"/>
              <a:gd name="connsiteX2715" fmla="*/ 1686550 w 6282234"/>
              <a:gd name="connsiteY2715" fmla="*/ 3724070 h 4115518"/>
              <a:gd name="connsiteX2716" fmla="*/ 1690785 w 6282234"/>
              <a:gd name="connsiteY2716" fmla="*/ 3697531 h 4115518"/>
              <a:gd name="connsiteX2717" fmla="*/ 1695996 w 6282234"/>
              <a:gd name="connsiteY2717" fmla="*/ 3697531 h 4115518"/>
              <a:gd name="connsiteX2718" fmla="*/ 1698602 w 6282234"/>
              <a:gd name="connsiteY2718" fmla="*/ 3684261 h 4115518"/>
              <a:gd name="connsiteX2719" fmla="*/ 1693390 w 6282234"/>
              <a:gd name="connsiteY2719" fmla="*/ 3670992 h 4115518"/>
              <a:gd name="connsiteX2720" fmla="*/ 1690785 w 6282234"/>
              <a:gd name="connsiteY2720" fmla="*/ 3644454 h 4115518"/>
              <a:gd name="connsiteX2721" fmla="*/ 1698602 w 6282234"/>
              <a:gd name="connsiteY2721" fmla="*/ 3644454 h 4115518"/>
              <a:gd name="connsiteX2722" fmla="*/ 1702510 w 6282234"/>
              <a:gd name="connsiteY2722" fmla="*/ 3631184 h 4115518"/>
              <a:gd name="connsiteX2723" fmla="*/ 1710654 w 6282234"/>
              <a:gd name="connsiteY2723" fmla="*/ 3604645 h 4115518"/>
              <a:gd name="connsiteX2724" fmla="*/ 1717168 w 6282234"/>
              <a:gd name="connsiteY2724" fmla="*/ 3591375 h 4115518"/>
              <a:gd name="connsiteX2725" fmla="*/ 1719774 w 6282234"/>
              <a:gd name="connsiteY2725" fmla="*/ 3578106 h 4115518"/>
              <a:gd name="connsiteX2726" fmla="*/ 1726289 w 6282234"/>
              <a:gd name="connsiteY2726" fmla="*/ 3564837 h 4115518"/>
              <a:gd name="connsiteX2727" fmla="*/ 1731826 w 6282234"/>
              <a:gd name="connsiteY2727" fmla="*/ 3534980 h 4115518"/>
              <a:gd name="connsiteX2728" fmla="*/ 1726289 w 6282234"/>
              <a:gd name="connsiteY2728" fmla="*/ 3508441 h 4115518"/>
              <a:gd name="connsiteX2729" fmla="*/ 1726289 w 6282234"/>
              <a:gd name="connsiteY2729" fmla="*/ 3495172 h 4115518"/>
              <a:gd name="connsiteX2730" fmla="*/ 1731826 w 6282234"/>
              <a:gd name="connsiteY2730" fmla="*/ 3485220 h 4115518"/>
              <a:gd name="connsiteX2731" fmla="*/ 1728894 w 6282234"/>
              <a:gd name="connsiteY2731" fmla="*/ 3465316 h 4115518"/>
              <a:gd name="connsiteX2732" fmla="*/ 1734432 w 6282234"/>
              <a:gd name="connsiteY2732" fmla="*/ 3455364 h 4115518"/>
              <a:gd name="connsiteX2733" fmla="*/ 1738341 w 6282234"/>
              <a:gd name="connsiteY2733" fmla="*/ 3428825 h 4115518"/>
              <a:gd name="connsiteX2734" fmla="*/ 1740946 w 6282234"/>
              <a:gd name="connsiteY2734" fmla="*/ 3428825 h 4115518"/>
              <a:gd name="connsiteX2735" fmla="*/ 1748764 w 6282234"/>
              <a:gd name="connsiteY2735" fmla="*/ 3392334 h 4115518"/>
              <a:gd name="connsiteX2736" fmla="*/ 1746158 w 6282234"/>
              <a:gd name="connsiteY2736" fmla="*/ 3382382 h 4115518"/>
              <a:gd name="connsiteX2737" fmla="*/ 1746158 w 6282234"/>
              <a:gd name="connsiteY2737" fmla="*/ 3365795 h 4115518"/>
              <a:gd name="connsiteX2738" fmla="*/ 1746158 w 6282234"/>
              <a:gd name="connsiteY2738" fmla="*/ 3349208 h 4115518"/>
              <a:gd name="connsiteX2739" fmla="*/ 1750067 w 6282234"/>
              <a:gd name="connsiteY2739" fmla="*/ 3345891 h 4115518"/>
              <a:gd name="connsiteX2740" fmla="*/ 1752998 w 6282234"/>
              <a:gd name="connsiteY2740" fmla="*/ 3319351 h 4115518"/>
              <a:gd name="connsiteX2741" fmla="*/ 1750067 w 6282234"/>
              <a:gd name="connsiteY2741" fmla="*/ 3306083 h 4115518"/>
              <a:gd name="connsiteX2742" fmla="*/ 1752998 w 6282234"/>
              <a:gd name="connsiteY2742" fmla="*/ 3292813 h 4115518"/>
              <a:gd name="connsiteX2743" fmla="*/ 1748764 w 6282234"/>
              <a:gd name="connsiteY2743" fmla="*/ 3259639 h 4115518"/>
              <a:gd name="connsiteX2744" fmla="*/ 1731826 w 6282234"/>
              <a:gd name="connsiteY2744" fmla="*/ 3249687 h 4115518"/>
              <a:gd name="connsiteX2745" fmla="*/ 1728894 w 6282234"/>
              <a:gd name="connsiteY2745" fmla="*/ 3239735 h 4115518"/>
              <a:gd name="connsiteX2746" fmla="*/ 1667006 w 6282234"/>
              <a:gd name="connsiteY2746" fmla="*/ 3207889 h 4115518"/>
              <a:gd name="connsiteX2747" fmla="*/ 1653651 w 6282234"/>
              <a:gd name="connsiteY2747" fmla="*/ 3192960 h 4115518"/>
              <a:gd name="connsiteX2748" fmla="*/ 1645508 w 6282234"/>
              <a:gd name="connsiteY2748" fmla="*/ 3186325 h 4115518"/>
              <a:gd name="connsiteX2749" fmla="*/ 1648440 w 6282234"/>
              <a:gd name="connsiteY2749" fmla="*/ 3171398 h 4115518"/>
              <a:gd name="connsiteX2750" fmla="*/ 1629873 w 6282234"/>
              <a:gd name="connsiteY2750" fmla="*/ 3139219 h 4115518"/>
              <a:gd name="connsiteX2751" fmla="*/ 1621730 w 6282234"/>
              <a:gd name="connsiteY2751" fmla="*/ 3132253 h 4115518"/>
              <a:gd name="connsiteX2752" fmla="*/ 1603164 w 6282234"/>
              <a:gd name="connsiteY2752" fmla="*/ 3083819 h 4115518"/>
              <a:gd name="connsiteX2753" fmla="*/ 1594044 w 6282234"/>
              <a:gd name="connsiteY2753" fmla="*/ 3071877 h 4115518"/>
              <a:gd name="connsiteX2754" fmla="*/ 1586226 w 6282234"/>
              <a:gd name="connsiteY2754" fmla="*/ 3056949 h 4115518"/>
              <a:gd name="connsiteX2755" fmla="*/ 1579386 w 6282234"/>
              <a:gd name="connsiteY2755" fmla="*/ 3050314 h 4115518"/>
              <a:gd name="connsiteX2756" fmla="*/ 1559517 w 6282234"/>
              <a:gd name="connsiteY2756" fmla="*/ 3040694 h 4115518"/>
              <a:gd name="connsiteX2757" fmla="*/ 1565053 w 6282234"/>
              <a:gd name="connsiteY2757" fmla="*/ 3030077 h 4115518"/>
              <a:gd name="connsiteX2758" fmla="*/ 1558213 w 6282234"/>
              <a:gd name="connsiteY2758" fmla="*/ 3013823 h 4115518"/>
              <a:gd name="connsiteX2759" fmla="*/ 1559517 w 6282234"/>
              <a:gd name="connsiteY2759" fmla="*/ 3005530 h 4115518"/>
              <a:gd name="connsiteX2760" fmla="*/ 1574174 w 6282234"/>
              <a:gd name="connsiteY2760" fmla="*/ 2992260 h 4115518"/>
              <a:gd name="connsiteX2761" fmla="*/ 1576780 w 6282234"/>
              <a:gd name="connsiteY2761" fmla="*/ 2979985 h 4115518"/>
              <a:gd name="connsiteX2762" fmla="*/ 1565053 w 6282234"/>
              <a:gd name="connsiteY2762" fmla="*/ 2972024 h 4115518"/>
              <a:gd name="connsiteX2763" fmla="*/ 1567660 w 6282234"/>
              <a:gd name="connsiteY2763" fmla="*/ 2959750 h 4115518"/>
              <a:gd name="connsiteX2764" fmla="*/ 1571568 w 6282234"/>
              <a:gd name="connsiteY2764" fmla="*/ 2938187 h 4115518"/>
              <a:gd name="connsiteX2765" fmla="*/ 1581991 w 6282234"/>
              <a:gd name="connsiteY2765" fmla="*/ 2928898 h 4115518"/>
              <a:gd name="connsiteX2766" fmla="*/ 1579386 w 6282234"/>
              <a:gd name="connsiteY2766" fmla="*/ 2916624 h 4115518"/>
              <a:gd name="connsiteX2767" fmla="*/ 1600558 w 6282234"/>
              <a:gd name="connsiteY2767" fmla="*/ 2908663 h 4115518"/>
              <a:gd name="connsiteX2768" fmla="*/ 1603164 w 6282234"/>
              <a:gd name="connsiteY2768" fmla="*/ 2907336 h 4115518"/>
              <a:gd name="connsiteX2769" fmla="*/ 1600558 w 6282234"/>
              <a:gd name="connsiteY2769" fmla="*/ 2899042 h 4115518"/>
              <a:gd name="connsiteX2770" fmla="*/ 1606095 w 6282234"/>
              <a:gd name="connsiteY2770" fmla="*/ 2887099 h 4115518"/>
              <a:gd name="connsiteX2771" fmla="*/ 1619125 w 6282234"/>
              <a:gd name="connsiteY2771" fmla="*/ 2883119 h 4115518"/>
              <a:gd name="connsiteX2772" fmla="*/ 1631176 w 6282234"/>
              <a:gd name="connsiteY2772" fmla="*/ 2865537 h 4115518"/>
              <a:gd name="connsiteX2773" fmla="*/ 1627268 w 6282234"/>
              <a:gd name="connsiteY2773" fmla="*/ 2860229 h 4115518"/>
              <a:gd name="connsiteX2774" fmla="*/ 1627268 w 6282234"/>
              <a:gd name="connsiteY2774" fmla="*/ 2850609 h 4115518"/>
              <a:gd name="connsiteX2775" fmla="*/ 1624337 w 6282234"/>
              <a:gd name="connsiteY2775" fmla="*/ 2822411 h 4115518"/>
              <a:gd name="connsiteX2776" fmla="*/ 1627268 w 6282234"/>
              <a:gd name="connsiteY2776" fmla="*/ 2814117 h 4115518"/>
              <a:gd name="connsiteX2777" fmla="*/ 1617822 w 6282234"/>
              <a:gd name="connsiteY2777" fmla="*/ 2802175 h 4115518"/>
              <a:gd name="connsiteX2778" fmla="*/ 1612610 w 6282234"/>
              <a:gd name="connsiteY2778" fmla="*/ 2798195 h 4115518"/>
              <a:gd name="connsiteX2779" fmla="*/ 1607398 w 6282234"/>
              <a:gd name="connsiteY2779" fmla="*/ 2787247 h 4115518"/>
              <a:gd name="connsiteX2780" fmla="*/ 1610004 w 6282234"/>
              <a:gd name="connsiteY2780" fmla="*/ 2787247 h 4115518"/>
              <a:gd name="connsiteX2781" fmla="*/ 1612610 w 6282234"/>
              <a:gd name="connsiteY2781" fmla="*/ 2783267 h 4115518"/>
              <a:gd name="connsiteX2782" fmla="*/ 1607398 w 6282234"/>
              <a:gd name="connsiteY2782" fmla="*/ 2780612 h 4115518"/>
              <a:gd name="connsiteX2783" fmla="*/ 1607398 w 6282234"/>
              <a:gd name="connsiteY2783" fmla="*/ 2777958 h 4115518"/>
              <a:gd name="connsiteX2784" fmla="*/ 1600558 w 6282234"/>
              <a:gd name="connsiteY2784" fmla="*/ 2773978 h 4115518"/>
              <a:gd name="connsiteX2785" fmla="*/ 1595346 w 6282234"/>
              <a:gd name="connsiteY2785" fmla="*/ 2770992 h 4115518"/>
              <a:gd name="connsiteX2786" fmla="*/ 1591438 w 6282234"/>
              <a:gd name="connsiteY2786" fmla="*/ 2770992 h 4115518"/>
              <a:gd name="connsiteX2787" fmla="*/ 1586226 w 6282234"/>
              <a:gd name="connsiteY2787" fmla="*/ 2775305 h 4115518"/>
              <a:gd name="connsiteX2788" fmla="*/ 1583621 w 6282234"/>
              <a:gd name="connsiteY2788" fmla="*/ 2777958 h 4115518"/>
              <a:gd name="connsiteX2789" fmla="*/ 1576780 w 6282234"/>
              <a:gd name="connsiteY2789" fmla="*/ 2783267 h 4115518"/>
              <a:gd name="connsiteX2790" fmla="*/ 1574174 w 6282234"/>
              <a:gd name="connsiteY2790" fmla="*/ 2783267 h 4115518"/>
              <a:gd name="connsiteX2791" fmla="*/ 1571568 w 6282234"/>
              <a:gd name="connsiteY2791" fmla="*/ 2787247 h 4115518"/>
              <a:gd name="connsiteX2792" fmla="*/ 1579386 w 6282234"/>
              <a:gd name="connsiteY2792" fmla="*/ 2795540 h 4115518"/>
              <a:gd name="connsiteX2793" fmla="*/ 1574174 w 6282234"/>
              <a:gd name="connsiteY2793" fmla="*/ 2802175 h 4115518"/>
              <a:gd name="connsiteX2794" fmla="*/ 1565053 w 6282234"/>
              <a:gd name="connsiteY2794" fmla="*/ 2802175 h 4115518"/>
              <a:gd name="connsiteX2795" fmla="*/ 1565053 w 6282234"/>
              <a:gd name="connsiteY2795" fmla="*/ 2798195 h 4115518"/>
              <a:gd name="connsiteX2796" fmla="*/ 1553002 w 6282234"/>
              <a:gd name="connsiteY2796" fmla="*/ 2792555 h 4115518"/>
              <a:gd name="connsiteX2797" fmla="*/ 1550396 w 6282234"/>
              <a:gd name="connsiteY2797" fmla="*/ 2785920 h 4115518"/>
              <a:gd name="connsiteX2798" fmla="*/ 1543882 w 6282234"/>
              <a:gd name="connsiteY2798" fmla="*/ 2785920 h 4115518"/>
              <a:gd name="connsiteX2799" fmla="*/ 1541275 w 6282234"/>
              <a:gd name="connsiteY2799" fmla="*/ 2783267 h 4115518"/>
              <a:gd name="connsiteX2800" fmla="*/ 1531829 w 6282234"/>
              <a:gd name="connsiteY2800" fmla="*/ 2783267 h 4115518"/>
              <a:gd name="connsiteX2801" fmla="*/ 1531829 w 6282234"/>
              <a:gd name="connsiteY2801" fmla="*/ 2787247 h 4115518"/>
              <a:gd name="connsiteX2802" fmla="*/ 1529224 w 6282234"/>
              <a:gd name="connsiteY2802" fmla="*/ 2785920 h 4115518"/>
              <a:gd name="connsiteX2803" fmla="*/ 1520104 w 6282234"/>
              <a:gd name="connsiteY2803" fmla="*/ 2780612 h 4115518"/>
              <a:gd name="connsiteX2804" fmla="*/ 1517171 w 6282234"/>
              <a:gd name="connsiteY2804" fmla="*/ 2777958 h 4115518"/>
              <a:gd name="connsiteX2805" fmla="*/ 1520104 w 6282234"/>
              <a:gd name="connsiteY2805" fmla="*/ 2773978 h 4115518"/>
              <a:gd name="connsiteX2806" fmla="*/ 1517171 w 6282234"/>
              <a:gd name="connsiteY2806" fmla="*/ 2770992 h 4115518"/>
              <a:gd name="connsiteX2807" fmla="*/ 1511960 w 6282234"/>
              <a:gd name="connsiteY2807" fmla="*/ 2765685 h 4115518"/>
              <a:gd name="connsiteX2808" fmla="*/ 1508051 w 6282234"/>
              <a:gd name="connsiteY2808" fmla="*/ 2763030 h 4115518"/>
              <a:gd name="connsiteX2809" fmla="*/ 1500234 w 6282234"/>
              <a:gd name="connsiteY2809" fmla="*/ 2761703 h 4115518"/>
              <a:gd name="connsiteX2810" fmla="*/ 1498931 w 6282234"/>
              <a:gd name="connsiteY2810" fmla="*/ 2753742 h 4115518"/>
              <a:gd name="connsiteX2811" fmla="*/ 1493393 w 6282234"/>
              <a:gd name="connsiteY2811" fmla="*/ 2751088 h 4115518"/>
              <a:gd name="connsiteX2812" fmla="*/ 1490788 w 6282234"/>
              <a:gd name="connsiteY2812" fmla="*/ 2753742 h 4115518"/>
              <a:gd name="connsiteX2813" fmla="*/ 1496000 w 6282234"/>
              <a:gd name="connsiteY2813" fmla="*/ 2756395 h 4115518"/>
              <a:gd name="connsiteX2814" fmla="*/ 1496000 w 6282234"/>
              <a:gd name="connsiteY2814" fmla="*/ 2759050 h 4115518"/>
              <a:gd name="connsiteX2815" fmla="*/ 1490788 w 6282234"/>
              <a:gd name="connsiteY2815" fmla="*/ 2761703 h 4115518"/>
              <a:gd name="connsiteX2816" fmla="*/ 1488182 w 6282234"/>
              <a:gd name="connsiteY2816" fmla="*/ 2756395 h 4115518"/>
              <a:gd name="connsiteX2817" fmla="*/ 1484273 w 6282234"/>
              <a:gd name="connsiteY2817" fmla="*/ 2753742 h 4115518"/>
              <a:gd name="connsiteX2818" fmla="*/ 1481668 w 6282234"/>
              <a:gd name="connsiteY2818" fmla="*/ 2751088 h 4115518"/>
              <a:gd name="connsiteX2819" fmla="*/ 1479062 w 6282234"/>
              <a:gd name="connsiteY2819" fmla="*/ 2746775 h 4115518"/>
              <a:gd name="connsiteX2820" fmla="*/ 1484273 w 6282234"/>
              <a:gd name="connsiteY2820" fmla="*/ 2741468 h 4115518"/>
              <a:gd name="connsiteX2821" fmla="*/ 1481668 w 6282234"/>
              <a:gd name="connsiteY2821" fmla="*/ 2734833 h 4115518"/>
              <a:gd name="connsiteX2822" fmla="*/ 1479062 w 6282234"/>
              <a:gd name="connsiteY2822" fmla="*/ 2729525 h 4115518"/>
              <a:gd name="connsiteX2823" fmla="*/ 1467010 w 6282234"/>
              <a:gd name="connsiteY2823" fmla="*/ 2722558 h 4115518"/>
              <a:gd name="connsiteX2824" fmla="*/ 1463101 w 6282234"/>
              <a:gd name="connsiteY2824" fmla="*/ 2713270 h 4115518"/>
              <a:gd name="connsiteX2825" fmla="*/ 1460495 w 6282234"/>
              <a:gd name="connsiteY2825" fmla="*/ 2710616 h 4115518"/>
              <a:gd name="connsiteX2826" fmla="*/ 1448443 w 6282234"/>
              <a:gd name="connsiteY2826" fmla="*/ 2700996 h 4115518"/>
              <a:gd name="connsiteX2827" fmla="*/ 1448443 w 6282234"/>
              <a:gd name="connsiteY2827" fmla="*/ 2698341 h 4115518"/>
              <a:gd name="connsiteX2828" fmla="*/ 1454958 w 6282234"/>
              <a:gd name="connsiteY2828" fmla="*/ 2698341 h 4115518"/>
              <a:gd name="connsiteX2829" fmla="*/ 1448443 w 6282234"/>
              <a:gd name="connsiteY2829" fmla="*/ 2693034 h 4115518"/>
              <a:gd name="connsiteX2830" fmla="*/ 1445838 w 6282234"/>
              <a:gd name="connsiteY2830" fmla="*/ 2690381 h 4115518"/>
              <a:gd name="connsiteX2831" fmla="*/ 1443231 w 6282234"/>
              <a:gd name="connsiteY2831" fmla="*/ 2695688 h 4115518"/>
              <a:gd name="connsiteX2832" fmla="*/ 1428574 w 6282234"/>
              <a:gd name="connsiteY2832" fmla="*/ 2695688 h 4115518"/>
              <a:gd name="connsiteX2833" fmla="*/ 1419453 w 6282234"/>
              <a:gd name="connsiteY2833" fmla="*/ 2690381 h 4115518"/>
              <a:gd name="connsiteX2834" fmla="*/ 1410007 w 6282234"/>
              <a:gd name="connsiteY2834" fmla="*/ 2689053 h 4115518"/>
              <a:gd name="connsiteX2835" fmla="*/ 1404796 w 6282234"/>
              <a:gd name="connsiteY2835" fmla="*/ 2686399 h 4115518"/>
              <a:gd name="connsiteX2836" fmla="*/ 1395675 w 6282234"/>
              <a:gd name="connsiteY2836" fmla="*/ 2680759 h 4115518"/>
              <a:gd name="connsiteX2837" fmla="*/ 1388836 w 6282234"/>
              <a:gd name="connsiteY2837" fmla="*/ 2683414 h 4115518"/>
              <a:gd name="connsiteX2838" fmla="*/ 1383624 w 6282234"/>
              <a:gd name="connsiteY2838" fmla="*/ 2680759 h 4115518"/>
              <a:gd name="connsiteX2839" fmla="*/ 1377109 w 6282234"/>
              <a:gd name="connsiteY2839" fmla="*/ 2676779 h 4115518"/>
              <a:gd name="connsiteX2840" fmla="*/ 1367663 w 6282234"/>
              <a:gd name="connsiteY2840" fmla="*/ 2671471 h 4115518"/>
              <a:gd name="connsiteX2841" fmla="*/ 1350400 w 6282234"/>
              <a:gd name="connsiteY2841" fmla="*/ 2653889 h 4115518"/>
              <a:gd name="connsiteX2842" fmla="*/ 1341279 w 6282234"/>
              <a:gd name="connsiteY2842" fmla="*/ 2644601 h 4115518"/>
              <a:gd name="connsiteX2843" fmla="*/ 1338673 w 6282234"/>
              <a:gd name="connsiteY2843" fmla="*/ 2641615 h 4115518"/>
              <a:gd name="connsiteX2844" fmla="*/ 1333462 w 6282234"/>
              <a:gd name="connsiteY2844" fmla="*/ 2640287 h 4115518"/>
              <a:gd name="connsiteX2845" fmla="*/ 1326622 w 6282234"/>
              <a:gd name="connsiteY2845" fmla="*/ 2640287 h 4115518"/>
              <a:gd name="connsiteX2846" fmla="*/ 1321410 w 6282234"/>
              <a:gd name="connsiteY2846" fmla="*/ 2634980 h 4115518"/>
              <a:gd name="connsiteX2847" fmla="*/ 1312289 w 6282234"/>
              <a:gd name="connsiteY2847" fmla="*/ 2644601 h 4115518"/>
              <a:gd name="connsiteX2848" fmla="*/ 1308055 w 6282234"/>
              <a:gd name="connsiteY2848" fmla="*/ 2647254 h 4115518"/>
              <a:gd name="connsiteX2849" fmla="*/ 1300238 w 6282234"/>
              <a:gd name="connsiteY2849" fmla="*/ 2649909 h 4115518"/>
              <a:gd name="connsiteX2850" fmla="*/ 1296329 w 6282234"/>
              <a:gd name="connsiteY2850" fmla="*/ 2649909 h 4115518"/>
              <a:gd name="connsiteX2851" fmla="*/ 1288185 w 6282234"/>
              <a:gd name="connsiteY2851" fmla="*/ 2649909 h 4115518"/>
              <a:gd name="connsiteX2852" fmla="*/ 1284277 w 6282234"/>
              <a:gd name="connsiteY2852" fmla="*/ 2647254 h 4115518"/>
              <a:gd name="connsiteX2853" fmla="*/ 1272550 w 6282234"/>
              <a:gd name="connsiteY2853" fmla="*/ 2644601 h 4115518"/>
              <a:gd name="connsiteX2854" fmla="*/ 1267014 w 6282234"/>
              <a:gd name="connsiteY2854" fmla="*/ 2640287 h 4115518"/>
              <a:gd name="connsiteX2855" fmla="*/ 1257893 w 6282234"/>
              <a:gd name="connsiteY2855" fmla="*/ 2637634 h 4115518"/>
              <a:gd name="connsiteX2856" fmla="*/ 1255287 w 6282234"/>
              <a:gd name="connsiteY2856" fmla="*/ 2634980 h 4115518"/>
              <a:gd name="connsiteX2857" fmla="*/ 1238024 w 6282234"/>
              <a:gd name="connsiteY2857" fmla="*/ 2629672 h 4115518"/>
              <a:gd name="connsiteX2858" fmla="*/ 1236721 w 6282234"/>
              <a:gd name="connsiteY2858" fmla="*/ 2628345 h 4115518"/>
              <a:gd name="connsiteX2859" fmla="*/ 1214246 w 6282234"/>
              <a:gd name="connsiteY2859" fmla="*/ 2620052 h 4115518"/>
              <a:gd name="connsiteX2860" fmla="*/ 1205125 w 6282234"/>
              <a:gd name="connsiteY2860" fmla="*/ 2613417 h 4115518"/>
              <a:gd name="connsiteX2861" fmla="*/ 1200890 w 6282234"/>
              <a:gd name="connsiteY2861" fmla="*/ 2608110 h 4115518"/>
              <a:gd name="connsiteX2862" fmla="*/ 1195679 w 6282234"/>
              <a:gd name="connsiteY2862" fmla="*/ 2608110 h 4115518"/>
              <a:gd name="connsiteX2863" fmla="*/ 1186559 w 6282234"/>
              <a:gd name="connsiteY2863" fmla="*/ 2605455 h 4115518"/>
              <a:gd name="connsiteX2864" fmla="*/ 1171901 w 6282234"/>
              <a:gd name="connsiteY2864" fmla="*/ 2601475 h 4115518"/>
              <a:gd name="connsiteX2865" fmla="*/ 1169296 w 6282234"/>
              <a:gd name="connsiteY2865" fmla="*/ 2593182 h 4115518"/>
              <a:gd name="connsiteX2866" fmla="*/ 1157243 w 6282234"/>
              <a:gd name="connsiteY2866" fmla="*/ 2586547 h 4115518"/>
              <a:gd name="connsiteX2867" fmla="*/ 1153335 w 6282234"/>
              <a:gd name="connsiteY2867" fmla="*/ 2583893 h 4115518"/>
              <a:gd name="connsiteX2868" fmla="*/ 1145518 w 6282234"/>
              <a:gd name="connsiteY2868" fmla="*/ 2581239 h 4115518"/>
              <a:gd name="connsiteX2869" fmla="*/ 1136071 w 6282234"/>
              <a:gd name="connsiteY2869" fmla="*/ 2568965 h 4115518"/>
              <a:gd name="connsiteX2870" fmla="*/ 1133465 w 6282234"/>
              <a:gd name="connsiteY2870" fmla="*/ 2562330 h 4115518"/>
              <a:gd name="connsiteX2871" fmla="*/ 1141283 w 6282234"/>
              <a:gd name="connsiteY2871" fmla="*/ 2559676 h 4115518"/>
              <a:gd name="connsiteX2872" fmla="*/ 1141283 w 6282234"/>
              <a:gd name="connsiteY2872" fmla="*/ 2555363 h 4115518"/>
              <a:gd name="connsiteX2873" fmla="*/ 1136071 w 6282234"/>
              <a:gd name="connsiteY2873" fmla="*/ 2555363 h 4115518"/>
              <a:gd name="connsiteX2874" fmla="*/ 1142911 w 6282234"/>
              <a:gd name="connsiteY2874" fmla="*/ 2547402 h 4115518"/>
              <a:gd name="connsiteX2875" fmla="*/ 1142911 w 6282234"/>
              <a:gd name="connsiteY2875" fmla="*/ 2543421 h 4115518"/>
              <a:gd name="connsiteX2876" fmla="*/ 1138677 w 6282234"/>
              <a:gd name="connsiteY2876" fmla="*/ 2538113 h 4115518"/>
              <a:gd name="connsiteX2877" fmla="*/ 1136071 w 6282234"/>
              <a:gd name="connsiteY2877" fmla="*/ 2532473 h 4115518"/>
              <a:gd name="connsiteX2878" fmla="*/ 1136071 w 6282234"/>
              <a:gd name="connsiteY2878" fmla="*/ 2525839 h 4115518"/>
              <a:gd name="connsiteX2879" fmla="*/ 1130860 w 6282234"/>
              <a:gd name="connsiteY2879" fmla="*/ 2519204 h 4115518"/>
              <a:gd name="connsiteX2880" fmla="*/ 1121739 w 6282234"/>
              <a:gd name="connsiteY2880" fmla="*/ 2508257 h 4115518"/>
              <a:gd name="connsiteX2881" fmla="*/ 1114899 w 6282234"/>
              <a:gd name="connsiteY2881" fmla="*/ 2498968 h 4115518"/>
              <a:gd name="connsiteX2882" fmla="*/ 1109687 w 6282234"/>
              <a:gd name="connsiteY2882" fmla="*/ 2494988 h 4115518"/>
              <a:gd name="connsiteX2883" fmla="*/ 1103172 w 6282234"/>
              <a:gd name="connsiteY2883" fmla="*/ 2486694 h 4115518"/>
              <a:gd name="connsiteX2884" fmla="*/ 1097636 w 6282234"/>
              <a:gd name="connsiteY2884" fmla="*/ 2482713 h 4115518"/>
              <a:gd name="connsiteX2885" fmla="*/ 1093726 w 6282234"/>
              <a:gd name="connsiteY2885" fmla="*/ 2480059 h 4115518"/>
              <a:gd name="connsiteX2886" fmla="*/ 1088515 w 6282234"/>
              <a:gd name="connsiteY2886" fmla="*/ 2470439 h 4115518"/>
              <a:gd name="connsiteX2887" fmla="*/ 1081349 w 6282234"/>
              <a:gd name="connsiteY2887" fmla="*/ 2465131 h 4115518"/>
              <a:gd name="connsiteX2888" fmla="*/ 1076789 w 6282234"/>
              <a:gd name="connsiteY2888" fmla="*/ 2465131 h 4115518"/>
              <a:gd name="connsiteX2889" fmla="*/ 1069622 w 6282234"/>
              <a:gd name="connsiteY2889" fmla="*/ 2458497 h 4115518"/>
              <a:gd name="connsiteX2890" fmla="*/ 1069622 w 6282234"/>
              <a:gd name="connsiteY2890" fmla="*/ 2453189 h 4115518"/>
              <a:gd name="connsiteX2891" fmla="*/ 1074183 w 6282234"/>
              <a:gd name="connsiteY2891" fmla="*/ 2446222 h 4115518"/>
              <a:gd name="connsiteX2892" fmla="*/ 1069622 w 6282234"/>
              <a:gd name="connsiteY2892" fmla="*/ 2440914 h 4115518"/>
              <a:gd name="connsiteX2893" fmla="*/ 1062456 w 6282234"/>
              <a:gd name="connsiteY2893" fmla="*/ 2438261 h 4115518"/>
              <a:gd name="connsiteX2894" fmla="*/ 1060177 w 6282234"/>
              <a:gd name="connsiteY2894" fmla="*/ 2434280 h 4115518"/>
              <a:gd name="connsiteX2895" fmla="*/ 1053010 w 6282234"/>
              <a:gd name="connsiteY2895" fmla="*/ 2431626 h 4115518"/>
              <a:gd name="connsiteX2896" fmla="*/ 1050405 w 6282234"/>
              <a:gd name="connsiteY2896" fmla="*/ 2425987 h 4115518"/>
              <a:gd name="connsiteX2897" fmla="*/ 1048125 w 6282234"/>
              <a:gd name="connsiteY2897" fmla="*/ 2422005 h 4115518"/>
              <a:gd name="connsiteX2898" fmla="*/ 1040959 w 6282234"/>
              <a:gd name="connsiteY2898" fmla="*/ 2416698 h 4115518"/>
              <a:gd name="connsiteX2899" fmla="*/ 1033793 w 6282234"/>
              <a:gd name="connsiteY2899" fmla="*/ 2407077 h 4115518"/>
              <a:gd name="connsiteX2900" fmla="*/ 1029232 w 6282234"/>
              <a:gd name="connsiteY2900" fmla="*/ 2404424 h 4115518"/>
              <a:gd name="connsiteX2901" fmla="*/ 1026627 w 6282234"/>
              <a:gd name="connsiteY2901" fmla="*/ 2397789 h 4115518"/>
              <a:gd name="connsiteX2902" fmla="*/ 1022066 w 6282234"/>
              <a:gd name="connsiteY2902" fmla="*/ 2395135 h 4115518"/>
              <a:gd name="connsiteX2903" fmla="*/ 1022066 w 6282234"/>
              <a:gd name="connsiteY2903" fmla="*/ 2392482 h 4115518"/>
              <a:gd name="connsiteX2904" fmla="*/ 1022066 w 6282234"/>
              <a:gd name="connsiteY2904" fmla="*/ 2389827 h 4115518"/>
              <a:gd name="connsiteX2905" fmla="*/ 1014901 w 6282234"/>
              <a:gd name="connsiteY2905" fmla="*/ 2380207 h 4115518"/>
              <a:gd name="connsiteX2906" fmla="*/ 1012295 w 6282234"/>
              <a:gd name="connsiteY2906" fmla="*/ 2374899 h 4115518"/>
              <a:gd name="connsiteX2907" fmla="*/ 1012295 w 6282234"/>
              <a:gd name="connsiteY2907" fmla="*/ 2370918 h 4115518"/>
              <a:gd name="connsiteX2908" fmla="*/ 1005128 w 6282234"/>
              <a:gd name="connsiteY2908" fmla="*/ 2358645 h 4115518"/>
              <a:gd name="connsiteX2909" fmla="*/ 1005128 w 6282234"/>
              <a:gd name="connsiteY2909" fmla="*/ 2349355 h 4115518"/>
              <a:gd name="connsiteX2910" fmla="*/ 995682 w 6282234"/>
              <a:gd name="connsiteY2910" fmla="*/ 2346701 h 4115518"/>
              <a:gd name="connsiteX2911" fmla="*/ 995682 w 6282234"/>
              <a:gd name="connsiteY2911" fmla="*/ 2341062 h 4115518"/>
              <a:gd name="connsiteX2912" fmla="*/ 986237 w 6282234"/>
              <a:gd name="connsiteY2912" fmla="*/ 2341062 h 4115518"/>
              <a:gd name="connsiteX2913" fmla="*/ 979070 w 6282234"/>
              <a:gd name="connsiteY2913" fmla="*/ 2337081 h 4115518"/>
              <a:gd name="connsiteX2914" fmla="*/ 976791 w 6282234"/>
              <a:gd name="connsiteY2914" fmla="*/ 2337081 h 4115518"/>
              <a:gd name="connsiteX2915" fmla="*/ 974185 w 6282234"/>
              <a:gd name="connsiteY2915" fmla="*/ 2352010 h 4115518"/>
              <a:gd name="connsiteX2916" fmla="*/ 976791 w 6282234"/>
              <a:gd name="connsiteY2916" fmla="*/ 2353336 h 4115518"/>
              <a:gd name="connsiteX2917" fmla="*/ 979070 w 6282234"/>
              <a:gd name="connsiteY2917" fmla="*/ 2362625 h 4115518"/>
              <a:gd name="connsiteX2918" fmla="*/ 979070 w 6282234"/>
              <a:gd name="connsiteY2918" fmla="*/ 2370918 h 4115518"/>
              <a:gd name="connsiteX2919" fmla="*/ 983957 w 6282234"/>
              <a:gd name="connsiteY2919" fmla="*/ 2377553 h 4115518"/>
              <a:gd name="connsiteX2920" fmla="*/ 986237 w 6282234"/>
              <a:gd name="connsiteY2920" fmla="*/ 2377553 h 4115518"/>
              <a:gd name="connsiteX2921" fmla="*/ 993403 w 6282234"/>
              <a:gd name="connsiteY2921" fmla="*/ 2385515 h 4115518"/>
              <a:gd name="connsiteX2922" fmla="*/ 997962 w 6282234"/>
              <a:gd name="connsiteY2922" fmla="*/ 2392482 h 4115518"/>
              <a:gd name="connsiteX2923" fmla="*/ 1005128 w 6282234"/>
              <a:gd name="connsiteY2923" fmla="*/ 2399115 h 4115518"/>
              <a:gd name="connsiteX2924" fmla="*/ 1005128 w 6282234"/>
              <a:gd name="connsiteY2924" fmla="*/ 2404424 h 4115518"/>
              <a:gd name="connsiteX2925" fmla="*/ 1010015 w 6282234"/>
              <a:gd name="connsiteY2925" fmla="*/ 2407077 h 4115518"/>
              <a:gd name="connsiteX2926" fmla="*/ 1012295 w 6282234"/>
              <a:gd name="connsiteY2926" fmla="*/ 2414044 h 4115518"/>
              <a:gd name="connsiteX2927" fmla="*/ 1012295 w 6282234"/>
              <a:gd name="connsiteY2927" fmla="*/ 2416698 h 4115518"/>
              <a:gd name="connsiteX2928" fmla="*/ 1014901 w 6282234"/>
              <a:gd name="connsiteY2928" fmla="*/ 2422005 h 4115518"/>
              <a:gd name="connsiteX2929" fmla="*/ 1019461 w 6282234"/>
              <a:gd name="connsiteY2929" fmla="*/ 2423332 h 4115518"/>
              <a:gd name="connsiteX2930" fmla="*/ 1022066 w 6282234"/>
              <a:gd name="connsiteY2930" fmla="*/ 2428640 h 4115518"/>
              <a:gd name="connsiteX2931" fmla="*/ 1026627 w 6282234"/>
              <a:gd name="connsiteY2931" fmla="*/ 2438261 h 4115518"/>
              <a:gd name="connsiteX2932" fmla="*/ 1031513 w 6282234"/>
              <a:gd name="connsiteY2932" fmla="*/ 2440914 h 4115518"/>
              <a:gd name="connsiteX2933" fmla="*/ 1036073 w 6282234"/>
              <a:gd name="connsiteY2933" fmla="*/ 2447549 h 4115518"/>
              <a:gd name="connsiteX2934" fmla="*/ 1036073 w 6282234"/>
              <a:gd name="connsiteY2934" fmla="*/ 2455842 h 4115518"/>
              <a:gd name="connsiteX2935" fmla="*/ 1048125 w 6282234"/>
              <a:gd name="connsiteY2935" fmla="*/ 2477406 h 4115518"/>
              <a:gd name="connsiteX2936" fmla="*/ 1048125 w 6282234"/>
              <a:gd name="connsiteY2936" fmla="*/ 2484041 h 4115518"/>
              <a:gd name="connsiteX2937" fmla="*/ 1053010 w 6282234"/>
              <a:gd name="connsiteY2937" fmla="*/ 2489348 h 4115518"/>
              <a:gd name="connsiteX2938" fmla="*/ 1055290 w 6282234"/>
              <a:gd name="connsiteY2938" fmla="*/ 2486694 h 4115518"/>
              <a:gd name="connsiteX2939" fmla="*/ 1062456 w 6282234"/>
              <a:gd name="connsiteY2939" fmla="*/ 2492002 h 4115518"/>
              <a:gd name="connsiteX2940" fmla="*/ 1064737 w 6282234"/>
              <a:gd name="connsiteY2940" fmla="*/ 2498968 h 4115518"/>
              <a:gd name="connsiteX2941" fmla="*/ 1069622 w 6282234"/>
              <a:gd name="connsiteY2941" fmla="*/ 2504276 h 4115518"/>
              <a:gd name="connsiteX2942" fmla="*/ 1069622 w 6282234"/>
              <a:gd name="connsiteY2942" fmla="*/ 2508257 h 4115518"/>
              <a:gd name="connsiteX2943" fmla="*/ 1062456 w 6282234"/>
              <a:gd name="connsiteY2943" fmla="*/ 2513565 h 4115518"/>
              <a:gd name="connsiteX2944" fmla="*/ 1057571 w 6282234"/>
              <a:gd name="connsiteY2944" fmla="*/ 2513565 h 4115518"/>
              <a:gd name="connsiteX2945" fmla="*/ 1057571 w 6282234"/>
              <a:gd name="connsiteY2945" fmla="*/ 2506930 h 4115518"/>
              <a:gd name="connsiteX2946" fmla="*/ 1055290 w 6282234"/>
              <a:gd name="connsiteY2946" fmla="*/ 2501623 h 4115518"/>
              <a:gd name="connsiteX2947" fmla="*/ 1048125 w 6282234"/>
              <a:gd name="connsiteY2947" fmla="*/ 2498968 h 4115518"/>
              <a:gd name="connsiteX2948" fmla="*/ 1040959 w 6282234"/>
              <a:gd name="connsiteY2948" fmla="*/ 2492002 h 4115518"/>
              <a:gd name="connsiteX2949" fmla="*/ 1033793 w 6282234"/>
              <a:gd name="connsiteY2949" fmla="*/ 2486694 h 4115518"/>
              <a:gd name="connsiteX2950" fmla="*/ 1026627 w 6282234"/>
              <a:gd name="connsiteY2950" fmla="*/ 2480059 h 4115518"/>
              <a:gd name="connsiteX2951" fmla="*/ 1024347 w 6282234"/>
              <a:gd name="connsiteY2951" fmla="*/ 2477406 h 4115518"/>
              <a:gd name="connsiteX2952" fmla="*/ 1022066 w 6282234"/>
              <a:gd name="connsiteY2952" fmla="*/ 2474752 h 4115518"/>
              <a:gd name="connsiteX2953" fmla="*/ 1024347 w 6282234"/>
              <a:gd name="connsiteY2953" fmla="*/ 2467786 h 4115518"/>
              <a:gd name="connsiteX2954" fmla="*/ 1022066 w 6282234"/>
              <a:gd name="connsiteY2954" fmla="*/ 2459824 h 4115518"/>
              <a:gd name="connsiteX2955" fmla="*/ 1019461 w 6282234"/>
              <a:gd name="connsiteY2955" fmla="*/ 2450204 h 4115518"/>
              <a:gd name="connsiteX2956" fmla="*/ 1012295 w 6282234"/>
              <a:gd name="connsiteY2956" fmla="*/ 2447549 h 4115518"/>
              <a:gd name="connsiteX2957" fmla="*/ 1002849 w 6282234"/>
              <a:gd name="connsiteY2957" fmla="*/ 2438261 h 4115518"/>
              <a:gd name="connsiteX2958" fmla="*/ 997962 w 6282234"/>
              <a:gd name="connsiteY2958" fmla="*/ 2438261 h 4115518"/>
              <a:gd name="connsiteX2959" fmla="*/ 993403 w 6282234"/>
              <a:gd name="connsiteY2959" fmla="*/ 2434280 h 4115518"/>
              <a:gd name="connsiteX2960" fmla="*/ 981350 w 6282234"/>
              <a:gd name="connsiteY2960" fmla="*/ 2428640 h 4115518"/>
              <a:gd name="connsiteX2961" fmla="*/ 981350 w 6282234"/>
              <a:gd name="connsiteY2961" fmla="*/ 2425987 h 4115518"/>
              <a:gd name="connsiteX2962" fmla="*/ 974185 w 6282234"/>
              <a:gd name="connsiteY2962" fmla="*/ 2422005 h 4115518"/>
              <a:gd name="connsiteX2963" fmla="*/ 983957 w 6282234"/>
              <a:gd name="connsiteY2963" fmla="*/ 2416698 h 4115518"/>
              <a:gd name="connsiteX2964" fmla="*/ 988516 w 6282234"/>
              <a:gd name="connsiteY2964" fmla="*/ 2414044 h 4115518"/>
              <a:gd name="connsiteX2965" fmla="*/ 988516 w 6282234"/>
              <a:gd name="connsiteY2965" fmla="*/ 2404424 h 4115518"/>
              <a:gd name="connsiteX2966" fmla="*/ 974185 w 6282234"/>
              <a:gd name="connsiteY2966" fmla="*/ 2387173 h 4115518"/>
              <a:gd name="connsiteX2967" fmla="*/ 969625 w 6282234"/>
              <a:gd name="connsiteY2967" fmla="*/ 2385515 h 4115518"/>
              <a:gd name="connsiteX2968" fmla="*/ 959853 w 6282234"/>
              <a:gd name="connsiteY2968" fmla="*/ 2377553 h 4115518"/>
              <a:gd name="connsiteX2969" fmla="*/ 957572 w 6282234"/>
              <a:gd name="connsiteY2969" fmla="*/ 2365610 h 4115518"/>
              <a:gd name="connsiteX2970" fmla="*/ 955292 w 6282234"/>
              <a:gd name="connsiteY2970" fmla="*/ 2361298 h 4115518"/>
              <a:gd name="connsiteX2971" fmla="*/ 955292 w 6282234"/>
              <a:gd name="connsiteY2971" fmla="*/ 2358645 h 4115518"/>
              <a:gd name="connsiteX2972" fmla="*/ 950407 w 6282234"/>
              <a:gd name="connsiteY2972" fmla="*/ 2353336 h 4115518"/>
              <a:gd name="connsiteX2973" fmla="*/ 950407 w 6282234"/>
              <a:gd name="connsiteY2973" fmla="*/ 2349355 h 4115518"/>
              <a:gd name="connsiteX2974" fmla="*/ 943241 w 6282234"/>
              <a:gd name="connsiteY2974" fmla="*/ 2341062 h 4115518"/>
              <a:gd name="connsiteX2975" fmla="*/ 945846 w 6282234"/>
              <a:gd name="connsiteY2975" fmla="*/ 2337081 h 4115518"/>
              <a:gd name="connsiteX2976" fmla="*/ 940960 w 6282234"/>
              <a:gd name="connsiteY2976" fmla="*/ 2331773 h 4115518"/>
              <a:gd name="connsiteX2977" fmla="*/ 938680 w 6282234"/>
              <a:gd name="connsiteY2977" fmla="*/ 2327793 h 4115518"/>
              <a:gd name="connsiteX2978" fmla="*/ 936075 w 6282234"/>
              <a:gd name="connsiteY2978" fmla="*/ 2322153 h 4115518"/>
              <a:gd name="connsiteX2979" fmla="*/ 928909 w 6282234"/>
              <a:gd name="connsiteY2979" fmla="*/ 2304903 h 4115518"/>
              <a:gd name="connsiteX2980" fmla="*/ 910017 w 6282234"/>
              <a:gd name="connsiteY2980" fmla="*/ 2288648 h 4115518"/>
              <a:gd name="connsiteX2981" fmla="*/ 893405 w 6282234"/>
              <a:gd name="connsiteY2981" fmla="*/ 2280686 h 4115518"/>
              <a:gd name="connsiteX2982" fmla="*/ 879073 w 6282234"/>
              <a:gd name="connsiteY2982" fmla="*/ 2280686 h 4115518"/>
              <a:gd name="connsiteX2983" fmla="*/ 874186 w 6282234"/>
              <a:gd name="connsiteY2983" fmla="*/ 2267084 h 4115518"/>
              <a:gd name="connsiteX2984" fmla="*/ 852689 w 6282234"/>
              <a:gd name="connsiteY2984" fmla="*/ 2240214 h 4115518"/>
              <a:gd name="connsiteX2985" fmla="*/ 852689 w 6282234"/>
              <a:gd name="connsiteY2985" fmla="*/ 2225286 h 4115518"/>
              <a:gd name="connsiteX2986" fmla="*/ 843242 w 6282234"/>
              <a:gd name="connsiteY2986" fmla="*/ 2219979 h 4115518"/>
              <a:gd name="connsiteX2987" fmla="*/ 831516 w 6282234"/>
              <a:gd name="connsiteY2987" fmla="*/ 2191449 h 4115518"/>
              <a:gd name="connsiteX2988" fmla="*/ 821745 w 6282234"/>
              <a:gd name="connsiteY2988" fmla="*/ 2182160 h 4115518"/>
              <a:gd name="connsiteX2989" fmla="*/ 819464 w 6282234"/>
              <a:gd name="connsiteY2989" fmla="*/ 2159270 h 4115518"/>
              <a:gd name="connsiteX2990" fmla="*/ 810018 w 6282234"/>
              <a:gd name="connsiteY2990" fmla="*/ 2149650 h 4115518"/>
              <a:gd name="connsiteX2991" fmla="*/ 814579 w 6282234"/>
              <a:gd name="connsiteY2991" fmla="*/ 2125433 h 4115518"/>
              <a:gd name="connsiteX2992" fmla="*/ 807412 w 6282234"/>
              <a:gd name="connsiteY2992" fmla="*/ 2089274 h 4115518"/>
              <a:gd name="connsiteX2993" fmla="*/ 812299 w 6282234"/>
              <a:gd name="connsiteY2993" fmla="*/ 2067711 h 4115518"/>
              <a:gd name="connsiteX2994" fmla="*/ 817184 w 6282234"/>
              <a:gd name="connsiteY2994" fmla="*/ 2033874 h 4115518"/>
              <a:gd name="connsiteX2995" fmla="*/ 817184 w 6282234"/>
              <a:gd name="connsiteY2995" fmla="*/ 1997384 h 4115518"/>
              <a:gd name="connsiteX2996" fmla="*/ 817184 w 6282234"/>
              <a:gd name="connsiteY2996" fmla="*/ 1988095 h 4115518"/>
              <a:gd name="connsiteX2997" fmla="*/ 805133 w 6282234"/>
              <a:gd name="connsiteY2997" fmla="*/ 1958238 h 4115518"/>
              <a:gd name="connsiteX2998" fmla="*/ 814579 w 6282234"/>
              <a:gd name="connsiteY2998" fmla="*/ 1952930 h 4115518"/>
              <a:gd name="connsiteX2999" fmla="*/ 845523 w 6282234"/>
              <a:gd name="connsiteY2999" fmla="*/ 1961224 h 4115518"/>
              <a:gd name="connsiteX3000" fmla="*/ 843242 w 6282234"/>
              <a:gd name="connsiteY3000" fmla="*/ 1939661 h 4115518"/>
              <a:gd name="connsiteX3001" fmla="*/ 838357 w 6282234"/>
              <a:gd name="connsiteY3001" fmla="*/ 1934022 h 4115518"/>
              <a:gd name="connsiteX3002" fmla="*/ 828911 w 6282234"/>
              <a:gd name="connsiteY3002" fmla="*/ 1928714 h 4115518"/>
              <a:gd name="connsiteX3003" fmla="*/ 802852 w 6282234"/>
              <a:gd name="connsiteY3003" fmla="*/ 1907151 h 4115518"/>
              <a:gd name="connsiteX3004" fmla="*/ 805133 w 6282234"/>
              <a:gd name="connsiteY3004" fmla="*/ 1900516 h 4115518"/>
              <a:gd name="connsiteX3005" fmla="*/ 793406 w 6282234"/>
              <a:gd name="connsiteY3005" fmla="*/ 1892223 h 4115518"/>
              <a:gd name="connsiteX3006" fmla="*/ 779074 w 6282234"/>
              <a:gd name="connsiteY3006" fmla="*/ 1892223 h 4115518"/>
              <a:gd name="connsiteX3007" fmla="*/ 779074 w 6282234"/>
              <a:gd name="connsiteY3007" fmla="*/ 1880281 h 4115518"/>
              <a:gd name="connsiteX3008" fmla="*/ 764742 w 6282234"/>
              <a:gd name="connsiteY3008" fmla="*/ 1882934 h 4115518"/>
              <a:gd name="connsiteX3009" fmla="*/ 750410 w 6282234"/>
              <a:gd name="connsiteY3009" fmla="*/ 1873646 h 4115518"/>
              <a:gd name="connsiteX3010" fmla="*/ 748130 w 6282234"/>
              <a:gd name="connsiteY3010" fmla="*/ 1843789 h 4115518"/>
              <a:gd name="connsiteX3011" fmla="*/ 728912 w 6282234"/>
              <a:gd name="connsiteY3011" fmla="*/ 1803318 h 4115518"/>
              <a:gd name="connsiteX3012" fmla="*/ 721746 w 6282234"/>
              <a:gd name="connsiteY3012" fmla="*/ 1807299 h 4115518"/>
              <a:gd name="connsiteX3013" fmla="*/ 710020 w 6282234"/>
              <a:gd name="connsiteY3013" fmla="*/ 1791375 h 4115518"/>
              <a:gd name="connsiteX3014" fmla="*/ 707415 w 6282234"/>
              <a:gd name="connsiteY3014" fmla="*/ 1769813 h 4115518"/>
              <a:gd name="connsiteX3015" fmla="*/ 712300 w 6282234"/>
              <a:gd name="connsiteY3015" fmla="*/ 1752230 h 4115518"/>
              <a:gd name="connsiteX3016" fmla="*/ 705134 w 6282234"/>
              <a:gd name="connsiteY3016" fmla="*/ 1761520 h 4115518"/>
              <a:gd name="connsiteX3017" fmla="*/ 695688 w 6282234"/>
              <a:gd name="connsiteY3017" fmla="*/ 1767158 h 4115518"/>
              <a:gd name="connsiteX3018" fmla="*/ 695688 w 6282234"/>
              <a:gd name="connsiteY3018" fmla="*/ 1746923 h 4115518"/>
              <a:gd name="connsiteX3019" fmla="*/ 695688 w 6282234"/>
              <a:gd name="connsiteY3019" fmla="*/ 1737302 h 4115518"/>
              <a:gd name="connsiteX3020" fmla="*/ 678750 w 6282234"/>
              <a:gd name="connsiteY3020" fmla="*/ 1721048 h 4115518"/>
              <a:gd name="connsiteX3021" fmla="*/ 662138 w 6282234"/>
              <a:gd name="connsiteY3021" fmla="*/ 1696831 h 4115518"/>
              <a:gd name="connsiteX3022" fmla="*/ 650412 w 6282234"/>
              <a:gd name="connsiteY3022" fmla="*/ 1691523 h 4115518"/>
              <a:gd name="connsiteX3023" fmla="*/ 647806 w 6282234"/>
              <a:gd name="connsiteY3023" fmla="*/ 1669959 h 4115518"/>
              <a:gd name="connsiteX3024" fmla="*/ 640640 w 6282234"/>
              <a:gd name="connsiteY3024" fmla="*/ 1660671 h 4115518"/>
              <a:gd name="connsiteX3025" fmla="*/ 638360 w 6282234"/>
              <a:gd name="connsiteY3025" fmla="*/ 1657686 h 4115518"/>
              <a:gd name="connsiteX3026" fmla="*/ 628914 w 6282234"/>
              <a:gd name="connsiteY3026" fmla="*/ 1648397 h 4115518"/>
              <a:gd name="connsiteX3027" fmla="*/ 616861 w 6282234"/>
              <a:gd name="connsiteY3027" fmla="*/ 1648397 h 4115518"/>
              <a:gd name="connsiteX3028" fmla="*/ 595690 w 6282234"/>
              <a:gd name="connsiteY3028" fmla="*/ 1655032 h 4115518"/>
              <a:gd name="connsiteX3029" fmla="*/ 567025 w 6282234"/>
              <a:gd name="connsiteY3029" fmla="*/ 1625507 h 4115518"/>
              <a:gd name="connsiteX3030" fmla="*/ 533476 w 6282234"/>
              <a:gd name="connsiteY3030" fmla="*/ 1603944 h 4115518"/>
              <a:gd name="connsiteX3031" fmla="*/ 521750 w 6282234"/>
              <a:gd name="connsiteY3031" fmla="*/ 1603944 h 4115518"/>
              <a:gd name="connsiteX3032" fmla="*/ 490806 w 6282234"/>
              <a:gd name="connsiteY3032" fmla="*/ 1591670 h 4115518"/>
              <a:gd name="connsiteX3033" fmla="*/ 469307 w 6282234"/>
              <a:gd name="connsiteY3033" fmla="*/ 1594324 h 4115518"/>
              <a:gd name="connsiteX3034" fmla="*/ 428917 w 6282234"/>
              <a:gd name="connsiteY3034" fmla="*/ 1572761 h 4115518"/>
              <a:gd name="connsiteX3035" fmla="*/ 414586 w 6282234"/>
              <a:gd name="connsiteY3035" fmla="*/ 1558165 h 4115518"/>
              <a:gd name="connsiteX3036" fmla="*/ 395367 w 6282234"/>
              <a:gd name="connsiteY3036" fmla="*/ 1575747 h 4115518"/>
              <a:gd name="connsiteX3037" fmla="*/ 390808 w 6282234"/>
              <a:gd name="connsiteY3037" fmla="*/ 1597310 h 4115518"/>
              <a:gd name="connsiteX3038" fmla="*/ 369309 w 6282234"/>
              <a:gd name="connsiteY3038" fmla="*/ 1597310 h 4115518"/>
              <a:gd name="connsiteX3039" fmla="*/ 359538 w 6282234"/>
              <a:gd name="connsiteY3039" fmla="*/ 1611906 h 4115518"/>
              <a:gd name="connsiteX3040" fmla="*/ 333480 w 6282234"/>
              <a:gd name="connsiteY3040" fmla="*/ 1624180 h 4115518"/>
              <a:gd name="connsiteX3041" fmla="*/ 331199 w 6282234"/>
              <a:gd name="connsiteY3041" fmla="*/ 1601290 h 4115518"/>
              <a:gd name="connsiteX3042" fmla="*/ 338365 w 6282234"/>
              <a:gd name="connsiteY3042" fmla="*/ 1587690 h 4115518"/>
              <a:gd name="connsiteX3043" fmla="*/ 338365 w 6282234"/>
              <a:gd name="connsiteY3043" fmla="*/ 1570107 h 4115518"/>
              <a:gd name="connsiteX3044" fmla="*/ 357258 w 6282234"/>
              <a:gd name="connsiteY3044" fmla="*/ 1558165 h 4115518"/>
              <a:gd name="connsiteX3045" fmla="*/ 352697 w 6282234"/>
              <a:gd name="connsiteY3045" fmla="*/ 1548545 h 4115518"/>
              <a:gd name="connsiteX3046" fmla="*/ 338365 w 6282234"/>
              <a:gd name="connsiteY3046" fmla="*/ 1558165 h 4115518"/>
              <a:gd name="connsiteX3047" fmla="*/ 324033 w 6282234"/>
              <a:gd name="connsiteY3047" fmla="*/ 1577074 h 4115518"/>
              <a:gd name="connsiteX3048" fmla="*/ 319148 w 6282234"/>
              <a:gd name="connsiteY3048" fmla="*/ 1591670 h 4115518"/>
              <a:gd name="connsiteX3049" fmla="*/ 293090 w 6282234"/>
              <a:gd name="connsiteY3049" fmla="*/ 1615887 h 4115518"/>
              <a:gd name="connsiteX3050" fmla="*/ 307421 w 6282234"/>
              <a:gd name="connsiteY3050" fmla="*/ 1636122 h 4115518"/>
              <a:gd name="connsiteX3051" fmla="*/ 293090 w 6282234"/>
              <a:gd name="connsiteY3051" fmla="*/ 1648397 h 4115518"/>
              <a:gd name="connsiteX3052" fmla="*/ 290483 w 6282234"/>
              <a:gd name="connsiteY3052" fmla="*/ 1660671 h 4115518"/>
              <a:gd name="connsiteX3053" fmla="*/ 254979 w 6282234"/>
              <a:gd name="connsiteY3053" fmla="*/ 1682234 h 4115518"/>
              <a:gd name="connsiteX3054" fmla="*/ 250093 w 6282234"/>
              <a:gd name="connsiteY3054" fmla="*/ 1696831 h 4115518"/>
              <a:gd name="connsiteX3055" fmla="*/ 233481 w 6282234"/>
              <a:gd name="connsiteY3055" fmla="*/ 1700811 h 4115518"/>
              <a:gd name="connsiteX3056" fmla="*/ 214263 w 6282234"/>
              <a:gd name="connsiteY3056" fmla="*/ 1728013 h 4115518"/>
              <a:gd name="connsiteX3057" fmla="*/ 190485 w 6282234"/>
              <a:gd name="connsiteY3057" fmla="*/ 1734648 h 4115518"/>
              <a:gd name="connsiteX3058" fmla="*/ 176153 w 6282234"/>
              <a:gd name="connsiteY3058" fmla="*/ 1745595 h 4115518"/>
              <a:gd name="connsiteX3059" fmla="*/ 159541 w 6282234"/>
              <a:gd name="connsiteY3059" fmla="*/ 1746923 h 4115518"/>
              <a:gd name="connsiteX3060" fmla="*/ 150095 w 6282234"/>
              <a:gd name="connsiteY3060" fmla="*/ 1758865 h 4115518"/>
              <a:gd name="connsiteX3061" fmla="*/ 138044 w 6282234"/>
              <a:gd name="connsiteY3061" fmla="*/ 1754885 h 4115518"/>
              <a:gd name="connsiteX3062" fmla="*/ 159541 w 6282234"/>
              <a:gd name="connsiteY3062" fmla="*/ 1733321 h 4115518"/>
              <a:gd name="connsiteX3063" fmla="*/ 171593 w 6282234"/>
              <a:gd name="connsiteY3063" fmla="*/ 1730668 h 4115518"/>
              <a:gd name="connsiteX3064" fmla="*/ 193091 w 6282234"/>
              <a:gd name="connsiteY3064" fmla="*/ 1710431 h 4115518"/>
              <a:gd name="connsiteX3065" fmla="*/ 207097 w 6282234"/>
              <a:gd name="connsiteY3065" fmla="*/ 1703797 h 4115518"/>
              <a:gd name="connsiteX3066" fmla="*/ 228596 w 6282234"/>
              <a:gd name="connsiteY3066" fmla="*/ 1673941 h 4115518"/>
              <a:gd name="connsiteX3067" fmla="*/ 233481 w 6282234"/>
              <a:gd name="connsiteY3067" fmla="*/ 1649724 h 4115518"/>
              <a:gd name="connsiteX3068" fmla="*/ 214263 w 6282234"/>
              <a:gd name="connsiteY3068" fmla="*/ 1636122 h 4115518"/>
              <a:gd name="connsiteX3069" fmla="*/ 207097 w 6282234"/>
              <a:gd name="connsiteY3069" fmla="*/ 1649724 h 4115518"/>
              <a:gd name="connsiteX3070" fmla="*/ 197651 w 6282234"/>
              <a:gd name="connsiteY3070" fmla="*/ 1633469 h 4115518"/>
              <a:gd name="connsiteX3071" fmla="*/ 181039 w 6282234"/>
              <a:gd name="connsiteY3071" fmla="*/ 1628161 h 4115518"/>
              <a:gd name="connsiteX3072" fmla="*/ 157261 w 6282234"/>
              <a:gd name="connsiteY3072" fmla="*/ 1640435 h 4115518"/>
              <a:gd name="connsiteX3073" fmla="*/ 159541 w 6282234"/>
              <a:gd name="connsiteY3073" fmla="*/ 1611906 h 4115518"/>
              <a:gd name="connsiteX3074" fmla="*/ 145209 w 6282234"/>
              <a:gd name="connsiteY3074" fmla="*/ 1594324 h 4115518"/>
              <a:gd name="connsiteX3075" fmla="*/ 126317 w 6282234"/>
              <a:gd name="connsiteY3075" fmla="*/ 1601290 h 4115518"/>
              <a:gd name="connsiteX3076" fmla="*/ 102408 w 6282234"/>
              <a:gd name="connsiteY3076" fmla="*/ 1582382 h 4115518"/>
              <a:gd name="connsiteX3077" fmla="*/ 97653 w 6282234"/>
              <a:gd name="connsiteY3077" fmla="*/ 1572761 h 4115518"/>
              <a:gd name="connsiteX3078" fmla="*/ 111952 w 6282234"/>
              <a:gd name="connsiteY3078" fmla="*/ 1564800 h 4115518"/>
              <a:gd name="connsiteX3079" fmla="*/ 83354 w 6282234"/>
              <a:gd name="connsiteY3079" fmla="*/ 1539256 h 4115518"/>
              <a:gd name="connsiteX3080" fmla="*/ 83354 w 6282234"/>
              <a:gd name="connsiteY3080" fmla="*/ 1528308 h 4115518"/>
              <a:gd name="connsiteX3081" fmla="*/ 107197 w 6282234"/>
              <a:gd name="connsiteY3081" fmla="*/ 1497457 h 4115518"/>
              <a:gd name="connsiteX3082" fmla="*/ 109575 w 6282234"/>
              <a:gd name="connsiteY3082" fmla="*/ 1478548 h 4115518"/>
              <a:gd name="connsiteX3083" fmla="*/ 116708 w 6282234"/>
              <a:gd name="connsiteY3083" fmla="*/ 1473241 h 4115518"/>
              <a:gd name="connsiteX3084" fmla="*/ 130877 w 6282234"/>
              <a:gd name="connsiteY3084" fmla="*/ 1482529 h 4115518"/>
              <a:gd name="connsiteX3085" fmla="*/ 142929 w 6282234"/>
              <a:gd name="connsiteY3085" fmla="*/ 1473241 h 4115518"/>
              <a:gd name="connsiteX3086" fmla="*/ 150095 w 6282234"/>
              <a:gd name="connsiteY3086" fmla="*/ 1460966 h 4115518"/>
              <a:gd name="connsiteX3087" fmla="*/ 168987 w 6282234"/>
              <a:gd name="connsiteY3087" fmla="*/ 1463620 h 4115518"/>
              <a:gd name="connsiteX3088" fmla="*/ 176153 w 6282234"/>
              <a:gd name="connsiteY3088" fmla="*/ 1455659 h 4115518"/>
              <a:gd name="connsiteX3089" fmla="*/ 173873 w 6282234"/>
              <a:gd name="connsiteY3089" fmla="*/ 1434095 h 4115518"/>
              <a:gd name="connsiteX3090" fmla="*/ 164427 w 6282234"/>
              <a:gd name="connsiteY3090" fmla="*/ 1427461 h 4115518"/>
              <a:gd name="connsiteX3091" fmla="*/ 173873 w 6282234"/>
              <a:gd name="connsiteY3091" fmla="*/ 1409879 h 4115518"/>
              <a:gd name="connsiteX3092" fmla="*/ 152375 w 6282234"/>
              <a:gd name="connsiteY3092" fmla="*/ 1415187 h 4115518"/>
              <a:gd name="connsiteX3093" fmla="*/ 145209 w 6282234"/>
              <a:gd name="connsiteY3093" fmla="*/ 1421822 h 4115518"/>
              <a:gd name="connsiteX3094" fmla="*/ 123874 w 6282234"/>
              <a:gd name="connsiteY3094" fmla="*/ 1419167 h 4115518"/>
              <a:gd name="connsiteX3095" fmla="*/ 102408 w 6282234"/>
              <a:gd name="connsiteY3095" fmla="*/ 1424807 h 4115518"/>
              <a:gd name="connsiteX3096" fmla="*/ 83354 w 6282234"/>
              <a:gd name="connsiteY3096" fmla="*/ 1419167 h 4115518"/>
              <a:gd name="connsiteX3097" fmla="*/ 73843 w 6282234"/>
              <a:gd name="connsiteY3097" fmla="*/ 1403244 h 4115518"/>
              <a:gd name="connsiteX3098" fmla="*/ 73843 w 6282234"/>
              <a:gd name="connsiteY3098" fmla="*/ 1388315 h 4115518"/>
              <a:gd name="connsiteX3099" fmla="*/ 59543 w 6282234"/>
              <a:gd name="connsiteY3099" fmla="*/ 1385662 h 4115518"/>
              <a:gd name="connsiteX3100" fmla="*/ 49999 w 6282234"/>
              <a:gd name="connsiteY3100" fmla="*/ 1376042 h 4115518"/>
              <a:gd name="connsiteX3101" fmla="*/ 92897 w 6282234"/>
              <a:gd name="connsiteY3101" fmla="*/ 1345190 h 4115518"/>
              <a:gd name="connsiteX3102" fmla="*/ 111952 w 6282234"/>
              <a:gd name="connsiteY3102" fmla="*/ 1334243 h 4115518"/>
              <a:gd name="connsiteX3103" fmla="*/ 123874 w 6282234"/>
              <a:gd name="connsiteY3103" fmla="*/ 1332916 h 4115518"/>
              <a:gd name="connsiteX3104" fmla="*/ 126317 w 6282234"/>
              <a:gd name="connsiteY3104" fmla="*/ 1357133 h 4115518"/>
              <a:gd name="connsiteX3105" fmla="*/ 157261 w 6282234"/>
              <a:gd name="connsiteY3105" fmla="*/ 1358460 h 4115518"/>
              <a:gd name="connsiteX3106" fmla="*/ 162147 w 6282234"/>
              <a:gd name="connsiteY3106" fmla="*/ 1339883 h 4115518"/>
              <a:gd name="connsiteX3107" fmla="*/ 185925 w 6282234"/>
              <a:gd name="connsiteY3107" fmla="*/ 1342536 h 4115518"/>
              <a:gd name="connsiteX3108" fmla="*/ 185925 w 6282234"/>
              <a:gd name="connsiteY3108" fmla="*/ 1332916 h 4115518"/>
              <a:gd name="connsiteX3109" fmla="*/ 157261 w 6282234"/>
              <a:gd name="connsiteY3109" fmla="*/ 1327608 h 4115518"/>
              <a:gd name="connsiteX3110" fmla="*/ 147815 w 6282234"/>
              <a:gd name="connsiteY3110" fmla="*/ 1315334 h 4115518"/>
              <a:gd name="connsiteX3111" fmla="*/ 123874 w 6282234"/>
              <a:gd name="connsiteY3111" fmla="*/ 1310026 h 4115518"/>
              <a:gd name="connsiteX3112" fmla="*/ 119086 w 6282234"/>
              <a:gd name="connsiteY3112" fmla="*/ 1285809 h 4115518"/>
              <a:gd name="connsiteX3113" fmla="*/ 76220 w 6282234"/>
              <a:gd name="connsiteY3113" fmla="*/ 1251972 h 4115518"/>
              <a:gd name="connsiteX3114" fmla="*/ 80976 w 6282234"/>
              <a:gd name="connsiteY3114" fmla="*/ 1227756 h 4115518"/>
              <a:gd name="connsiteX3115" fmla="*/ 116708 w 6282234"/>
              <a:gd name="connsiteY3115" fmla="*/ 1223775 h 4115518"/>
              <a:gd name="connsiteX3116" fmla="*/ 135763 w 6282234"/>
              <a:gd name="connsiteY3116" fmla="*/ 1200885 h 4115518"/>
              <a:gd name="connsiteX3117" fmla="*/ 138044 w 6282234"/>
              <a:gd name="connsiteY3117" fmla="*/ 1181976 h 4115518"/>
              <a:gd name="connsiteX3118" fmla="*/ 157261 w 6282234"/>
              <a:gd name="connsiteY3118" fmla="*/ 1152451 h 4115518"/>
              <a:gd name="connsiteX3119" fmla="*/ 176153 w 6282234"/>
              <a:gd name="connsiteY3119" fmla="*/ 1151125 h 4115518"/>
              <a:gd name="connsiteX3120" fmla="*/ 195371 w 6282234"/>
              <a:gd name="connsiteY3120" fmla="*/ 1128235 h 4115518"/>
              <a:gd name="connsiteX3121" fmla="*/ 224035 w 6282234"/>
              <a:gd name="connsiteY3121" fmla="*/ 1126908 h 4115518"/>
              <a:gd name="connsiteX3122" fmla="*/ 245208 w 6282234"/>
              <a:gd name="connsiteY3122" fmla="*/ 1102359 h 4115518"/>
              <a:gd name="connsiteX3123" fmla="*/ 276478 w 6282234"/>
              <a:gd name="connsiteY3123" fmla="*/ 1109326 h 4115518"/>
              <a:gd name="connsiteX3124" fmla="*/ 283317 w 6282234"/>
              <a:gd name="connsiteY3124" fmla="*/ 1126908 h 4115518"/>
              <a:gd name="connsiteX3125" fmla="*/ 307421 w 6282234"/>
              <a:gd name="connsiteY3125" fmla="*/ 1121268 h 4115518"/>
              <a:gd name="connsiteX3126" fmla="*/ 321427 w 6282234"/>
              <a:gd name="connsiteY3126" fmla="*/ 1123923 h 4115518"/>
              <a:gd name="connsiteX3127" fmla="*/ 319148 w 6282234"/>
              <a:gd name="connsiteY3127" fmla="*/ 1140178 h 4115518"/>
              <a:gd name="connsiteX3128" fmla="*/ 378755 w 6282234"/>
              <a:gd name="connsiteY3128" fmla="*/ 1142831 h 4115518"/>
              <a:gd name="connsiteX3129" fmla="*/ 404813 w 6282234"/>
              <a:gd name="connsiteY3129" fmla="*/ 1160413 h 4115518"/>
              <a:gd name="connsiteX3130" fmla="*/ 436083 w 6282234"/>
              <a:gd name="connsiteY3130" fmla="*/ 1163067 h 4115518"/>
              <a:gd name="connsiteX3131" fmla="*/ 454976 w 6282234"/>
              <a:gd name="connsiteY3131" fmla="*/ 1172687 h 4115518"/>
              <a:gd name="connsiteX3132" fmla="*/ 481034 w 6282234"/>
              <a:gd name="connsiteY3132" fmla="*/ 1164394 h 4115518"/>
              <a:gd name="connsiteX3133" fmla="*/ 497972 w 6282234"/>
              <a:gd name="connsiteY3133" fmla="*/ 1176668 h 4115518"/>
              <a:gd name="connsiteX3134" fmla="*/ 519143 w 6282234"/>
              <a:gd name="connsiteY3134" fmla="*/ 1188942 h 4115518"/>
              <a:gd name="connsiteX3135" fmla="*/ 552694 w 6282234"/>
              <a:gd name="connsiteY3135" fmla="*/ 1196904 h 4115518"/>
              <a:gd name="connsiteX3136" fmla="*/ 562140 w 6282234"/>
              <a:gd name="connsiteY3136" fmla="*/ 1208847 h 4115518"/>
              <a:gd name="connsiteX3137" fmla="*/ 595690 w 6282234"/>
              <a:gd name="connsiteY3137" fmla="*/ 1227756 h 4115518"/>
              <a:gd name="connsiteX3138" fmla="*/ 607416 w 6282234"/>
              <a:gd name="connsiteY3138" fmla="*/ 1225102 h 4115518"/>
              <a:gd name="connsiteX3139" fmla="*/ 607416 w 6282234"/>
              <a:gd name="connsiteY3139" fmla="*/ 1213159 h 4115518"/>
              <a:gd name="connsiteX3140" fmla="*/ 624028 w 6282234"/>
              <a:gd name="connsiteY3140" fmla="*/ 1200885 h 4115518"/>
              <a:gd name="connsiteX3141" fmla="*/ 633800 w 6282234"/>
              <a:gd name="connsiteY3141" fmla="*/ 1200885 h 4115518"/>
              <a:gd name="connsiteX3142" fmla="*/ 636080 w 6282234"/>
              <a:gd name="connsiteY3142" fmla="*/ 1191597 h 4115518"/>
              <a:gd name="connsiteX3143" fmla="*/ 645526 w 6282234"/>
              <a:gd name="connsiteY3143" fmla="*/ 1200885 h 4115518"/>
              <a:gd name="connsiteX3144" fmla="*/ 654972 w 6282234"/>
              <a:gd name="connsiteY3144" fmla="*/ 1200885 h 4115518"/>
              <a:gd name="connsiteX3145" fmla="*/ 662138 w 6282234"/>
              <a:gd name="connsiteY3145" fmla="*/ 1187284 h 4115518"/>
              <a:gd name="connsiteX3146" fmla="*/ 678750 w 6282234"/>
              <a:gd name="connsiteY3146" fmla="*/ 1181976 h 4115518"/>
              <a:gd name="connsiteX3147" fmla="*/ 705134 w 6282234"/>
              <a:gd name="connsiteY3147" fmla="*/ 1163067 h 4115518"/>
              <a:gd name="connsiteX3148" fmla="*/ 719466 w 6282234"/>
              <a:gd name="connsiteY3148" fmla="*/ 1170033 h 4115518"/>
              <a:gd name="connsiteX3149" fmla="*/ 731193 w 6282234"/>
              <a:gd name="connsiteY3149" fmla="*/ 1181976 h 4115518"/>
              <a:gd name="connsiteX3150" fmla="*/ 740964 w 6282234"/>
              <a:gd name="connsiteY3150" fmla="*/ 1172687 h 4115518"/>
              <a:gd name="connsiteX3151" fmla="*/ 745524 w 6282234"/>
              <a:gd name="connsiteY3151" fmla="*/ 1138850 h 4115518"/>
              <a:gd name="connsiteX3152" fmla="*/ 762136 w 6282234"/>
              <a:gd name="connsiteY3152" fmla="*/ 1157760 h 4115518"/>
              <a:gd name="connsiteX3153" fmla="*/ 769302 w 6282234"/>
              <a:gd name="connsiteY3153" fmla="*/ 1181976 h 4115518"/>
              <a:gd name="connsiteX3154" fmla="*/ 779074 w 6282234"/>
              <a:gd name="connsiteY3154" fmla="*/ 1196904 h 4115518"/>
              <a:gd name="connsiteX3155" fmla="*/ 788521 w 6282234"/>
              <a:gd name="connsiteY3155" fmla="*/ 1200885 h 4115518"/>
              <a:gd name="connsiteX3156" fmla="*/ 793406 w 6282234"/>
              <a:gd name="connsiteY3156" fmla="*/ 1176668 h 4115518"/>
              <a:gd name="connsiteX3157" fmla="*/ 805133 w 6282234"/>
              <a:gd name="connsiteY3157" fmla="*/ 1167380 h 4115518"/>
              <a:gd name="connsiteX3158" fmla="*/ 812299 w 6282234"/>
              <a:gd name="connsiteY3158" fmla="*/ 1200885 h 4115518"/>
              <a:gd name="connsiteX3159" fmla="*/ 824350 w 6282234"/>
              <a:gd name="connsiteY3159" fmla="*/ 1200885 h 4115518"/>
              <a:gd name="connsiteX3160" fmla="*/ 831516 w 6282234"/>
              <a:gd name="connsiteY3160" fmla="*/ 1181976 h 4115518"/>
              <a:gd name="connsiteX3161" fmla="*/ 850408 w 6282234"/>
              <a:gd name="connsiteY3161" fmla="*/ 1179322 h 4115518"/>
              <a:gd name="connsiteX3162" fmla="*/ 869627 w 6282234"/>
              <a:gd name="connsiteY3162" fmla="*/ 1188942 h 4115518"/>
              <a:gd name="connsiteX3163" fmla="*/ 881352 w 6282234"/>
              <a:gd name="connsiteY3163" fmla="*/ 1200885 h 4115518"/>
              <a:gd name="connsiteX3164" fmla="*/ 910017 w 6282234"/>
              <a:gd name="connsiteY3164" fmla="*/ 1211832 h 4115518"/>
              <a:gd name="connsiteX3165" fmla="*/ 921743 w 6282234"/>
              <a:gd name="connsiteY3165" fmla="*/ 1221121 h 4115518"/>
              <a:gd name="connsiteX3166" fmla="*/ 945846 w 6282234"/>
              <a:gd name="connsiteY3166" fmla="*/ 1227756 h 4115518"/>
              <a:gd name="connsiteX3167" fmla="*/ 953013 w 6282234"/>
              <a:gd name="connsiteY3167" fmla="*/ 1221121 h 4115518"/>
              <a:gd name="connsiteX3168" fmla="*/ 971904 w 6282234"/>
              <a:gd name="connsiteY3168" fmla="*/ 1227756 h 4115518"/>
              <a:gd name="connsiteX3169" fmla="*/ 988516 w 6282234"/>
              <a:gd name="connsiteY3169" fmla="*/ 1247992 h 4115518"/>
              <a:gd name="connsiteX3170" fmla="*/ 969625 w 6282234"/>
              <a:gd name="connsiteY3170" fmla="*/ 1269554 h 4115518"/>
              <a:gd name="connsiteX3171" fmla="*/ 983957 w 6282234"/>
              <a:gd name="connsiteY3171" fmla="*/ 1281829 h 4115518"/>
              <a:gd name="connsiteX3172" fmla="*/ 1017181 w 6282234"/>
              <a:gd name="connsiteY3172" fmla="*/ 1284483 h 4115518"/>
              <a:gd name="connsiteX3173" fmla="*/ 1040959 w 6282234"/>
              <a:gd name="connsiteY3173" fmla="*/ 1279174 h 4115518"/>
              <a:gd name="connsiteX3174" fmla="*/ 1057571 w 6282234"/>
              <a:gd name="connsiteY3174" fmla="*/ 1269554 h 4115518"/>
              <a:gd name="connsiteX3175" fmla="*/ 1064737 w 6282234"/>
              <a:gd name="connsiteY3175" fmla="*/ 1281829 h 4115518"/>
              <a:gd name="connsiteX3176" fmla="*/ 1083955 w 6282234"/>
              <a:gd name="connsiteY3176" fmla="*/ 1285809 h 4115518"/>
              <a:gd name="connsiteX3177" fmla="*/ 1093726 w 6282234"/>
              <a:gd name="connsiteY3177" fmla="*/ 1300738 h 4115518"/>
              <a:gd name="connsiteX3178" fmla="*/ 1097636 w 6282234"/>
              <a:gd name="connsiteY3178" fmla="*/ 1318320 h 4115518"/>
              <a:gd name="connsiteX3179" fmla="*/ 1107081 w 6282234"/>
              <a:gd name="connsiteY3179" fmla="*/ 1315334 h 4115518"/>
              <a:gd name="connsiteX3180" fmla="*/ 1095029 w 6282234"/>
              <a:gd name="connsiteY3180" fmla="*/ 1284483 h 4115518"/>
              <a:gd name="connsiteX3181" fmla="*/ 1088515 w 6282234"/>
              <a:gd name="connsiteY3181" fmla="*/ 1240030 h 4115518"/>
              <a:gd name="connsiteX3182" fmla="*/ 1117504 w 6282234"/>
              <a:gd name="connsiteY3182" fmla="*/ 1230409 h 4115518"/>
              <a:gd name="connsiteX3183" fmla="*/ 1124345 w 6282234"/>
              <a:gd name="connsiteY3183" fmla="*/ 1223775 h 4115518"/>
              <a:gd name="connsiteX3184" fmla="*/ 1138677 w 6282234"/>
              <a:gd name="connsiteY3184" fmla="*/ 1236049 h 4115518"/>
              <a:gd name="connsiteX3185" fmla="*/ 1138677 w 6282234"/>
              <a:gd name="connsiteY3185" fmla="*/ 1249319 h 4115518"/>
              <a:gd name="connsiteX3186" fmla="*/ 1153335 w 6282234"/>
              <a:gd name="connsiteY3186" fmla="*/ 1257612 h 4115518"/>
              <a:gd name="connsiteX3187" fmla="*/ 1154638 w 6282234"/>
              <a:gd name="connsiteY3187" fmla="*/ 1266901 h 4115518"/>
              <a:gd name="connsiteX3188" fmla="*/ 1171901 w 6282234"/>
              <a:gd name="connsiteY3188" fmla="*/ 1266901 h 4115518"/>
              <a:gd name="connsiteX3189" fmla="*/ 1183953 w 6282234"/>
              <a:gd name="connsiteY3189" fmla="*/ 1276521 h 4115518"/>
              <a:gd name="connsiteX3190" fmla="*/ 1205125 w 6282234"/>
              <a:gd name="connsiteY3190" fmla="*/ 1284483 h 4115518"/>
              <a:gd name="connsiteX3191" fmla="*/ 1222063 w 6282234"/>
              <a:gd name="connsiteY3191" fmla="*/ 1276521 h 4115518"/>
              <a:gd name="connsiteX3192" fmla="*/ 1261802 w 6282234"/>
              <a:gd name="connsiteY3192" fmla="*/ 1279174 h 4115518"/>
              <a:gd name="connsiteX3193" fmla="*/ 1276460 w 6282234"/>
              <a:gd name="connsiteY3193" fmla="*/ 1288463 h 4115518"/>
              <a:gd name="connsiteX3194" fmla="*/ 1273853 w 6282234"/>
              <a:gd name="connsiteY3194" fmla="*/ 1269554 h 4115518"/>
              <a:gd name="connsiteX3195" fmla="*/ 1264407 w 6282234"/>
              <a:gd name="connsiteY3195" fmla="*/ 1273536 h 4115518"/>
              <a:gd name="connsiteX3196" fmla="*/ 1255287 w 6282234"/>
              <a:gd name="connsiteY3196" fmla="*/ 1251972 h 4115518"/>
              <a:gd name="connsiteX3197" fmla="*/ 1281671 w 6282234"/>
              <a:gd name="connsiteY3197" fmla="*/ 1247992 h 4115518"/>
              <a:gd name="connsiteX3198" fmla="*/ 1302843 w 6282234"/>
              <a:gd name="connsiteY3198" fmla="*/ 1264247 h 4115518"/>
              <a:gd name="connsiteX3199" fmla="*/ 1321410 w 6282234"/>
              <a:gd name="connsiteY3199" fmla="*/ 1266901 h 4115518"/>
              <a:gd name="connsiteX3200" fmla="*/ 1343885 w 6282234"/>
              <a:gd name="connsiteY3200" fmla="*/ 1245337 h 4115518"/>
              <a:gd name="connsiteX3201" fmla="*/ 1345188 w 6282234"/>
              <a:gd name="connsiteY3201" fmla="*/ 1227756 h 4115518"/>
              <a:gd name="connsiteX3202" fmla="*/ 1333462 w 6282234"/>
              <a:gd name="connsiteY3202" fmla="*/ 1218467 h 4115518"/>
              <a:gd name="connsiteX3203" fmla="*/ 1333462 w 6282234"/>
              <a:gd name="connsiteY3203" fmla="*/ 1199558 h 4115518"/>
              <a:gd name="connsiteX3204" fmla="*/ 1309358 w 6282234"/>
              <a:gd name="connsiteY3204" fmla="*/ 1181976 h 4115518"/>
              <a:gd name="connsiteX3205" fmla="*/ 1293723 w 6282234"/>
              <a:gd name="connsiteY3205" fmla="*/ 1163067 h 4115518"/>
              <a:gd name="connsiteX3206" fmla="*/ 1297631 w 6282234"/>
              <a:gd name="connsiteY3206" fmla="*/ 1140178 h 4115518"/>
              <a:gd name="connsiteX3207" fmla="*/ 1293723 w 6282234"/>
              <a:gd name="connsiteY3207" fmla="*/ 1128235 h 4115518"/>
              <a:gd name="connsiteX3208" fmla="*/ 1293723 w 6282234"/>
              <a:gd name="connsiteY3208" fmla="*/ 1102359 h 4115518"/>
              <a:gd name="connsiteX3209" fmla="*/ 1314895 w 6282234"/>
              <a:gd name="connsiteY3209" fmla="*/ 1078143 h 4115518"/>
              <a:gd name="connsiteX3210" fmla="*/ 5194305 w 6282234"/>
              <a:gd name="connsiteY3210" fmla="*/ 1024402 h 4115518"/>
              <a:gd name="connsiteX3211" fmla="*/ 5226878 w 6282234"/>
              <a:gd name="connsiteY3211" fmla="*/ 1045964 h 4115518"/>
              <a:gd name="connsiteX3212" fmla="*/ 5213849 w 6282234"/>
              <a:gd name="connsiteY3212" fmla="*/ 1055253 h 4115518"/>
              <a:gd name="connsiteX3213" fmla="*/ 5191049 w 6282234"/>
              <a:gd name="connsiteY3213" fmla="*/ 1036344 h 4115518"/>
              <a:gd name="connsiteX3214" fmla="*/ 2546795 w 6282234"/>
              <a:gd name="connsiteY3214" fmla="*/ 1012127 h 4115518"/>
              <a:gd name="connsiteX3215" fmla="*/ 2570899 w 6282234"/>
              <a:gd name="connsiteY3215" fmla="*/ 1012127 h 4115518"/>
              <a:gd name="connsiteX3216" fmla="*/ 2583928 w 6282234"/>
              <a:gd name="connsiteY3216" fmla="*/ 1031036 h 4115518"/>
              <a:gd name="connsiteX3217" fmla="*/ 2582626 w 6282234"/>
              <a:gd name="connsiteY3217" fmla="*/ 1053926 h 4115518"/>
              <a:gd name="connsiteX3218" fmla="*/ 2548098 w 6282234"/>
              <a:gd name="connsiteY3218" fmla="*/ 1027055 h 4115518"/>
              <a:gd name="connsiteX3219" fmla="*/ 979070 w 6282234"/>
              <a:gd name="connsiteY3219" fmla="*/ 978622 h 4115518"/>
              <a:gd name="connsiteX3220" fmla="*/ 991123 w 6282234"/>
              <a:gd name="connsiteY3220" fmla="*/ 994545 h 4115518"/>
              <a:gd name="connsiteX3221" fmla="*/ 991123 w 6282234"/>
              <a:gd name="connsiteY3221" fmla="*/ 1021747 h 4115518"/>
              <a:gd name="connsiteX3222" fmla="*/ 1007735 w 6282234"/>
              <a:gd name="connsiteY3222" fmla="*/ 1002839 h 4115518"/>
              <a:gd name="connsiteX3223" fmla="*/ 1038679 w 6282234"/>
              <a:gd name="connsiteY3223" fmla="*/ 1019094 h 4115518"/>
              <a:gd name="connsiteX3224" fmla="*/ 1040959 w 6282234"/>
              <a:gd name="connsiteY3224" fmla="*/ 1039329 h 4115518"/>
              <a:gd name="connsiteX3225" fmla="*/ 1060177 w 6282234"/>
              <a:gd name="connsiteY3225" fmla="*/ 1027055 h 4115518"/>
              <a:gd name="connsiteX3226" fmla="*/ 1064737 w 6282234"/>
              <a:gd name="connsiteY3226" fmla="*/ 1009473 h 4115518"/>
              <a:gd name="connsiteX3227" fmla="*/ 1081349 w 6282234"/>
              <a:gd name="connsiteY3227" fmla="*/ 1027055 h 4115518"/>
              <a:gd name="connsiteX3228" fmla="*/ 1091121 w 6282234"/>
              <a:gd name="connsiteY3228" fmla="*/ 1063546 h 4115518"/>
              <a:gd name="connsiteX3229" fmla="*/ 1100567 w 6282234"/>
              <a:gd name="connsiteY3229" fmla="*/ 1075489 h 4115518"/>
              <a:gd name="connsiteX3230" fmla="*/ 1088515 w 6282234"/>
              <a:gd name="connsiteY3230" fmla="*/ 993218 h 4115518"/>
              <a:gd name="connsiteX3231" fmla="*/ 1114899 w 6282234"/>
              <a:gd name="connsiteY3231" fmla="*/ 985257 h 4115518"/>
              <a:gd name="connsiteX3232" fmla="*/ 1136071 w 6282234"/>
              <a:gd name="connsiteY3232" fmla="*/ 1006819 h 4115518"/>
              <a:gd name="connsiteX3233" fmla="*/ 1145518 w 6282234"/>
              <a:gd name="connsiteY3233" fmla="*/ 1053926 h 4115518"/>
              <a:gd name="connsiteX3234" fmla="*/ 1157243 w 6282234"/>
              <a:gd name="connsiteY3234" fmla="*/ 1085109 h 4115518"/>
              <a:gd name="connsiteX3235" fmla="*/ 1153335 w 6282234"/>
              <a:gd name="connsiteY3235" fmla="*/ 1114633 h 4115518"/>
              <a:gd name="connsiteX3236" fmla="*/ 1165386 w 6282234"/>
              <a:gd name="connsiteY3236" fmla="*/ 1130888 h 4115518"/>
              <a:gd name="connsiteX3237" fmla="*/ 1216851 w 6282234"/>
              <a:gd name="connsiteY3237" fmla="*/ 1163067 h 4115518"/>
              <a:gd name="connsiteX3238" fmla="*/ 1216851 w 6282234"/>
              <a:gd name="connsiteY3238" fmla="*/ 1187284 h 4115518"/>
              <a:gd name="connsiteX3239" fmla="*/ 1200890 w 6282234"/>
              <a:gd name="connsiteY3239" fmla="*/ 1181976 h 4115518"/>
              <a:gd name="connsiteX3240" fmla="*/ 1202194 w 6282234"/>
              <a:gd name="connsiteY3240" fmla="*/ 1221121 h 4115518"/>
              <a:gd name="connsiteX3241" fmla="*/ 1171901 w 6282234"/>
              <a:gd name="connsiteY3241" fmla="*/ 1230409 h 4115518"/>
              <a:gd name="connsiteX3242" fmla="*/ 1142911 w 6282234"/>
              <a:gd name="connsiteY3242" fmla="*/ 1225102 h 4115518"/>
              <a:gd name="connsiteX3243" fmla="*/ 1121739 w 6282234"/>
              <a:gd name="connsiteY3243" fmla="*/ 1211832 h 4115518"/>
              <a:gd name="connsiteX3244" fmla="*/ 1086234 w 6282234"/>
              <a:gd name="connsiteY3244" fmla="*/ 1223775 h 4115518"/>
              <a:gd name="connsiteX3245" fmla="*/ 1079068 w 6282234"/>
              <a:gd name="connsiteY3245" fmla="*/ 1233395 h 4115518"/>
              <a:gd name="connsiteX3246" fmla="*/ 1038679 w 6282234"/>
              <a:gd name="connsiteY3246" fmla="*/ 1245337 h 4115518"/>
              <a:gd name="connsiteX3247" fmla="*/ 1002849 w 6282234"/>
              <a:gd name="connsiteY3247" fmla="*/ 1247992 h 4115518"/>
              <a:gd name="connsiteX3248" fmla="*/ 995682 w 6282234"/>
              <a:gd name="connsiteY3248" fmla="*/ 1211832 h 4115518"/>
              <a:gd name="connsiteX3249" fmla="*/ 967019 w 6282234"/>
              <a:gd name="connsiteY3249" fmla="*/ 1208847 h 4115518"/>
              <a:gd name="connsiteX3250" fmla="*/ 945846 w 6282234"/>
              <a:gd name="connsiteY3250" fmla="*/ 1200885 h 4115518"/>
              <a:gd name="connsiteX3251" fmla="*/ 933795 w 6282234"/>
              <a:gd name="connsiteY3251" fmla="*/ 1181976 h 4115518"/>
              <a:gd name="connsiteX3252" fmla="*/ 936075 w 6282234"/>
              <a:gd name="connsiteY3252" fmla="*/ 1164394 h 4115518"/>
              <a:gd name="connsiteX3253" fmla="*/ 981350 w 6282234"/>
              <a:gd name="connsiteY3253" fmla="*/ 1152451 h 4115518"/>
              <a:gd name="connsiteX3254" fmla="*/ 1012295 w 6282234"/>
              <a:gd name="connsiteY3254" fmla="*/ 1160413 h 4115518"/>
              <a:gd name="connsiteX3255" fmla="*/ 1022066 w 6282234"/>
              <a:gd name="connsiteY3255" fmla="*/ 1145485 h 4115518"/>
              <a:gd name="connsiteX3256" fmla="*/ 991123 w 6282234"/>
              <a:gd name="connsiteY3256" fmla="*/ 1133543 h 4115518"/>
              <a:gd name="connsiteX3257" fmla="*/ 969625 w 6282234"/>
              <a:gd name="connsiteY3257" fmla="*/ 1138850 h 4115518"/>
              <a:gd name="connsiteX3258" fmla="*/ 928909 w 6282234"/>
              <a:gd name="connsiteY3258" fmla="*/ 1138850 h 4115518"/>
              <a:gd name="connsiteX3259" fmla="*/ 917182 w 6282234"/>
              <a:gd name="connsiteY3259" fmla="*/ 1085109 h 4115518"/>
              <a:gd name="connsiteX3260" fmla="*/ 900570 w 6282234"/>
              <a:gd name="connsiteY3260" fmla="*/ 1066201 h 4115518"/>
              <a:gd name="connsiteX3261" fmla="*/ 912297 w 6282234"/>
              <a:gd name="connsiteY3261" fmla="*/ 1031036 h 4115518"/>
              <a:gd name="connsiteX3262" fmla="*/ 931514 w 6282234"/>
              <a:gd name="connsiteY3262" fmla="*/ 1006819 h 4115518"/>
              <a:gd name="connsiteX3263" fmla="*/ 3927227 w 6282234"/>
              <a:gd name="connsiteY3263" fmla="*/ 975968 h 4115518"/>
              <a:gd name="connsiteX3264" fmla="*/ 3953285 w 6282234"/>
              <a:gd name="connsiteY3264" fmla="*/ 987910 h 4115518"/>
              <a:gd name="connsiteX3265" fmla="*/ 3950028 w 6282234"/>
              <a:gd name="connsiteY3265" fmla="*/ 1014781 h 4115518"/>
              <a:gd name="connsiteX3266" fmla="*/ 3936998 w 6282234"/>
              <a:gd name="connsiteY3266" fmla="*/ 1036344 h 4115518"/>
              <a:gd name="connsiteX3267" fmla="*/ 3933741 w 6282234"/>
              <a:gd name="connsiteY3267" fmla="*/ 1063546 h 4115518"/>
              <a:gd name="connsiteX3268" fmla="*/ 3946771 w 6282234"/>
              <a:gd name="connsiteY3268" fmla="*/ 1102359 h 4115518"/>
              <a:gd name="connsiteX3269" fmla="*/ 3966314 w 6282234"/>
              <a:gd name="connsiteY3269" fmla="*/ 1123923 h 4115518"/>
              <a:gd name="connsiteX3270" fmla="*/ 3966314 w 6282234"/>
              <a:gd name="connsiteY3270" fmla="*/ 1140178 h 4115518"/>
              <a:gd name="connsiteX3271" fmla="*/ 3950028 w 6282234"/>
              <a:gd name="connsiteY3271" fmla="*/ 1138850 h 4115518"/>
              <a:gd name="connsiteX3272" fmla="*/ 3936998 w 6282234"/>
              <a:gd name="connsiteY3272" fmla="*/ 1130888 h 4115518"/>
              <a:gd name="connsiteX3273" fmla="*/ 3933741 w 6282234"/>
              <a:gd name="connsiteY3273" fmla="*/ 1140178 h 4115518"/>
              <a:gd name="connsiteX3274" fmla="*/ 3920712 w 6282234"/>
              <a:gd name="connsiteY3274" fmla="*/ 1128235 h 4115518"/>
              <a:gd name="connsiteX3275" fmla="*/ 3914198 w 6282234"/>
              <a:gd name="connsiteY3275" fmla="*/ 1130888 h 4115518"/>
              <a:gd name="connsiteX3276" fmla="*/ 3897912 w 6282234"/>
              <a:gd name="connsiteY3276" fmla="*/ 1090417 h 4115518"/>
              <a:gd name="connsiteX3277" fmla="*/ 3871853 w 6282234"/>
              <a:gd name="connsiteY3277" fmla="*/ 1090417 h 4115518"/>
              <a:gd name="connsiteX3278" fmla="*/ 3865339 w 6282234"/>
              <a:gd name="connsiteY3278" fmla="*/ 1075489 h 4115518"/>
              <a:gd name="connsiteX3279" fmla="*/ 3871853 w 6282234"/>
              <a:gd name="connsiteY3279" fmla="*/ 1057907 h 4115518"/>
              <a:gd name="connsiteX3280" fmla="*/ 3891397 w 6282234"/>
              <a:gd name="connsiteY3280" fmla="*/ 1041984 h 4115518"/>
              <a:gd name="connsiteX3281" fmla="*/ 3888139 w 6282234"/>
              <a:gd name="connsiteY3281" fmla="*/ 1012127 h 4115518"/>
              <a:gd name="connsiteX3282" fmla="*/ 3897912 w 6282234"/>
              <a:gd name="connsiteY3282" fmla="*/ 993218 h 4115518"/>
              <a:gd name="connsiteX3283" fmla="*/ 2548098 w 6282234"/>
              <a:gd name="connsiteY3283" fmla="*/ 975968 h 4115518"/>
              <a:gd name="connsiteX3284" fmla="*/ 2567968 w 6282234"/>
              <a:gd name="connsiteY3284" fmla="*/ 985257 h 4115518"/>
              <a:gd name="connsiteX3285" fmla="*/ 2548098 w 6282234"/>
              <a:gd name="connsiteY3285" fmla="*/ 1000185 h 4115518"/>
              <a:gd name="connsiteX3286" fmla="*/ 2524320 w 6282234"/>
              <a:gd name="connsiteY3286" fmla="*/ 990564 h 4115518"/>
              <a:gd name="connsiteX3287" fmla="*/ 2535069 w 6282234"/>
              <a:gd name="connsiteY3287" fmla="*/ 978622 h 4115518"/>
              <a:gd name="connsiteX3288" fmla="*/ 4207353 w 6282234"/>
              <a:gd name="connsiteY3288" fmla="*/ 970328 h 4115518"/>
              <a:gd name="connsiteX3289" fmla="*/ 4217124 w 6282234"/>
              <a:gd name="connsiteY3289" fmla="*/ 990564 h 4115518"/>
              <a:gd name="connsiteX3290" fmla="*/ 4187809 w 6282234"/>
              <a:gd name="connsiteY3290" fmla="*/ 1000185 h 4115518"/>
              <a:gd name="connsiteX3291" fmla="*/ 4194323 w 6282234"/>
              <a:gd name="connsiteY3291" fmla="*/ 972982 h 4115518"/>
              <a:gd name="connsiteX3292" fmla="*/ 5181277 w 6282234"/>
              <a:gd name="connsiteY3292" fmla="*/ 969002 h 4115518"/>
              <a:gd name="connsiteX3293" fmla="*/ 5197563 w 6282234"/>
              <a:gd name="connsiteY3293" fmla="*/ 972982 h 4115518"/>
              <a:gd name="connsiteX3294" fmla="*/ 5217107 w 6282234"/>
              <a:gd name="connsiteY3294" fmla="*/ 1002839 h 4115518"/>
              <a:gd name="connsiteX3295" fmla="*/ 5200820 w 6282234"/>
              <a:gd name="connsiteY3295" fmla="*/ 1014781 h 4115518"/>
              <a:gd name="connsiteX3296" fmla="*/ 5168247 w 6282234"/>
              <a:gd name="connsiteY3296" fmla="*/ 1031036 h 4115518"/>
              <a:gd name="connsiteX3297" fmla="*/ 5171504 w 6282234"/>
              <a:gd name="connsiteY3297" fmla="*/ 1014781 h 4115518"/>
              <a:gd name="connsiteX3298" fmla="*/ 5171504 w 6282234"/>
              <a:gd name="connsiteY3298" fmla="*/ 1006819 h 4115518"/>
              <a:gd name="connsiteX3299" fmla="*/ 5178019 w 6282234"/>
              <a:gd name="connsiteY3299" fmla="*/ 997530 h 4115518"/>
              <a:gd name="connsiteX3300" fmla="*/ 1567660 w 6282234"/>
              <a:gd name="connsiteY3300" fmla="*/ 957058 h 4115518"/>
              <a:gd name="connsiteX3301" fmla="*/ 1591438 w 6282234"/>
              <a:gd name="connsiteY3301" fmla="*/ 963693 h 4115518"/>
              <a:gd name="connsiteX3302" fmla="*/ 1612610 w 6282234"/>
              <a:gd name="connsiteY3302" fmla="*/ 961040 h 4115518"/>
              <a:gd name="connsiteX3303" fmla="*/ 1629873 w 6282234"/>
              <a:gd name="connsiteY3303" fmla="*/ 970328 h 4115518"/>
              <a:gd name="connsiteX3304" fmla="*/ 1645508 w 6282234"/>
              <a:gd name="connsiteY3304" fmla="*/ 994545 h 4115518"/>
              <a:gd name="connsiteX3305" fmla="*/ 1631176 w 6282234"/>
              <a:gd name="connsiteY3305" fmla="*/ 1012127 h 4115518"/>
              <a:gd name="connsiteX3306" fmla="*/ 1610004 w 6282234"/>
              <a:gd name="connsiteY3306" fmla="*/ 1009473 h 4115518"/>
              <a:gd name="connsiteX3307" fmla="*/ 1595346 w 6282234"/>
              <a:gd name="connsiteY3307" fmla="*/ 1017767 h 4115518"/>
              <a:gd name="connsiteX3308" fmla="*/ 1581991 w 6282234"/>
              <a:gd name="connsiteY3308" fmla="*/ 1009473 h 4115518"/>
              <a:gd name="connsiteX3309" fmla="*/ 1576780 w 6282234"/>
              <a:gd name="connsiteY3309" fmla="*/ 987910 h 4115518"/>
              <a:gd name="connsiteX3310" fmla="*/ 1565053 w 6282234"/>
              <a:gd name="connsiteY3310" fmla="*/ 981275 h 4115518"/>
              <a:gd name="connsiteX3311" fmla="*/ 1142911 w 6282234"/>
              <a:gd name="connsiteY3311" fmla="*/ 957058 h 4115518"/>
              <a:gd name="connsiteX3312" fmla="*/ 1154638 w 6282234"/>
              <a:gd name="connsiteY3312" fmla="*/ 969002 h 4115518"/>
              <a:gd name="connsiteX3313" fmla="*/ 1142911 w 6282234"/>
              <a:gd name="connsiteY3313" fmla="*/ 1006819 h 4115518"/>
              <a:gd name="connsiteX3314" fmla="*/ 1121739 w 6282234"/>
              <a:gd name="connsiteY3314" fmla="*/ 978622 h 4115518"/>
              <a:gd name="connsiteX3315" fmla="*/ 1118807 w 6282234"/>
              <a:gd name="connsiteY3315" fmla="*/ 958386 h 4115518"/>
              <a:gd name="connsiteX3316" fmla="*/ 5135675 w 6282234"/>
              <a:gd name="connsiteY3316" fmla="*/ 951420 h 4115518"/>
              <a:gd name="connsiteX3317" fmla="*/ 5158475 w 6282234"/>
              <a:gd name="connsiteY3317" fmla="*/ 972982 h 4115518"/>
              <a:gd name="connsiteX3318" fmla="*/ 5171504 w 6282234"/>
              <a:gd name="connsiteY3318" fmla="*/ 978622 h 4115518"/>
              <a:gd name="connsiteX3319" fmla="*/ 5178019 w 6282234"/>
              <a:gd name="connsiteY3319" fmla="*/ 997530 h 4115518"/>
              <a:gd name="connsiteX3320" fmla="*/ 5168247 w 6282234"/>
              <a:gd name="connsiteY3320" fmla="*/ 1006819 h 4115518"/>
              <a:gd name="connsiteX3321" fmla="*/ 5171504 w 6282234"/>
              <a:gd name="connsiteY3321" fmla="*/ 1014781 h 4115518"/>
              <a:gd name="connsiteX3322" fmla="*/ 5164991 w 6282234"/>
              <a:gd name="connsiteY3322" fmla="*/ 1043310 h 4115518"/>
              <a:gd name="connsiteX3323" fmla="*/ 5142189 w 6282234"/>
              <a:gd name="connsiteY3323" fmla="*/ 1021747 h 4115518"/>
              <a:gd name="connsiteX3324" fmla="*/ 5112873 w 6282234"/>
              <a:gd name="connsiteY3324" fmla="*/ 1009473 h 4115518"/>
              <a:gd name="connsiteX3325" fmla="*/ 5119389 w 6282234"/>
              <a:gd name="connsiteY3325" fmla="*/ 990564 h 4115518"/>
              <a:gd name="connsiteX3326" fmla="*/ 5116131 w 6282234"/>
              <a:gd name="connsiteY3326" fmla="*/ 969002 h 4115518"/>
              <a:gd name="connsiteX3327" fmla="*/ 5129160 w 6282234"/>
              <a:gd name="connsiteY3327" fmla="*/ 963693 h 4115518"/>
              <a:gd name="connsiteX3328" fmla="*/ 1464404 w 6282234"/>
              <a:gd name="connsiteY3328" fmla="*/ 948765 h 4115518"/>
              <a:gd name="connsiteX3329" fmla="*/ 1493393 w 6282234"/>
              <a:gd name="connsiteY3329" fmla="*/ 951420 h 4115518"/>
              <a:gd name="connsiteX3330" fmla="*/ 1464404 w 6282234"/>
              <a:gd name="connsiteY3330" fmla="*/ 1009473 h 4115518"/>
              <a:gd name="connsiteX3331" fmla="*/ 1479062 w 6282234"/>
              <a:gd name="connsiteY3331" fmla="*/ 1063546 h 4115518"/>
              <a:gd name="connsiteX3332" fmla="*/ 1490788 w 6282234"/>
              <a:gd name="connsiteY3332" fmla="*/ 1041984 h 4115518"/>
              <a:gd name="connsiteX3333" fmla="*/ 1481668 w 6282234"/>
              <a:gd name="connsiteY3333" fmla="*/ 1006819 h 4115518"/>
              <a:gd name="connsiteX3334" fmla="*/ 1493393 w 6282234"/>
              <a:gd name="connsiteY3334" fmla="*/ 981275 h 4115518"/>
              <a:gd name="connsiteX3335" fmla="*/ 1531829 w 6282234"/>
              <a:gd name="connsiteY3335" fmla="*/ 957058 h 4115518"/>
              <a:gd name="connsiteX3336" fmla="*/ 1553002 w 6282234"/>
              <a:gd name="connsiteY3336" fmla="*/ 958386 h 4115518"/>
              <a:gd name="connsiteX3337" fmla="*/ 1559517 w 6282234"/>
              <a:gd name="connsiteY3337" fmla="*/ 985257 h 4115518"/>
              <a:gd name="connsiteX3338" fmla="*/ 1571568 w 6282234"/>
              <a:gd name="connsiteY3338" fmla="*/ 997530 h 4115518"/>
              <a:gd name="connsiteX3339" fmla="*/ 1579386 w 6282234"/>
              <a:gd name="connsiteY3339" fmla="*/ 1041984 h 4115518"/>
              <a:gd name="connsiteX3340" fmla="*/ 1597952 w 6282234"/>
              <a:gd name="connsiteY3340" fmla="*/ 1045964 h 4115518"/>
              <a:gd name="connsiteX3341" fmla="*/ 1624337 w 6282234"/>
              <a:gd name="connsiteY3341" fmla="*/ 1017767 h 4115518"/>
              <a:gd name="connsiteX3342" fmla="*/ 1665378 w 6282234"/>
              <a:gd name="connsiteY3342" fmla="*/ 1031036 h 4115518"/>
              <a:gd name="connsiteX3343" fmla="*/ 1681339 w 6282234"/>
              <a:gd name="connsiteY3343" fmla="*/ 1070181 h 4115518"/>
              <a:gd name="connsiteX3344" fmla="*/ 1693390 w 6282234"/>
              <a:gd name="connsiteY3344" fmla="*/ 1075489 h 4115518"/>
              <a:gd name="connsiteX3345" fmla="*/ 1690785 w 6282234"/>
              <a:gd name="connsiteY3345" fmla="*/ 1102359 h 4115518"/>
              <a:gd name="connsiteX3346" fmla="*/ 1710654 w 6282234"/>
              <a:gd name="connsiteY3346" fmla="*/ 1079469 h 4115518"/>
              <a:gd name="connsiteX3347" fmla="*/ 1728894 w 6282234"/>
              <a:gd name="connsiteY3347" fmla="*/ 1090417 h 4115518"/>
              <a:gd name="connsiteX3348" fmla="*/ 1746158 w 6282234"/>
              <a:gd name="connsiteY3348" fmla="*/ 1121268 h 4115518"/>
              <a:gd name="connsiteX3349" fmla="*/ 1784594 w 6282234"/>
              <a:gd name="connsiteY3349" fmla="*/ 1140178 h 4115518"/>
              <a:gd name="connsiteX3350" fmla="*/ 1803161 w 6282234"/>
              <a:gd name="connsiteY3350" fmla="*/ 1172687 h 4115518"/>
              <a:gd name="connsiteX3351" fmla="*/ 1788503 w 6282234"/>
              <a:gd name="connsiteY3351" fmla="*/ 1181976 h 4115518"/>
              <a:gd name="connsiteX3352" fmla="*/ 1796646 w 6282234"/>
              <a:gd name="connsiteY3352" fmla="*/ 1242684 h 4115518"/>
              <a:gd name="connsiteX3353" fmla="*/ 1808372 w 6282234"/>
              <a:gd name="connsiteY3353" fmla="*/ 1247992 h 4115518"/>
              <a:gd name="connsiteX3354" fmla="*/ 1809674 w 6282234"/>
              <a:gd name="connsiteY3354" fmla="*/ 1264247 h 4115518"/>
              <a:gd name="connsiteX3355" fmla="*/ 1821727 w 6282234"/>
              <a:gd name="connsiteY3355" fmla="*/ 1269554 h 4115518"/>
              <a:gd name="connsiteX3356" fmla="*/ 1844202 w 6282234"/>
              <a:gd name="connsiteY3356" fmla="*/ 1266901 h 4115518"/>
              <a:gd name="connsiteX3357" fmla="*/ 1857556 w 6282234"/>
              <a:gd name="connsiteY3357" fmla="*/ 1285809 h 4115518"/>
              <a:gd name="connsiteX3358" fmla="*/ 1865374 w 6282234"/>
              <a:gd name="connsiteY3358" fmla="*/ 1324954 h 4115518"/>
              <a:gd name="connsiteX3359" fmla="*/ 1877426 w 6282234"/>
              <a:gd name="connsiteY3359" fmla="*/ 1318320 h 4115518"/>
              <a:gd name="connsiteX3360" fmla="*/ 1898598 w 6282234"/>
              <a:gd name="connsiteY3360" fmla="*/ 1318320 h 4115518"/>
              <a:gd name="connsiteX3361" fmla="*/ 1907718 w 6282234"/>
              <a:gd name="connsiteY3361" fmla="*/ 1332916 h 4115518"/>
              <a:gd name="connsiteX3362" fmla="*/ 1886547 w 6282234"/>
              <a:gd name="connsiteY3362" fmla="*/ 1361445 h 4115518"/>
              <a:gd name="connsiteX3363" fmla="*/ 1883941 w 6282234"/>
              <a:gd name="connsiteY3363" fmla="*/ 1378695 h 4115518"/>
              <a:gd name="connsiteX3364" fmla="*/ 1871889 w 6282234"/>
              <a:gd name="connsiteY3364" fmla="*/ 1376042 h 4115518"/>
              <a:gd name="connsiteX3365" fmla="*/ 1867980 w 6282234"/>
              <a:gd name="connsiteY3365" fmla="*/ 1403244 h 4115518"/>
              <a:gd name="connsiteX3366" fmla="*/ 1844202 w 6282234"/>
              <a:gd name="connsiteY3366" fmla="*/ 1390970 h 4115518"/>
              <a:gd name="connsiteX3367" fmla="*/ 1821727 w 6282234"/>
              <a:gd name="connsiteY3367" fmla="*/ 1349171 h 4115518"/>
              <a:gd name="connsiteX3368" fmla="*/ 1803161 w 6282234"/>
              <a:gd name="connsiteY3368" fmla="*/ 1345190 h 4115518"/>
              <a:gd name="connsiteX3369" fmla="*/ 1800554 w 6282234"/>
              <a:gd name="connsiteY3369" fmla="*/ 1373388 h 4115518"/>
              <a:gd name="connsiteX3370" fmla="*/ 1808372 w 6282234"/>
              <a:gd name="connsiteY3370" fmla="*/ 1397605 h 4115518"/>
              <a:gd name="connsiteX3371" fmla="*/ 1838990 w 6282234"/>
              <a:gd name="connsiteY3371" fmla="*/ 1421822 h 4115518"/>
              <a:gd name="connsiteX3372" fmla="*/ 1844202 w 6282234"/>
              <a:gd name="connsiteY3372" fmla="*/ 1475894 h 4115518"/>
              <a:gd name="connsiteX3373" fmla="*/ 1838990 w 6282234"/>
              <a:gd name="connsiteY3373" fmla="*/ 1500111 h 4115518"/>
              <a:gd name="connsiteX3374" fmla="*/ 1824332 w 6282234"/>
              <a:gd name="connsiteY3374" fmla="*/ 1482529 h 4115518"/>
              <a:gd name="connsiteX3375" fmla="*/ 1796646 w 6282234"/>
              <a:gd name="connsiteY3375" fmla="*/ 1479876 h 4115518"/>
              <a:gd name="connsiteX3376" fmla="*/ 1821727 w 6282234"/>
              <a:gd name="connsiteY3376" fmla="*/ 1512385 h 4115518"/>
              <a:gd name="connsiteX3377" fmla="*/ 1820424 w 6282234"/>
              <a:gd name="connsiteY3377" fmla="*/ 1526981 h 4115518"/>
              <a:gd name="connsiteX3378" fmla="*/ 1779383 w 6282234"/>
              <a:gd name="connsiteY3378" fmla="*/ 1512385 h 4115518"/>
              <a:gd name="connsiteX3379" fmla="*/ 1760815 w 6282234"/>
              <a:gd name="connsiteY3379" fmla="*/ 1492149 h 4115518"/>
              <a:gd name="connsiteX3380" fmla="*/ 1750067 w 6282234"/>
              <a:gd name="connsiteY3380" fmla="*/ 1492149 h 4115518"/>
              <a:gd name="connsiteX3381" fmla="*/ 1724986 w 6282234"/>
              <a:gd name="connsiteY3381" fmla="*/ 1475894 h 4115518"/>
              <a:gd name="connsiteX3382" fmla="*/ 1726289 w 6282234"/>
              <a:gd name="connsiteY3382" fmla="*/ 1455659 h 4115518"/>
              <a:gd name="connsiteX3383" fmla="*/ 1710654 w 6282234"/>
              <a:gd name="connsiteY3383" fmla="*/ 1449024 h 4115518"/>
              <a:gd name="connsiteX3384" fmla="*/ 1695996 w 6282234"/>
              <a:gd name="connsiteY3384" fmla="*/ 1419167 h 4115518"/>
              <a:gd name="connsiteX3385" fmla="*/ 1683944 w 6282234"/>
              <a:gd name="connsiteY3385" fmla="*/ 1430115 h 4115518"/>
              <a:gd name="connsiteX3386" fmla="*/ 1665378 w 6282234"/>
              <a:gd name="connsiteY3386" fmla="*/ 1427461 h 4115518"/>
              <a:gd name="connsiteX3387" fmla="*/ 1638993 w 6282234"/>
              <a:gd name="connsiteY3387" fmla="*/ 1434095 h 4115518"/>
              <a:gd name="connsiteX3388" fmla="*/ 1612610 w 6282234"/>
              <a:gd name="connsiteY3388" fmla="*/ 1419167 h 4115518"/>
              <a:gd name="connsiteX3389" fmla="*/ 1627268 w 6282234"/>
              <a:gd name="connsiteY3389" fmla="*/ 1383008 h 4115518"/>
              <a:gd name="connsiteX3390" fmla="*/ 1648440 w 6282234"/>
              <a:gd name="connsiteY3390" fmla="*/ 1390970 h 4115518"/>
              <a:gd name="connsiteX3391" fmla="*/ 1674824 w 6282234"/>
              <a:gd name="connsiteY3391" fmla="*/ 1388315 h 4115518"/>
              <a:gd name="connsiteX3392" fmla="*/ 1690785 w 6282234"/>
              <a:gd name="connsiteY3392" fmla="*/ 1370734 h 4115518"/>
              <a:gd name="connsiteX3393" fmla="*/ 1677429 w 6282234"/>
              <a:gd name="connsiteY3393" fmla="*/ 1354478 h 4115518"/>
              <a:gd name="connsiteX3394" fmla="*/ 1701208 w 6282234"/>
              <a:gd name="connsiteY3394" fmla="*/ 1327608 h 4115518"/>
              <a:gd name="connsiteX3395" fmla="*/ 1714563 w 6282234"/>
              <a:gd name="connsiteY3395" fmla="*/ 1303391 h 4115518"/>
              <a:gd name="connsiteX3396" fmla="*/ 1702510 w 6282234"/>
              <a:gd name="connsiteY3396" fmla="*/ 1260266 h 4115518"/>
              <a:gd name="connsiteX3397" fmla="*/ 1678732 w 6282234"/>
              <a:gd name="connsiteY3397" fmla="*/ 1242684 h 4115518"/>
              <a:gd name="connsiteX3398" fmla="*/ 1672218 w 6282234"/>
              <a:gd name="connsiteY3398" fmla="*/ 1223775 h 4115518"/>
              <a:gd name="connsiteX3399" fmla="*/ 1657561 w 6282234"/>
              <a:gd name="connsiteY3399" fmla="*/ 1225102 h 4115518"/>
              <a:gd name="connsiteX3400" fmla="*/ 1657561 w 6282234"/>
              <a:gd name="connsiteY3400" fmla="*/ 1208847 h 4115518"/>
              <a:gd name="connsiteX3401" fmla="*/ 1621730 w 6282234"/>
              <a:gd name="connsiteY3401" fmla="*/ 1181976 h 4115518"/>
              <a:gd name="connsiteX3402" fmla="*/ 1621730 w 6282234"/>
              <a:gd name="connsiteY3402" fmla="*/ 1160413 h 4115518"/>
              <a:gd name="connsiteX3403" fmla="*/ 1603164 w 6282234"/>
              <a:gd name="connsiteY3403" fmla="*/ 1163067 h 4115518"/>
              <a:gd name="connsiteX3404" fmla="*/ 1603164 w 6282234"/>
              <a:gd name="connsiteY3404" fmla="*/ 1175342 h 4115518"/>
              <a:gd name="connsiteX3405" fmla="*/ 1559517 w 6282234"/>
              <a:gd name="connsiteY3405" fmla="*/ 1164394 h 4115518"/>
              <a:gd name="connsiteX3406" fmla="*/ 1535739 w 6282234"/>
              <a:gd name="connsiteY3406" fmla="*/ 1176668 h 4115518"/>
              <a:gd name="connsiteX3407" fmla="*/ 1490788 w 6282234"/>
              <a:gd name="connsiteY3407" fmla="*/ 1164394 h 4115518"/>
              <a:gd name="connsiteX3408" fmla="*/ 1481668 w 6282234"/>
              <a:gd name="connsiteY3408" fmla="*/ 1170033 h 4115518"/>
              <a:gd name="connsiteX3409" fmla="*/ 1464404 w 6282234"/>
              <a:gd name="connsiteY3409" fmla="*/ 1152451 h 4115518"/>
              <a:gd name="connsiteX3410" fmla="*/ 1439323 w 6282234"/>
              <a:gd name="connsiteY3410" fmla="*/ 1152451 h 4115518"/>
              <a:gd name="connsiteX3411" fmla="*/ 1416848 w 6282234"/>
              <a:gd name="connsiteY3411" fmla="*/ 1126908 h 4115518"/>
              <a:gd name="connsiteX3412" fmla="*/ 1410007 w 6282234"/>
              <a:gd name="connsiteY3412" fmla="*/ 1099706 h 4115518"/>
              <a:gd name="connsiteX3413" fmla="*/ 1404796 w 6282234"/>
              <a:gd name="connsiteY3413" fmla="*/ 1063546 h 4115518"/>
              <a:gd name="connsiteX3414" fmla="*/ 1412614 w 6282234"/>
              <a:gd name="connsiteY3414" fmla="*/ 1024402 h 4115518"/>
              <a:gd name="connsiteX3415" fmla="*/ 1424665 w 6282234"/>
              <a:gd name="connsiteY3415" fmla="*/ 985257 h 4115518"/>
              <a:gd name="connsiteX3416" fmla="*/ 1445838 w 6282234"/>
              <a:gd name="connsiteY3416" fmla="*/ 958386 h 4115518"/>
              <a:gd name="connsiteX3417" fmla="*/ 5441859 w 6282234"/>
              <a:gd name="connsiteY3417" fmla="*/ 944785 h 4115518"/>
              <a:gd name="connsiteX3418" fmla="*/ 5467917 w 6282234"/>
              <a:gd name="connsiteY3418" fmla="*/ 970328 h 4115518"/>
              <a:gd name="connsiteX3419" fmla="*/ 5461401 w 6282234"/>
              <a:gd name="connsiteY3419" fmla="*/ 990564 h 4115518"/>
              <a:gd name="connsiteX3420" fmla="*/ 5435343 w 6282234"/>
              <a:gd name="connsiteY3420" fmla="*/ 982603 h 4115518"/>
              <a:gd name="connsiteX3421" fmla="*/ 5422314 w 6282234"/>
              <a:gd name="connsiteY3421" fmla="*/ 975968 h 4115518"/>
              <a:gd name="connsiteX3422" fmla="*/ 5428829 w 6282234"/>
              <a:gd name="connsiteY3422" fmla="*/ 946111 h 4115518"/>
              <a:gd name="connsiteX3423" fmla="*/ 1234115 w 6282234"/>
              <a:gd name="connsiteY3423" fmla="*/ 944785 h 4115518"/>
              <a:gd name="connsiteX3424" fmla="*/ 1245841 w 6282234"/>
              <a:gd name="connsiteY3424" fmla="*/ 957058 h 4115518"/>
              <a:gd name="connsiteX3425" fmla="*/ 1281671 w 6282234"/>
              <a:gd name="connsiteY3425" fmla="*/ 948765 h 4115518"/>
              <a:gd name="connsiteX3426" fmla="*/ 1269945 w 6282234"/>
              <a:gd name="connsiteY3426" fmla="*/ 1000185 h 4115518"/>
              <a:gd name="connsiteX3427" fmla="*/ 1293723 w 6282234"/>
              <a:gd name="connsiteY3427" fmla="*/ 1017767 h 4115518"/>
              <a:gd name="connsiteX3428" fmla="*/ 1297631 w 6282234"/>
              <a:gd name="connsiteY3428" fmla="*/ 1036344 h 4115518"/>
              <a:gd name="connsiteX3429" fmla="*/ 1288185 w 6282234"/>
              <a:gd name="connsiteY3429" fmla="*/ 1070181 h 4115518"/>
              <a:gd name="connsiteX3430" fmla="*/ 1269945 w 6282234"/>
              <a:gd name="connsiteY3430" fmla="*/ 1079469 h 4115518"/>
              <a:gd name="connsiteX3431" fmla="*/ 1257893 w 6282234"/>
              <a:gd name="connsiteY3431" fmla="*/ 1102359 h 4115518"/>
              <a:gd name="connsiteX3432" fmla="*/ 1245841 w 6282234"/>
              <a:gd name="connsiteY3432" fmla="*/ 1097051 h 4115518"/>
              <a:gd name="connsiteX3433" fmla="*/ 1238024 w 6282234"/>
              <a:gd name="connsiteY3433" fmla="*/ 1075489 h 4115518"/>
              <a:gd name="connsiteX3434" fmla="*/ 1222063 w 6282234"/>
              <a:gd name="connsiteY3434" fmla="*/ 1051272 h 4115518"/>
              <a:gd name="connsiteX3435" fmla="*/ 1202194 w 6282234"/>
              <a:gd name="connsiteY3435" fmla="*/ 1043310 h 4115518"/>
              <a:gd name="connsiteX3436" fmla="*/ 1186559 w 6282234"/>
              <a:gd name="connsiteY3436" fmla="*/ 1019094 h 4115518"/>
              <a:gd name="connsiteX3437" fmla="*/ 1198285 w 6282234"/>
              <a:gd name="connsiteY3437" fmla="*/ 997530 h 4115518"/>
              <a:gd name="connsiteX3438" fmla="*/ 1210337 w 6282234"/>
              <a:gd name="connsiteY3438" fmla="*/ 1019094 h 4115518"/>
              <a:gd name="connsiteX3439" fmla="*/ 1226298 w 6282234"/>
              <a:gd name="connsiteY3439" fmla="*/ 1017767 h 4115518"/>
              <a:gd name="connsiteX3440" fmla="*/ 1226298 w 6282234"/>
              <a:gd name="connsiteY3440" fmla="*/ 978622 h 4115518"/>
              <a:gd name="connsiteX3441" fmla="*/ 1214246 w 6282234"/>
              <a:gd name="connsiteY3441" fmla="*/ 954405 h 4115518"/>
              <a:gd name="connsiteX3442" fmla="*/ 1345188 w 6282234"/>
              <a:gd name="connsiteY3442" fmla="*/ 929856 h 4115518"/>
              <a:gd name="connsiteX3443" fmla="*/ 1367663 w 6282234"/>
              <a:gd name="connsiteY3443" fmla="*/ 942131 h 4115518"/>
              <a:gd name="connsiteX3444" fmla="*/ 1403493 w 6282234"/>
              <a:gd name="connsiteY3444" fmla="*/ 946111 h 4115518"/>
              <a:gd name="connsiteX3445" fmla="*/ 1386229 w 6282234"/>
              <a:gd name="connsiteY3445" fmla="*/ 981275 h 4115518"/>
              <a:gd name="connsiteX3446" fmla="*/ 1374504 w 6282234"/>
              <a:gd name="connsiteY3446" fmla="*/ 1012127 h 4115518"/>
              <a:gd name="connsiteX3447" fmla="*/ 1350400 w 6282234"/>
              <a:gd name="connsiteY3447" fmla="*/ 1014781 h 4115518"/>
              <a:gd name="connsiteX3448" fmla="*/ 1336067 w 6282234"/>
              <a:gd name="connsiteY3448" fmla="*/ 1053926 h 4115518"/>
              <a:gd name="connsiteX3449" fmla="*/ 1317501 w 6282234"/>
              <a:gd name="connsiteY3449" fmla="*/ 1063546 h 4115518"/>
              <a:gd name="connsiteX3450" fmla="*/ 1317501 w 6282234"/>
              <a:gd name="connsiteY3450" fmla="*/ 1033690 h 4115518"/>
              <a:gd name="connsiteX3451" fmla="*/ 1309358 w 6282234"/>
              <a:gd name="connsiteY3451" fmla="*/ 1019094 h 4115518"/>
              <a:gd name="connsiteX3452" fmla="*/ 1309358 w 6282234"/>
              <a:gd name="connsiteY3452" fmla="*/ 957058 h 4115518"/>
              <a:gd name="connsiteX3453" fmla="*/ 1317501 w 6282234"/>
              <a:gd name="connsiteY3453" fmla="*/ 939477 h 4115518"/>
              <a:gd name="connsiteX3454" fmla="*/ 5425572 w 6282234"/>
              <a:gd name="connsiteY3454" fmla="*/ 921895 h 4115518"/>
              <a:gd name="connsiteX3455" fmla="*/ 5425572 w 6282234"/>
              <a:gd name="connsiteY3455" fmla="*/ 939477 h 4115518"/>
              <a:gd name="connsiteX3456" fmla="*/ 5415801 w 6282234"/>
              <a:gd name="connsiteY3456" fmla="*/ 946111 h 4115518"/>
              <a:gd name="connsiteX3457" fmla="*/ 5409286 w 6282234"/>
              <a:gd name="connsiteY3457" fmla="*/ 927203 h 4115518"/>
              <a:gd name="connsiteX3458" fmla="*/ 864740 w 6282234"/>
              <a:gd name="connsiteY3458" fmla="*/ 905640 h 4115518"/>
              <a:gd name="connsiteX3459" fmla="*/ 888518 w 6282234"/>
              <a:gd name="connsiteY3459" fmla="*/ 924549 h 4115518"/>
              <a:gd name="connsiteX3460" fmla="*/ 928909 w 6282234"/>
              <a:gd name="connsiteY3460" fmla="*/ 924549 h 4115518"/>
              <a:gd name="connsiteX3461" fmla="*/ 940960 w 6282234"/>
              <a:gd name="connsiteY3461" fmla="*/ 936823 h 4115518"/>
              <a:gd name="connsiteX3462" fmla="*/ 967019 w 6282234"/>
              <a:gd name="connsiteY3462" fmla="*/ 972982 h 4115518"/>
              <a:gd name="connsiteX3463" fmla="*/ 900570 w 6282234"/>
              <a:gd name="connsiteY3463" fmla="*/ 1024402 h 4115518"/>
              <a:gd name="connsiteX3464" fmla="*/ 897964 w 6282234"/>
              <a:gd name="connsiteY3464" fmla="*/ 1041984 h 4115518"/>
              <a:gd name="connsiteX3465" fmla="*/ 883632 w 6282234"/>
              <a:gd name="connsiteY3465" fmla="*/ 1053926 h 4115518"/>
              <a:gd name="connsiteX3466" fmla="*/ 874186 w 6282234"/>
              <a:gd name="connsiteY3466" fmla="*/ 1090417 h 4115518"/>
              <a:gd name="connsiteX3467" fmla="*/ 831516 w 6282234"/>
              <a:gd name="connsiteY3467" fmla="*/ 1115961 h 4115518"/>
              <a:gd name="connsiteX3468" fmla="*/ 826630 w 6282234"/>
              <a:gd name="connsiteY3468" fmla="*/ 1102359 h 4115518"/>
              <a:gd name="connsiteX3469" fmla="*/ 814579 w 6282234"/>
              <a:gd name="connsiteY3469" fmla="*/ 1079469 h 4115518"/>
              <a:gd name="connsiteX3470" fmla="*/ 793406 w 6282234"/>
              <a:gd name="connsiteY3470" fmla="*/ 1063546 h 4115518"/>
              <a:gd name="connsiteX3471" fmla="*/ 781354 w 6282234"/>
              <a:gd name="connsiteY3471" fmla="*/ 1066201 h 4115518"/>
              <a:gd name="connsiteX3472" fmla="*/ 790800 w 6282234"/>
              <a:gd name="connsiteY3472" fmla="*/ 1036344 h 4115518"/>
              <a:gd name="connsiteX3473" fmla="*/ 797967 w 6282234"/>
              <a:gd name="connsiteY3473" fmla="*/ 1029709 h 4115518"/>
              <a:gd name="connsiteX3474" fmla="*/ 800246 w 6282234"/>
              <a:gd name="connsiteY3474" fmla="*/ 997530 h 4115518"/>
              <a:gd name="connsiteX3475" fmla="*/ 812299 w 6282234"/>
              <a:gd name="connsiteY3475" fmla="*/ 972982 h 4115518"/>
              <a:gd name="connsiteX3476" fmla="*/ 812299 w 6282234"/>
              <a:gd name="connsiteY3476" fmla="*/ 948765 h 4115518"/>
              <a:gd name="connsiteX3477" fmla="*/ 802852 w 6282234"/>
              <a:gd name="connsiteY3477" fmla="*/ 917914 h 4115518"/>
              <a:gd name="connsiteX3478" fmla="*/ 4920695 w 6282234"/>
              <a:gd name="connsiteY3478" fmla="*/ 902986 h 4115518"/>
              <a:gd name="connsiteX3479" fmla="*/ 4943495 w 6282234"/>
              <a:gd name="connsiteY3479" fmla="*/ 915260 h 4115518"/>
              <a:gd name="connsiteX3480" fmla="*/ 4936981 w 6282234"/>
              <a:gd name="connsiteY3480" fmla="*/ 934169 h 4115518"/>
              <a:gd name="connsiteX3481" fmla="*/ 4914181 w 6282234"/>
              <a:gd name="connsiteY3481" fmla="*/ 921895 h 4115518"/>
              <a:gd name="connsiteX3482" fmla="*/ 2658194 w 6282234"/>
              <a:gd name="connsiteY3482" fmla="*/ 847917 h 4115518"/>
              <a:gd name="connsiteX3483" fmla="*/ 2658194 w 6282234"/>
              <a:gd name="connsiteY3483" fmla="*/ 872134 h 4115518"/>
              <a:gd name="connsiteX3484" fmla="*/ 2643536 w 6282234"/>
              <a:gd name="connsiteY3484" fmla="*/ 873461 h 4115518"/>
              <a:gd name="connsiteX3485" fmla="*/ 2643536 w 6282234"/>
              <a:gd name="connsiteY3485" fmla="*/ 849244 h 4115518"/>
              <a:gd name="connsiteX3486" fmla="*/ 5523290 w 6282234"/>
              <a:gd name="connsiteY3486" fmla="*/ 844932 h 4115518"/>
              <a:gd name="connsiteX3487" fmla="*/ 5552605 w 6282234"/>
              <a:gd name="connsiteY3487" fmla="*/ 844932 h 4115518"/>
              <a:gd name="connsiteX3488" fmla="*/ 5559120 w 6282234"/>
              <a:gd name="connsiteY3488" fmla="*/ 859860 h 4115518"/>
              <a:gd name="connsiteX3489" fmla="*/ 5581921 w 6282234"/>
              <a:gd name="connsiteY3489" fmla="*/ 857206 h 4115518"/>
              <a:gd name="connsiteX3490" fmla="*/ 5591693 w 6282234"/>
              <a:gd name="connsiteY3490" fmla="*/ 881423 h 4115518"/>
              <a:gd name="connsiteX3491" fmla="*/ 5575406 w 6282234"/>
              <a:gd name="connsiteY3491" fmla="*/ 888389 h 4115518"/>
              <a:gd name="connsiteX3492" fmla="*/ 5549348 w 6282234"/>
              <a:gd name="connsiteY3492" fmla="*/ 888389 h 4115518"/>
              <a:gd name="connsiteX3493" fmla="*/ 5513519 w 6282234"/>
              <a:gd name="connsiteY3493" fmla="*/ 857206 h 4115518"/>
              <a:gd name="connsiteX3494" fmla="*/ 1332159 w 6282234"/>
              <a:gd name="connsiteY3494" fmla="*/ 832989 h 4115518"/>
              <a:gd name="connsiteX3495" fmla="*/ 1345188 w 6282234"/>
              <a:gd name="connsiteY3495" fmla="*/ 854552 h 4115518"/>
              <a:gd name="connsiteX3496" fmla="*/ 1347794 w 6282234"/>
              <a:gd name="connsiteY3496" fmla="*/ 881423 h 4115518"/>
              <a:gd name="connsiteX3497" fmla="*/ 1343885 w 6282234"/>
              <a:gd name="connsiteY3497" fmla="*/ 897678 h 4115518"/>
              <a:gd name="connsiteX3498" fmla="*/ 1329227 w 6282234"/>
              <a:gd name="connsiteY3498" fmla="*/ 897678 h 4115518"/>
              <a:gd name="connsiteX3499" fmla="*/ 1293723 w 6282234"/>
              <a:gd name="connsiteY3499" fmla="*/ 873461 h 4115518"/>
              <a:gd name="connsiteX3500" fmla="*/ 1308055 w 6282234"/>
              <a:gd name="connsiteY3500" fmla="*/ 836970 h 4115518"/>
              <a:gd name="connsiteX3501" fmla="*/ 5389741 w 6282234"/>
              <a:gd name="connsiteY3501" fmla="*/ 787210 h 4115518"/>
              <a:gd name="connsiteX3502" fmla="*/ 5402771 w 6282234"/>
              <a:gd name="connsiteY3502" fmla="*/ 811427 h 4115518"/>
              <a:gd name="connsiteX3503" fmla="*/ 5415801 w 6282234"/>
              <a:gd name="connsiteY3503" fmla="*/ 820715 h 4115518"/>
              <a:gd name="connsiteX3504" fmla="*/ 5425572 w 6282234"/>
              <a:gd name="connsiteY3504" fmla="*/ 803465 h 4115518"/>
              <a:gd name="connsiteX3505" fmla="*/ 5438601 w 6282234"/>
              <a:gd name="connsiteY3505" fmla="*/ 796499 h 4115518"/>
              <a:gd name="connsiteX3506" fmla="*/ 5451630 w 6282234"/>
              <a:gd name="connsiteY3506" fmla="*/ 812754 h 4115518"/>
              <a:gd name="connsiteX3507" fmla="*/ 5474431 w 6282234"/>
              <a:gd name="connsiteY3507" fmla="*/ 815407 h 4115518"/>
              <a:gd name="connsiteX3508" fmla="*/ 5497233 w 6282234"/>
              <a:gd name="connsiteY3508" fmla="*/ 836970 h 4115518"/>
              <a:gd name="connsiteX3509" fmla="*/ 5484203 w 6282234"/>
              <a:gd name="connsiteY3509" fmla="*/ 872134 h 4115518"/>
              <a:gd name="connsiteX3510" fmla="*/ 5461401 w 6282234"/>
              <a:gd name="connsiteY3510" fmla="*/ 863841 h 4115518"/>
              <a:gd name="connsiteX3511" fmla="*/ 5445115 w 6282234"/>
              <a:gd name="connsiteY3511" fmla="*/ 873461 h 4115518"/>
              <a:gd name="connsiteX3512" fmla="*/ 5412543 w 6282234"/>
              <a:gd name="connsiteY3512" fmla="*/ 884077 h 4115518"/>
              <a:gd name="connsiteX3513" fmla="*/ 5402771 w 6282234"/>
              <a:gd name="connsiteY3513" fmla="*/ 873461 h 4115518"/>
              <a:gd name="connsiteX3514" fmla="*/ 5396257 w 6282234"/>
              <a:gd name="connsiteY3514" fmla="*/ 896351 h 4115518"/>
              <a:gd name="connsiteX3515" fmla="*/ 5376713 w 6282234"/>
              <a:gd name="connsiteY3515" fmla="*/ 888058 h 4115518"/>
              <a:gd name="connsiteX3516" fmla="*/ 5353912 w 6282234"/>
              <a:gd name="connsiteY3516" fmla="*/ 854552 h 4115518"/>
              <a:gd name="connsiteX3517" fmla="*/ 5360427 w 6282234"/>
              <a:gd name="connsiteY3517" fmla="*/ 808773 h 4115518"/>
              <a:gd name="connsiteX3518" fmla="*/ 1228903 w 6282234"/>
              <a:gd name="connsiteY3518" fmla="*/ 754700 h 4115518"/>
              <a:gd name="connsiteX3519" fmla="*/ 1272550 w 6282234"/>
              <a:gd name="connsiteY3519" fmla="*/ 764320 h 4115518"/>
              <a:gd name="connsiteX3520" fmla="*/ 1276460 w 6282234"/>
              <a:gd name="connsiteY3520" fmla="*/ 793845 h 4115518"/>
              <a:gd name="connsiteX3521" fmla="*/ 1279065 w 6282234"/>
              <a:gd name="connsiteY3521" fmla="*/ 825028 h 4115518"/>
              <a:gd name="connsiteX3522" fmla="*/ 1267014 w 6282234"/>
              <a:gd name="connsiteY3522" fmla="*/ 839624 h 4115518"/>
              <a:gd name="connsiteX3523" fmla="*/ 1269945 w 6282234"/>
              <a:gd name="connsiteY3523" fmla="*/ 872134 h 4115518"/>
              <a:gd name="connsiteX3524" fmla="*/ 1226298 w 6282234"/>
              <a:gd name="connsiteY3524" fmla="*/ 872134 h 4115518"/>
              <a:gd name="connsiteX3525" fmla="*/ 1224668 w 6282234"/>
              <a:gd name="connsiteY3525" fmla="*/ 844932 h 4115518"/>
              <a:gd name="connsiteX3526" fmla="*/ 1186559 w 6282234"/>
              <a:gd name="connsiteY3526" fmla="*/ 836970 h 4115518"/>
              <a:gd name="connsiteX3527" fmla="*/ 1202194 w 6282234"/>
              <a:gd name="connsiteY3527" fmla="*/ 787210 h 4115518"/>
              <a:gd name="connsiteX3528" fmla="*/ 1071903 w 6282234"/>
              <a:gd name="connsiteY3528" fmla="*/ 742758 h 4115518"/>
              <a:gd name="connsiteX3529" fmla="*/ 1086234 w 6282234"/>
              <a:gd name="connsiteY3529" fmla="*/ 748065 h 4115518"/>
              <a:gd name="connsiteX3530" fmla="*/ 1086234 w 6282234"/>
              <a:gd name="connsiteY3530" fmla="*/ 791190 h 4115518"/>
              <a:gd name="connsiteX3531" fmla="*/ 1109687 w 6282234"/>
              <a:gd name="connsiteY3531" fmla="*/ 811427 h 4115518"/>
              <a:gd name="connsiteX3532" fmla="*/ 1130860 w 6282234"/>
              <a:gd name="connsiteY3532" fmla="*/ 803465 h 4115518"/>
              <a:gd name="connsiteX3533" fmla="*/ 1138677 w 6282234"/>
              <a:gd name="connsiteY3533" fmla="*/ 827682 h 4115518"/>
              <a:gd name="connsiteX3534" fmla="*/ 1124345 w 6282234"/>
              <a:gd name="connsiteY3534" fmla="*/ 872134 h 4115518"/>
              <a:gd name="connsiteX3535" fmla="*/ 1107081 w 6282234"/>
              <a:gd name="connsiteY3535" fmla="*/ 878769 h 4115518"/>
              <a:gd name="connsiteX3536" fmla="*/ 1079068 w 6282234"/>
              <a:gd name="connsiteY3536" fmla="*/ 869481 h 4115518"/>
              <a:gd name="connsiteX3537" fmla="*/ 1067343 w 6282234"/>
              <a:gd name="connsiteY3537" fmla="*/ 884077 h 4115518"/>
              <a:gd name="connsiteX3538" fmla="*/ 1053010 w 6282234"/>
              <a:gd name="connsiteY3538" fmla="*/ 884077 h 4115518"/>
              <a:gd name="connsiteX3539" fmla="*/ 1031513 w 6282234"/>
              <a:gd name="connsiteY3539" fmla="*/ 908294 h 4115518"/>
              <a:gd name="connsiteX3540" fmla="*/ 1007735 w 6282234"/>
              <a:gd name="connsiteY3540" fmla="*/ 915260 h 4115518"/>
              <a:gd name="connsiteX3541" fmla="*/ 981350 w 6282234"/>
              <a:gd name="connsiteY3541" fmla="*/ 896351 h 4115518"/>
              <a:gd name="connsiteX3542" fmla="*/ 1010015 w 6282234"/>
              <a:gd name="connsiteY3542" fmla="*/ 876116 h 4115518"/>
              <a:gd name="connsiteX3543" fmla="*/ 959853 w 6282234"/>
              <a:gd name="connsiteY3543" fmla="*/ 876116 h 4115518"/>
              <a:gd name="connsiteX3544" fmla="*/ 928909 w 6282234"/>
              <a:gd name="connsiteY3544" fmla="*/ 859860 h 4115518"/>
              <a:gd name="connsiteX3545" fmla="*/ 943241 w 6282234"/>
              <a:gd name="connsiteY3545" fmla="*/ 793845 h 4115518"/>
              <a:gd name="connsiteX3546" fmla="*/ 974185 w 6282234"/>
              <a:gd name="connsiteY3546" fmla="*/ 764320 h 4115518"/>
              <a:gd name="connsiteX3547" fmla="*/ 988516 w 6282234"/>
              <a:gd name="connsiteY3547" fmla="*/ 787210 h 4115518"/>
              <a:gd name="connsiteX3548" fmla="*/ 1007735 w 6282234"/>
              <a:gd name="connsiteY3548" fmla="*/ 784556 h 4115518"/>
              <a:gd name="connsiteX3549" fmla="*/ 1022066 w 6282234"/>
              <a:gd name="connsiteY3549" fmla="*/ 815407 h 4115518"/>
              <a:gd name="connsiteX3550" fmla="*/ 1036073 w 6282234"/>
              <a:gd name="connsiteY3550" fmla="*/ 830336 h 4115518"/>
              <a:gd name="connsiteX3551" fmla="*/ 1079068 w 6282234"/>
              <a:gd name="connsiteY3551" fmla="*/ 836970 h 4115518"/>
              <a:gd name="connsiteX3552" fmla="*/ 1067343 w 6282234"/>
              <a:gd name="connsiteY3552" fmla="*/ 818062 h 4115518"/>
              <a:gd name="connsiteX3553" fmla="*/ 1071903 w 6282234"/>
              <a:gd name="connsiteY3553" fmla="*/ 796499 h 4115518"/>
              <a:gd name="connsiteX3554" fmla="*/ 1053010 w 6282234"/>
              <a:gd name="connsiteY3554" fmla="*/ 781902 h 4115518"/>
              <a:gd name="connsiteX3555" fmla="*/ 4145464 w 6282234"/>
              <a:gd name="connsiteY3555" fmla="*/ 726503 h 4115518"/>
              <a:gd name="connsiteX3556" fmla="*/ 4165009 w 6282234"/>
              <a:gd name="connsiteY3556" fmla="*/ 730483 h 4115518"/>
              <a:gd name="connsiteX3557" fmla="*/ 4171522 w 6282234"/>
              <a:gd name="connsiteY3557" fmla="*/ 742758 h 4115518"/>
              <a:gd name="connsiteX3558" fmla="*/ 4171522 w 6282234"/>
              <a:gd name="connsiteY3558" fmla="*/ 762993 h 4115518"/>
              <a:gd name="connsiteX3559" fmla="*/ 4161751 w 6282234"/>
              <a:gd name="connsiteY3559" fmla="*/ 781902 h 4115518"/>
              <a:gd name="connsiteX3560" fmla="*/ 4135693 w 6282234"/>
              <a:gd name="connsiteY3560" fmla="*/ 799152 h 4115518"/>
              <a:gd name="connsiteX3561" fmla="*/ 4044489 w 6282234"/>
              <a:gd name="connsiteY3561" fmla="*/ 847917 h 4115518"/>
              <a:gd name="connsiteX3562" fmla="*/ 4021688 w 6282234"/>
              <a:gd name="connsiteY3562" fmla="*/ 873461 h 4115518"/>
              <a:gd name="connsiteX3563" fmla="*/ 4021688 w 6282234"/>
              <a:gd name="connsiteY3563" fmla="*/ 888389 h 4115518"/>
              <a:gd name="connsiteX3564" fmla="*/ 4005401 w 6282234"/>
              <a:gd name="connsiteY3564" fmla="*/ 896351 h 4115518"/>
              <a:gd name="connsiteX3565" fmla="*/ 3995630 w 6282234"/>
              <a:gd name="connsiteY3565" fmla="*/ 924549 h 4115518"/>
              <a:gd name="connsiteX3566" fmla="*/ 3976086 w 6282234"/>
              <a:gd name="connsiteY3566" fmla="*/ 936823 h 4115518"/>
              <a:gd name="connsiteX3567" fmla="*/ 3979344 w 6282234"/>
              <a:gd name="connsiteY3567" fmla="*/ 951420 h 4115518"/>
              <a:gd name="connsiteX3568" fmla="*/ 3959799 w 6282234"/>
              <a:gd name="connsiteY3568" fmla="*/ 987910 h 4115518"/>
              <a:gd name="connsiteX3569" fmla="*/ 3927227 w 6282234"/>
              <a:gd name="connsiteY3569" fmla="*/ 975968 h 4115518"/>
              <a:gd name="connsiteX3570" fmla="*/ 3914198 w 6282234"/>
              <a:gd name="connsiteY3570" fmla="*/ 975968 h 4115518"/>
              <a:gd name="connsiteX3571" fmla="*/ 3907683 w 6282234"/>
              <a:gd name="connsiteY3571" fmla="*/ 954405 h 4115518"/>
              <a:gd name="connsiteX3572" fmla="*/ 3930485 w 6282234"/>
              <a:gd name="connsiteY3572" fmla="*/ 929856 h 4115518"/>
              <a:gd name="connsiteX3573" fmla="*/ 3936998 w 6282234"/>
              <a:gd name="connsiteY3573" fmla="*/ 897678 h 4115518"/>
              <a:gd name="connsiteX3574" fmla="*/ 3953285 w 6282234"/>
              <a:gd name="connsiteY3574" fmla="*/ 893698 h 4115518"/>
              <a:gd name="connsiteX3575" fmla="*/ 3953285 w 6282234"/>
              <a:gd name="connsiteY3575" fmla="*/ 878769 h 4115518"/>
              <a:gd name="connsiteX3576" fmla="*/ 3963057 w 6282234"/>
              <a:gd name="connsiteY3576" fmla="*/ 847917 h 4115518"/>
              <a:gd name="connsiteX3577" fmla="*/ 3985857 w 6282234"/>
              <a:gd name="connsiteY3577" fmla="*/ 832989 h 4115518"/>
              <a:gd name="connsiteX3578" fmla="*/ 3998887 w 6282234"/>
              <a:gd name="connsiteY3578" fmla="*/ 812754 h 4115518"/>
              <a:gd name="connsiteX3579" fmla="*/ 4015173 w 6282234"/>
              <a:gd name="connsiteY3579" fmla="*/ 803465 h 4115518"/>
              <a:gd name="connsiteX3580" fmla="*/ 4044489 w 6282234"/>
              <a:gd name="connsiteY3580" fmla="*/ 778917 h 4115518"/>
              <a:gd name="connsiteX3581" fmla="*/ 4057517 w 6282234"/>
              <a:gd name="connsiteY3581" fmla="*/ 788537 h 4115518"/>
              <a:gd name="connsiteX3582" fmla="*/ 4086833 w 6282234"/>
              <a:gd name="connsiteY3582" fmla="*/ 778917 h 4115518"/>
              <a:gd name="connsiteX3583" fmla="*/ 4129177 w 6282234"/>
              <a:gd name="connsiteY3583" fmla="*/ 738776 h 4115518"/>
              <a:gd name="connsiteX3584" fmla="*/ 1308055 w 6282234"/>
              <a:gd name="connsiteY3584" fmla="*/ 721195 h 4115518"/>
              <a:gd name="connsiteX3585" fmla="*/ 1343885 w 6282234"/>
              <a:gd name="connsiteY3585" fmla="*/ 733137 h 4115518"/>
              <a:gd name="connsiteX3586" fmla="*/ 1355937 w 6282234"/>
              <a:gd name="connsiteY3586" fmla="*/ 757353 h 4115518"/>
              <a:gd name="connsiteX3587" fmla="*/ 1383624 w 6282234"/>
              <a:gd name="connsiteY3587" fmla="*/ 750719 h 4115518"/>
              <a:gd name="connsiteX3588" fmla="*/ 1391441 w 6282234"/>
              <a:gd name="connsiteY3588" fmla="*/ 793845 h 4115518"/>
              <a:gd name="connsiteX3589" fmla="*/ 1388836 w 6282234"/>
              <a:gd name="connsiteY3589" fmla="*/ 812754 h 4115518"/>
              <a:gd name="connsiteX3590" fmla="*/ 1404796 w 6282234"/>
              <a:gd name="connsiteY3590" fmla="*/ 806119 h 4115518"/>
              <a:gd name="connsiteX3591" fmla="*/ 1439323 w 6282234"/>
              <a:gd name="connsiteY3591" fmla="*/ 836970 h 4115518"/>
              <a:gd name="connsiteX3592" fmla="*/ 1454958 w 6282234"/>
              <a:gd name="connsiteY3592" fmla="*/ 830336 h 4115518"/>
              <a:gd name="connsiteX3593" fmla="*/ 1469616 w 6282234"/>
              <a:gd name="connsiteY3593" fmla="*/ 844932 h 4115518"/>
              <a:gd name="connsiteX3594" fmla="*/ 1511960 w 6282234"/>
              <a:gd name="connsiteY3594" fmla="*/ 815407 h 4115518"/>
              <a:gd name="connsiteX3595" fmla="*/ 1541275 w 6282234"/>
              <a:gd name="connsiteY3595" fmla="*/ 815407 h 4115518"/>
              <a:gd name="connsiteX3596" fmla="*/ 1576780 w 6282234"/>
              <a:gd name="connsiteY3596" fmla="*/ 830336 h 4115518"/>
              <a:gd name="connsiteX3597" fmla="*/ 1591438 w 6282234"/>
              <a:gd name="connsiteY3597" fmla="*/ 847917 h 4115518"/>
              <a:gd name="connsiteX3598" fmla="*/ 1588832 w 6282234"/>
              <a:gd name="connsiteY3598" fmla="*/ 872134 h 4115518"/>
              <a:gd name="connsiteX3599" fmla="*/ 1576780 w 6282234"/>
              <a:gd name="connsiteY3599" fmla="*/ 902986 h 4115518"/>
              <a:gd name="connsiteX3600" fmla="*/ 1550396 w 6282234"/>
              <a:gd name="connsiteY3600" fmla="*/ 909621 h 4115518"/>
              <a:gd name="connsiteX3601" fmla="*/ 1522709 w 6282234"/>
              <a:gd name="connsiteY3601" fmla="*/ 900332 h 4115518"/>
              <a:gd name="connsiteX3602" fmla="*/ 1508051 w 6282234"/>
              <a:gd name="connsiteY3602" fmla="*/ 908294 h 4115518"/>
              <a:gd name="connsiteX3603" fmla="*/ 1448443 w 6282234"/>
              <a:gd name="connsiteY3603" fmla="*/ 909621 h 4115518"/>
              <a:gd name="connsiteX3604" fmla="*/ 1422060 w 6282234"/>
              <a:gd name="connsiteY3604" fmla="*/ 900332 h 4115518"/>
              <a:gd name="connsiteX3605" fmla="*/ 1407402 w 6282234"/>
              <a:gd name="connsiteY3605" fmla="*/ 905640 h 4115518"/>
              <a:gd name="connsiteX3606" fmla="*/ 1381018 w 6282234"/>
              <a:gd name="connsiteY3606" fmla="*/ 897678 h 4115518"/>
              <a:gd name="connsiteX3607" fmla="*/ 1365058 w 6282234"/>
              <a:gd name="connsiteY3607" fmla="*/ 859860 h 4115518"/>
              <a:gd name="connsiteX3608" fmla="*/ 1371571 w 6282234"/>
              <a:gd name="connsiteY3608" fmla="*/ 832989 h 4115518"/>
              <a:gd name="connsiteX3609" fmla="*/ 1357240 w 6282234"/>
              <a:gd name="connsiteY3609" fmla="*/ 787210 h 4115518"/>
              <a:gd name="connsiteX3610" fmla="*/ 1324016 w 6282234"/>
              <a:gd name="connsiteY3610" fmla="*/ 781902 h 4115518"/>
              <a:gd name="connsiteX3611" fmla="*/ 1305449 w 6282234"/>
              <a:gd name="connsiteY3611" fmla="*/ 772282 h 4115518"/>
              <a:gd name="connsiteX3612" fmla="*/ 1288185 w 6282234"/>
              <a:gd name="connsiteY3612" fmla="*/ 733137 h 4115518"/>
              <a:gd name="connsiteX3613" fmla="*/ 910017 w 6282234"/>
              <a:gd name="connsiteY3613" fmla="*/ 699631 h 4115518"/>
              <a:gd name="connsiteX3614" fmla="*/ 940960 w 6282234"/>
              <a:gd name="connsiteY3614" fmla="*/ 702286 h 4115518"/>
              <a:gd name="connsiteX3615" fmla="*/ 957572 w 6282234"/>
              <a:gd name="connsiteY3615" fmla="*/ 750719 h 4115518"/>
              <a:gd name="connsiteX3616" fmla="*/ 950407 w 6282234"/>
              <a:gd name="connsiteY3616" fmla="*/ 760340 h 4115518"/>
              <a:gd name="connsiteX3617" fmla="*/ 926629 w 6282234"/>
              <a:gd name="connsiteY3617" fmla="*/ 781902 h 4115518"/>
              <a:gd name="connsiteX3618" fmla="*/ 907736 w 6282234"/>
              <a:gd name="connsiteY3618" fmla="*/ 769628 h 4115518"/>
              <a:gd name="connsiteX3619" fmla="*/ 893405 w 6282234"/>
              <a:gd name="connsiteY3619" fmla="*/ 808773 h 4115518"/>
              <a:gd name="connsiteX3620" fmla="*/ 843242 w 6282234"/>
              <a:gd name="connsiteY3620" fmla="*/ 808773 h 4115518"/>
              <a:gd name="connsiteX3621" fmla="*/ 833796 w 6282234"/>
              <a:gd name="connsiteY3621" fmla="*/ 796499 h 4115518"/>
              <a:gd name="connsiteX3622" fmla="*/ 843242 w 6282234"/>
              <a:gd name="connsiteY3622" fmla="*/ 774935 h 4115518"/>
              <a:gd name="connsiteX3623" fmla="*/ 857574 w 6282234"/>
              <a:gd name="connsiteY3623" fmla="*/ 769628 h 4115518"/>
              <a:gd name="connsiteX3624" fmla="*/ 883632 w 6282234"/>
              <a:gd name="connsiteY3624" fmla="*/ 726503 h 4115518"/>
              <a:gd name="connsiteX3625" fmla="*/ 4787147 w 6282234"/>
              <a:gd name="connsiteY3625" fmla="*/ 672429 h 4115518"/>
              <a:gd name="connsiteX3626" fmla="*/ 4816463 w 6282234"/>
              <a:gd name="connsiteY3626" fmla="*/ 693992 h 4115518"/>
              <a:gd name="connsiteX3627" fmla="*/ 4809947 w 6282234"/>
              <a:gd name="connsiteY3627" fmla="*/ 718541 h 4115518"/>
              <a:gd name="connsiteX3628" fmla="*/ 4839263 w 6282234"/>
              <a:gd name="connsiteY3628" fmla="*/ 726503 h 4115518"/>
              <a:gd name="connsiteX3629" fmla="*/ 4842521 w 6282234"/>
              <a:gd name="connsiteY3629" fmla="*/ 733137 h 4115518"/>
              <a:gd name="connsiteX3630" fmla="*/ 4822977 w 6282234"/>
              <a:gd name="connsiteY3630" fmla="*/ 764320 h 4115518"/>
              <a:gd name="connsiteX3631" fmla="*/ 4849035 w 6282234"/>
              <a:gd name="connsiteY3631" fmla="*/ 762993 h 4115518"/>
              <a:gd name="connsiteX3632" fmla="*/ 4849035 w 6282234"/>
              <a:gd name="connsiteY3632" fmla="*/ 748065 h 4115518"/>
              <a:gd name="connsiteX3633" fmla="*/ 4904409 w 6282234"/>
              <a:gd name="connsiteY3633" fmla="*/ 745411 h 4115518"/>
              <a:gd name="connsiteX3634" fmla="*/ 4933723 w 6282234"/>
              <a:gd name="connsiteY3634" fmla="*/ 778917 h 4115518"/>
              <a:gd name="connsiteX3635" fmla="*/ 4943495 w 6282234"/>
              <a:gd name="connsiteY3635" fmla="*/ 784556 h 4115518"/>
              <a:gd name="connsiteX3636" fmla="*/ 4953268 w 6282234"/>
              <a:gd name="connsiteY3636" fmla="*/ 812754 h 4115518"/>
              <a:gd name="connsiteX3637" fmla="*/ 4946753 w 6282234"/>
              <a:gd name="connsiteY3637" fmla="*/ 827682 h 4115518"/>
              <a:gd name="connsiteX3638" fmla="*/ 4950010 w 6282234"/>
              <a:gd name="connsiteY3638" fmla="*/ 854552 h 4115518"/>
              <a:gd name="connsiteX3639" fmla="*/ 4936981 w 6282234"/>
              <a:gd name="connsiteY3639" fmla="*/ 873461 h 4115518"/>
              <a:gd name="connsiteX3640" fmla="*/ 4923952 w 6282234"/>
              <a:gd name="connsiteY3640" fmla="*/ 881423 h 4115518"/>
              <a:gd name="connsiteX3641" fmla="*/ 4917437 w 6282234"/>
              <a:gd name="connsiteY3641" fmla="*/ 896351 h 4115518"/>
              <a:gd name="connsiteX3642" fmla="*/ 4884865 w 6282234"/>
              <a:gd name="connsiteY3642" fmla="*/ 915260 h 4115518"/>
              <a:gd name="connsiteX3643" fmla="*/ 4881607 w 6282234"/>
              <a:gd name="connsiteY3643" fmla="*/ 927203 h 4115518"/>
              <a:gd name="connsiteX3644" fmla="*/ 4868579 w 6282234"/>
              <a:gd name="connsiteY3644" fmla="*/ 936823 h 4115518"/>
              <a:gd name="connsiteX3645" fmla="*/ 4855550 w 6282234"/>
              <a:gd name="connsiteY3645" fmla="*/ 961040 h 4115518"/>
              <a:gd name="connsiteX3646" fmla="*/ 4836005 w 6282234"/>
              <a:gd name="connsiteY3646" fmla="*/ 963693 h 4115518"/>
              <a:gd name="connsiteX3647" fmla="*/ 4819719 w 6282234"/>
              <a:gd name="connsiteY3647" fmla="*/ 994545 h 4115518"/>
              <a:gd name="connsiteX3648" fmla="*/ 4845777 w 6282234"/>
              <a:gd name="connsiteY3648" fmla="*/ 993218 h 4115518"/>
              <a:gd name="connsiteX3649" fmla="*/ 4888123 w 6282234"/>
              <a:gd name="connsiteY3649" fmla="*/ 970328 h 4115518"/>
              <a:gd name="connsiteX3650" fmla="*/ 4878350 w 6282234"/>
              <a:gd name="connsiteY3650" fmla="*/ 951420 h 4115518"/>
              <a:gd name="connsiteX3651" fmla="*/ 4891379 w 6282234"/>
              <a:gd name="connsiteY3651" fmla="*/ 939477 h 4115518"/>
              <a:gd name="connsiteX3652" fmla="*/ 4920695 w 6282234"/>
              <a:gd name="connsiteY3652" fmla="*/ 958386 h 4115518"/>
              <a:gd name="connsiteX3653" fmla="*/ 4933723 w 6282234"/>
              <a:gd name="connsiteY3653" fmla="*/ 957058 h 4115518"/>
              <a:gd name="connsiteX3654" fmla="*/ 4946753 w 6282234"/>
              <a:gd name="connsiteY3654" fmla="*/ 970328 h 4115518"/>
              <a:gd name="connsiteX3655" fmla="*/ 4976068 w 6282234"/>
              <a:gd name="connsiteY3655" fmla="*/ 958386 h 4115518"/>
              <a:gd name="connsiteX3656" fmla="*/ 5011899 w 6282234"/>
              <a:gd name="connsiteY3656" fmla="*/ 966348 h 4115518"/>
              <a:gd name="connsiteX3657" fmla="*/ 5034699 w 6282234"/>
              <a:gd name="connsiteY3657" fmla="*/ 966348 h 4115518"/>
              <a:gd name="connsiteX3658" fmla="*/ 5034699 w 6282234"/>
              <a:gd name="connsiteY3658" fmla="*/ 990564 h 4115518"/>
              <a:gd name="connsiteX3659" fmla="*/ 5057499 w 6282234"/>
              <a:gd name="connsiteY3659" fmla="*/ 1000185 h 4115518"/>
              <a:gd name="connsiteX3660" fmla="*/ 5093331 w 6282234"/>
              <a:gd name="connsiteY3660" fmla="*/ 1009473 h 4115518"/>
              <a:gd name="connsiteX3661" fmla="*/ 5119389 w 6282234"/>
              <a:gd name="connsiteY3661" fmla="*/ 1019094 h 4115518"/>
              <a:gd name="connsiteX3662" fmla="*/ 5142189 w 6282234"/>
              <a:gd name="connsiteY3662" fmla="*/ 1024402 h 4115518"/>
              <a:gd name="connsiteX3663" fmla="*/ 5164991 w 6282234"/>
              <a:gd name="connsiteY3663" fmla="*/ 1045964 h 4115518"/>
              <a:gd name="connsiteX3664" fmla="*/ 5191049 w 6282234"/>
              <a:gd name="connsiteY3664" fmla="*/ 1041984 h 4115518"/>
              <a:gd name="connsiteX3665" fmla="*/ 5220363 w 6282234"/>
              <a:gd name="connsiteY3665" fmla="*/ 1087763 h 4115518"/>
              <a:gd name="connsiteX3666" fmla="*/ 5230136 w 6282234"/>
              <a:gd name="connsiteY3666" fmla="*/ 1111980 h 4115518"/>
              <a:gd name="connsiteX3667" fmla="*/ 5249679 w 6282234"/>
              <a:gd name="connsiteY3667" fmla="*/ 1130888 h 4115518"/>
              <a:gd name="connsiteX3668" fmla="*/ 5259451 w 6282234"/>
              <a:gd name="connsiteY3668" fmla="*/ 1123923 h 4115518"/>
              <a:gd name="connsiteX3669" fmla="*/ 5278995 w 6282234"/>
              <a:gd name="connsiteY3669" fmla="*/ 1067527 h 4115518"/>
              <a:gd name="connsiteX3670" fmla="*/ 5288767 w 6282234"/>
              <a:gd name="connsiteY3670" fmla="*/ 1085109 h 4115518"/>
              <a:gd name="connsiteX3671" fmla="*/ 5311567 w 6282234"/>
              <a:gd name="connsiteY3671" fmla="*/ 1097051 h 4115518"/>
              <a:gd name="connsiteX3672" fmla="*/ 5334367 w 6282234"/>
              <a:gd name="connsiteY3672" fmla="*/ 1082456 h 4115518"/>
              <a:gd name="connsiteX3673" fmla="*/ 5347397 w 6282234"/>
              <a:gd name="connsiteY3673" fmla="*/ 1085109 h 4115518"/>
              <a:gd name="connsiteX3674" fmla="*/ 5363683 w 6282234"/>
              <a:gd name="connsiteY3674" fmla="*/ 1099706 h 4115518"/>
              <a:gd name="connsiteX3675" fmla="*/ 5373455 w 6282234"/>
              <a:gd name="connsiteY3675" fmla="*/ 1085109 h 4115518"/>
              <a:gd name="connsiteX3676" fmla="*/ 5386485 w 6282234"/>
              <a:gd name="connsiteY3676" fmla="*/ 1082456 h 4115518"/>
              <a:gd name="connsiteX3677" fmla="*/ 5396257 w 6282234"/>
              <a:gd name="connsiteY3677" fmla="*/ 1090417 h 4115518"/>
              <a:gd name="connsiteX3678" fmla="*/ 5406028 w 6282234"/>
              <a:gd name="connsiteY3678" fmla="*/ 1087763 h 4115518"/>
              <a:gd name="connsiteX3679" fmla="*/ 5399514 w 6282234"/>
              <a:gd name="connsiteY3679" fmla="*/ 1066201 h 4115518"/>
              <a:gd name="connsiteX3680" fmla="*/ 5406028 w 6282234"/>
              <a:gd name="connsiteY3680" fmla="*/ 1048618 h 4115518"/>
              <a:gd name="connsiteX3681" fmla="*/ 5425572 w 6282234"/>
              <a:gd name="connsiteY3681" fmla="*/ 1019094 h 4115518"/>
              <a:gd name="connsiteX3682" fmla="*/ 5435343 w 6282234"/>
              <a:gd name="connsiteY3682" fmla="*/ 1017767 h 4115518"/>
              <a:gd name="connsiteX3683" fmla="*/ 5467917 w 6282234"/>
              <a:gd name="connsiteY3683" fmla="*/ 1021747 h 4115518"/>
              <a:gd name="connsiteX3684" fmla="*/ 5493975 w 6282234"/>
              <a:gd name="connsiteY3684" fmla="*/ 1036344 h 4115518"/>
              <a:gd name="connsiteX3685" fmla="*/ 5490717 w 6282234"/>
              <a:gd name="connsiteY3685" fmla="*/ 1048618 h 4115518"/>
              <a:gd name="connsiteX3686" fmla="*/ 5533062 w 6282234"/>
              <a:gd name="connsiteY3686" fmla="*/ 1041984 h 4115518"/>
              <a:gd name="connsiteX3687" fmla="*/ 5552605 w 6282234"/>
              <a:gd name="connsiteY3687" fmla="*/ 1043310 h 4115518"/>
              <a:gd name="connsiteX3688" fmla="*/ 5575406 w 6282234"/>
              <a:gd name="connsiteY3688" fmla="*/ 1053926 h 4115518"/>
              <a:gd name="connsiteX3689" fmla="*/ 5581921 w 6282234"/>
              <a:gd name="connsiteY3689" fmla="*/ 1063546 h 4115518"/>
              <a:gd name="connsiteX3690" fmla="*/ 5575406 w 6282234"/>
              <a:gd name="connsiteY3690" fmla="*/ 1082456 h 4115518"/>
              <a:gd name="connsiteX3691" fmla="*/ 5607979 w 6282234"/>
              <a:gd name="connsiteY3691" fmla="*/ 1102359 h 4115518"/>
              <a:gd name="connsiteX3692" fmla="*/ 5627523 w 6282234"/>
              <a:gd name="connsiteY3692" fmla="*/ 1126908 h 4115518"/>
              <a:gd name="connsiteX3693" fmla="*/ 5643809 w 6282234"/>
              <a:gd name="connsiteY3693" fmla="*/ 1123923 h 4115518"/>
              <a:gd name="connsiteX3694" fmla="*/ 5682896 w 6282234"/>
              <a:gd name="connsiteY3694" fmla="*/ 1111980 h 4115518"/>
              <a:gd name="connsiteX3695" fmla="*/ 5718727 w 6282234"/>
              <a:gd name="connsiteY3695" fmla="*/ 1114633 h 4115518"/>
              <a:gd name="connsiteX3696" fmla="*/ 5748041 w 6282234"/>
              <a:gd name="connsiteY3696" fmla="*/ 1136196 h 4115518"/>
              <a:gd name="connsiteX3697" fmla="*/ 5757814 w 6282234"/>
              <a:gd name="connsiteY3697" fmla="*/ 1157760 h 4115518"/>
              <a:gd name="connsiteX3698" fmla="*/ 5748041 w 6282234"/>
              <a:gd name="connsiteY3698" fmla="*/ 1175342 h 4115518"/>
              <a:gd name="connsiteX3699" fmla="*/ 5770843 w 6282234"/>
              <a:gd name="connsiteY3699" fmla="*/ 1188942 h 4115518"/>
              <a:gd name="connsiteX3700" fmla="*/ 5780614 w 6282234"/>
              <a:gd name="connsiteY3700" fmla="*/ 1200885 h 4115518"/>
              <a:gd name="connsiteX3701" fmla="*/ 5793643 w 6282234"/>
              <a:gd name="connsiteY3701" fmla="*/ 1188942 h 4115518"/>
              <a:gd name="connsiteX3702" fmla="*/ 5826216 w 6282234"/>
              <a:gd name="connsiteY3702" fmla="*/ 1181976 h 4115518"/>
              <a:gd name="connsiteX3703" fmla="*/ 5832731 w 6282234"/>
              <a:gd name="connsiteY3703" fmla="*/ 1191597 h 4115518"/>
              <a:gd name="connsiteX3704" fmla="*/ 5875075 w 6282234"/>
              <a:gd name="connsiteY3704" fmla="*/ 1196904 h 4115518"/>
              <a:gd name="connsiteX3705" fmla="*/ 5891361 w 6282234"/>
              <a:gd name="connsiteY3705" fmla="*/ 1181976 h 4115518"/>
              <a:gd name="connsiteX3706" fmla="*/ 5901133 w 6282234"/>
              <a:gd name="connsiteY3706" fmla="*/ 1194250 h 4115518"/>
              <a:gd name="connsiteX3707" fmla="*/ 5897877 w 6282234"/>
              <a:gd name="connsiteY3707" fmla="*/ 1206193 h 4115518"/>
              <a:gd name="connsiteX3708" fmla="*/ 5917419 w 6282234"/>
              <a:gd name="connsiteY3708" fmla="*/ 1218467 h 4115518"/>
              <a:gd name="connsiteX3709" fmla="*/ 5917419 w 6282234"/>
              <a:gd name="connsiteY3709" fmla="*/ 1230409 h 4115518"/>
              <a:gd name="connsiteX3710" fmla="*/ 5936964 w 6282234"/>
              <a:gd name="connsiteY3710" fmla="*/ 1230409 h 4115518"/>
              <a:gd name="connsiteX3711" fmla="*/ 5946735 w 6282234"/>
              <a:gd name="connsiteY3711" fmla="*/ 1218467 h 4115518"/>
              <a:gd name="connsiteX3712" fmla="*/ 5940221 w 6282234"/>
              <a:gd name="connsiteY3712" fmla="*/ 1191597 h 4115518"/>
              <a:gd name="connsiteX3713" fmla="*/ 5936964 w 6282234"/>
              <a:gd name="connsiteY3713" fmla="*/ 1164394 h 4115518"/>
              <a:gd name="connsiteX3714" fmla="*/ 5976050 w 6282234"/>
              <a:gd name="connsiteY3714" fmla="*/ 1172687 h 4115518"/>
              <a:gd name="connsiteX3715" fmla="*/ 5982565 w 6282234"/>
              <a:gd name="connsiteY3715" fmla="*/ 1176668 h 4115518"/>
              <a:gd name="connsiteX3716" fmla="*/ 6034682 w 6282234"/>
              <a:gd name="connsiteY3716" fmla="*/ 1175342 h 4115518"/>
              <a:gd name="connsiteX3717" fmla="*/ 6080283 w 6282234"/>
              <a:gd name="connsiteY3717" fmla="*/ 1206193 h 4115518"/>
              <a:gd name="connsiteX3718" fmla="*/ 6090055 w 6282234"/>
              <a:gd name="connsiteY3718" fmla="*/ 1208847 h 4115518"/>
              <a:gd name="connsiteX3719" fmla="*/ 6103084 w 6282234"/>
              <a:gd name="connsiteY3719" fmla="*/ 1221121 h 4115518"/>
              <a:gd name="connsiteX3720" fmla="*/ 6112856 w 6282234"/>
              <a:gd name="connsiteY3720" fmla="*/ 1225102 h 4115518"/>
              <a:gd name="connsiteX3721" fmla="*/ 6122629 w 6282234"/>
              <a:gd name="connsiteY3721" fmla="*/ 1233395 h 4115518"/>
              <a:gd name="connsiteX3722" fmla="*/ 6125885 w 6282234"/>
              <a:gd name="connsiteY3722" fmla="*/ 1242684 h 4115518"/>
              <a:gd name="connsiteX3723" fmla="*/ 6132400 w 6282234"/>
              <a:gd name="connsiteY3723" fmla="*/ 1247992 h 4115518"/>
              <a:gd name="connsiteX3724" fmla="*/ 6184516 w 6282234"/>
              <a:gd name="connsiteY3724" fmla="*/ 1284483 h 4115518"/>
              <a:gd name="connsiteX3725" fmla="*/ 6194287 w 6282234"/>
              <a:gd name="connsiteY3725" fmla="*/ 1324954 h 4115518"/>
              <a:gd name="connsiteX3726" fmla="*/ 6200803 w 6282234"/>
              <a:gd name="connsiteY3726" fmla="*/ 1332916 h 4115518"/>
              <a:gd name="connsiteX3727" fmla="*/ 6207317 w 6282234"/>
              <a:gd name="connsiteY3727" fmla="*/ 1324954 h 4115518"/>
              <a:gd name="connsiteX3728" fmla="*/ 6200803 w 6282234"/>
              <a:gd name="connsiteY3728" fmla="*/ 1312680 h 4115518"/>
              <a:gd name="connsiteX3729" fmla="*/ 6210574 w 6282234"/>
              <a:gd name="connsiteY3729" fmla="*/ 1308699 h 4115518"/>
              <a:gd name="connsiteX3730" fmla="*/ 6230118 w 6282234"/>
              <a:gd name="connsiteY3730" fmla="*/ 1318320 h 4115518"/>
              <a:gd name="connsiteX3731" fmla="*/ 6239889 w 6282234"/>
              <a:gd name="connsiteY3731" fmla="*/ 1318320 h 4115518"/>
              <a:gd name="connsiteX3732" fmla="*/ 6272463 w 6282234"/>
              <a:gd name="connsiteY3732" fmla="*/ 1351825 h 4115518"/>
              <a:gd name="connsiteX3733" fmla="*/ 6282234 w 6282234"/>
              <a:gd name="connsiteY3733" fmla="*/ 1354478 h 4115518"/>
              <a:gd name="connsiteX3734" fmla="*/ 6265947 w 6282234"/>
              <a:gd name="connsiteY3734" fmla="*/ 1366753 h 4115518"/>
              <a:gd name="connsiteX3735" fmla="*/ 6265947 w 6282234"/>
              <a:gd name="connsiteY3735" fmla="*/ 1376042 h 4115518"/>
              <a:gd name="connsiteX3736" fmla="*/ 6259433 w 6282234"/>
              <a:gd name="connsiteY3736" fmla="*/ 1378695 h 4115518"/>
              <a:gd name="connsiteX3737" fmla="*/ 6243147 w 6282234"/>
              <a:gd name="connsiteY3737" fmla="*/ 1381682 h 4115518"/>
              <a:gd name="connsiteX3738" fmla="*/ 6236633 w 6282234"/>
              <a:gd name="connsiteY3738" fmla="*/ 1390970 h 4115518"/>
              <a:gd name="connsiteX3739" fmla="*/ 6236633 w 6282234"/>
              <a:gd name="connsiteY3739" fmla="*/ 1400258 h 4115518"/>
              <a:gd name="connsiteX3740" fmla="*/ 6230118 w 6282234"/>
              <a:gd name="connsiteY3740" fmla="*/ 1407225 h 4115518"/>
              <a:gd name="connsiteX3741" fmla="*/ 6226860 w 6282234"/>
              <a:gd name="connsiteY3741" fmla="*/ 1419167 h 4115518"/>
              <a:gd name="connsiteX3742" fmla="*/ 6236633 w 6282234"/>
              <a:gd name="connsiteY3742" fmla="*/ 1421822 h 4115518"/>
              <a:gd name="connsiteX3743" fmla="*/ 6223603 w 6282234"/>
              <a:gd name="connsiteY3743" fmla="*/ 1431442 h 4115518"/>
              <a:gd name="connsiteX3744" fmla="*/ 6207317 w 6282234"/>
              <a:gd name="connsiteY3744" fmla="*/ 1427461 h 4115518"/>
              <a:gd name="connsiteX3745" fmla="*/ 6197545 w 6282234"/>
              <a:gd name="connsiteY3745" fmla="*/ 1415187 h 4115518"/>
              <a:gd name="connsiteX3746" fmla="*/ 6184516 w 6282234"/>
              <a:gd name="connsiteY3746" fmla="*/ 1409879 h 4115518"/>
              <a:gd name="connsiteX3747" fmla="*/ 6174745 w 6282234"/>
              <a:gd name="connsiteY3747" fmla="*/ 1403244 h 4115518"/>
              <a:gd name="connsiteX3748" fmla="*/ 6171487 w 6282234"/>
              <a:gd name="connsiteY3748" fmla="*/ 1383008 h 4115518"/>
              <a:gd name="connsiteX3749" fmla="*/ 6155201 w 6282234"/>
              <a:gd name="connsiteY3749" fmla="*/ 1376042 h 4115518"/>
              <a:gd name="connsiteX3750" fmla="*/ 6145429 w 6282234"/>
              <a:gd name="connsiteY3750" fmla="*/ 1381682 h 4115518"/>
              <a:gd name="connsiteX3751" fmla="*/ 6132400 w 6282234"/>
              <a:gd name="connsiteY3751" fmla="*/ 1383008 h 4115518"/>
              <a:gd name="connsiteX3752" fmla="*/ 6122629 w 6282234"/>
              <a:gd name="connsiteY3752" fmla="*/ 1366753 h 4115518"/>
              <a:gd name="connsiteX3753" fmla="*/ 6129142 w 6282234"/>
              <a:gd name="connsiteY3753" fmla="*/ 1351825 h 4115518"/>
              <a:gd name="connsiteX3754" fmla="*/ 6109599 w 6282234"/>
              <a:gd name="connsiteY3754" fmla="*/ 1354478 h 4115518"/>
              <a:gd name="connsiteX3755" fmla="*/ 6106342 w 6282234"/>
              <a:gd name="connsiteY3755" fmla="*/ 1364100 h 4115518"/>
              <a:gd name="connsiteX3756" fmla="*/ 6116113 w 6282234"/>
              <a:gd name="connsiteY3756" fmla="*/ 1378695 h 4115518"/>
              <a:gd name="connsiteX3757" fmla="*/ 6109599 w 6282234"/>
              <a:gd name="connsiteY3757" fmla="*/ 1393624 h 4115518"/>
              <a:gd name="connsiteX3758" fmla="*/ 6103084 w 6282234"/>
              <a:gd name="connsiteY3758" fmla="*/ 1400258 h 4115518"/>
              <a:gd name="connsiteX3759" fmla="*/ 6093313 w 6282234"/>
              <a:gd name="connsiteY3759" fmla="*/ 1409879 h 4115518"/>
              <a:gd name="connsiteX3760" fmla="*/ 6083541 w 6282234"/>
              <a:gd name="connsiteY3760" fmla="*/ 1415187 h 4115518"/>
              <a:gd name="connsiteX3761" fmla="*/ 6060740 w 6282234"/>
              <a:gd name="connsiteY3761" fmla="*/ 1415187 h 4115518"/>
              <a:gd name="connsiteX3762" fmla="*/ 6063997 w 6282234"/>
              <a:gd name="connsiteY3762" fmla="*/ 1434095 h 4115518"/>
              <a:gd name="connsiteX3763" fmla="*/ 6073769 w 6282234"/>
              <a:gd name="connsiteY3763" fmla="*/ 1430115 h 4115518"/>
              <a:gd name="connsiteX3764" fmla="*/ 6080283 w 6282234"/>
              <a:gd name="connsiteY3764" fmla="*/ 1446369 h 4115518"/>
              <a:gd name="connsiteX3765" fmla="*/ 6080283 w 6282234"/>
              <a:gd name="connsiteY3765" fmla="*/ 1467932 h 4115518"/>
              <a:gd name="connsiteX3766" fmla="*/ 6093313 w 6282234"/>
              <a:gd name="connsiteY3766" fmla="*/ 1478548 h 4115518"/>
              <a:gd name="connsiteX3767" fmla="*/ 6096569 w 6282234"/>
              <a:gd name="connsiteY3767" fmla="*/ 1494803 h 4115518"/>
              <a:gd name="connsiteX3768" fmla="*/ 6086798 w 6282234"/>
              <a:gd name="connsiteY3768" fmla="*/ 1509731 h 4115518"/>
              <a:gd name="connsiteX3769" fmla="*/ 6057483 w 6282234"/>
              <a:gd name="connsiteY3769" fmla="*/ 1500111 h 4115518"/>
              <a:gd name="connsiteX3770" fmla="*/ 6054225 w 6282234"/>
              <a:gd name="connsiteY3770" fmla="*/ 1492149 h 4115518"/>
              <a:gd name="connsiteX3771" fmla="*/ 6037939 w 6282234"/>
              <a:gd name="connsiteY3771" fmla="*/ 1509731 h 4115518"/>
              <a:gd name="connsiteX3772" fmla="*/ 6008624 w 6282234"/>
              <a:gd name="connsiteY3772" fmla="*/ 1528308 h 4115518"/>
              <a:gd name="connsiteX3773" fmla="*/ 5998851 w 6282234"/>
              <a:gd name="connsiteY3773" fmla="*/ 1526981 h 4115518"/>
              <a:gd name="connsiteX3774" fmla="*/ 5963021 w 6282234"/>
              <a:gd name="connsiteY3774" fmla="*/ 1563473 h 4115518"/>
              <a:gd name="connsiteX3775" fmla="*/ 5940221 w 6282234"/>
              <a:gd name="connsiteY3775" fmla="*/ 1579728 h 4115518"/>
              <a:gd name="connsiteX3776" fmla="*/ 5936964 w 6282234"/>
              <a:gd name="connsiteY3776" fmla="*/ 1597310 h 4115518"/>
              <a:gd name="connsiteX3777" fmla="*/ 5923935 w 6282234"/>
              <a:gd name="connsiteY3777" fmla="*/ 1579728 h 4115518"/>
              <a:gd name="connsiteX3778" fmla="*/ 5901133 w 6282234"/>
              <a:gd name="connsiteY3778" fmla="*/ 1572761 h 4115518"/>
              <a:gd name="connsiteX3779" fmla="*/ 5878332 w 6282234"/>
              <a:gd name="connsiteY3779" fmla="*/ 1582382 h 4115518"/>
              <a:gd name="connsiteX3780" fmla="*/ 5865303 w 6282234"/>
              <a:gd name="connsiteY3780" fmla="*/ 1599964 h 4115518"/>
              <a:gd name="connsiteX3781" fmla="*/ 5865303 w 6282234"/>
              <a:gd name="connsiteY3781" fmla="*/ 1577074 h 4115518"/>
              <a:gd name="connsiteX3782" fmla="*/ 5845759 w 6282234"/>
              <a:gd name="connsiteY3782" fmla="*/ 1591670 h 4115518"/>
              <a:gd name="connsiteX3783" fmla="*/ 5819701 w 6282234"/>
              <a:gd name="connsiteY3783" fmla="*/ 1594324 h 4115518"/>
              <a:gd name="connsiteX3784" fmla="*/ 5806673 w 6282234"/>
              <a:gd name="connsiteY3784" fmla="*/ 1630815 h 4115518"/>
              <a:gd name="connsiteX3785" fmla="*/ 5793643 w 6282234"/>
              <a:gd name="connsiteY3785" fmla="*/ 1648397 h 4115518"/>
              <a:gd name="connsiteX3786" fmla="*/ 5793643 w 6282234"/>
              <a:gd name="connsiteY3786" fmla="*/ 1669959 h 4115518"/>
              <a:gd name="connsiteX3787" fmla="*/ 5803415 w 6282234"/>
              <a:gd name="connsiteY3787" fmla="*/ 1664652 h 4115518"/>
              <a:gd name="connsiteX3788" fmla="*/ 5813187 w 6282234"/>
              <a:gd name="connsiteY3788" fmla="*/ 1672614 h 4115518"/>
              <a:gd name="connsiteX3789" fmla="*/ 5803415 w 6282234"/>
              <a:gd name="connsiteY3789" fmla="*/ 1684888 h 4115518"/>
              <a:gd name="connsiteX3790" fmla="*/ 5806673 w 6282234"/>
              <a:gd name="connsiteY3790" fmla="*/ 1703797 h 4115518"/>
              <a:gd name="connsiteX3791" fmla="*/ 5813187 w 6282234"/>
              <a:gd name="connsiteY3791" fmla="*/ 1706451 h 4115518"/>
              <a:gd name="connsiteX3792" fmla="*/ 5813187 w 6282234"/>
              <a:gd name="connsiteY3792" fmla="*/ 1722374 h 4115518"/>
              <a:gd name="connsiteX3793" fmla="*/ 5800158 w 6282234"/>
              <a:gd name="connsiteY3793" fmla="*/ 1721048 h 4115518"/>
              <a:gd name="connsiteX3794" fmla="*/ 5790387 w 6282234"/>
              <a:gd name="connsiteY3794" fmla="*/ 1725360 h 4115518"/>
              <a:gd name="connsiteX3795" fmla="*/ 5783872 w 6282234"/>
              <a:gd name="connsiteY3795" fmla="*/ 1739956 h 4115518"/>
              <a:gd name="connsiteX3796" fmla="*/ 5783872 w 6282234"/>
              <a:gd name="connsiteY3796" fmla="*/ 1773793 h 4115518"/>
              <a:gd name="connsiteX3797" fmla="*/ 5770843 w 6282234"/>
              <a:gd name="connsiteY3797" fmla="*/ 1773793 h 4115518"/>
              <a:gd name="connsiteX3798" fmla="*/ 5754556 w 6282234"/>
              <a:gd name="connsiteY3798" fmla="*/ 1785735 h 4115518"/>
              <a:gd name="connsiteX3799" fmla="*/ 5748041 w 6282234"/>
              <a:gd name="connsiteY3799" fmla="*/ 1812938 h 4115518"/>
              <a:gd name="connsiteX3800" fmla="*/ 5731755 w 6282234"/>
              <a:gd name="connsiteY3800" fmla="*/ 1827534 h 4115518"/>
              <a:gd name="connsiteX3801" fmla="*/ 5725241 w 6282234"/>
              <a:gd name="connsiteY3801" fmla="*/ 1852083 h 4115518"/>
              <a:gd name="connsiteX3802" fmla="*/ 5699182 w 6282234"/>
              <a:gd name="connsiteY3802" fmla="*/ 1878954 h 4115518"/>
              <a:gd name="connsiteX3803" fmla="*/ 5695925 w 6282234"/>
              <a:gd name="connsiteY3803" fmla="*/ 1864026 h 4115518"/>
              <a:gd name="connsiteX3804" fmla="*/ 5692669 w 6282234"/>
              <a:gd name="connsiteY3804" fmla="*/ 1843789 h 4115518"/>
              <a:gd name="connsiteX3805" fmla="*/ 5686153 w 6282234"/>
              <a:gd name="connsiteY3805" fmla="*/ 1824881 h 4115518"/>
              <a:gd name="connsiteX3806" fmla="*/ 5679639 w 6282234"/>
              <a:gd name="connsiteY3806" fmla="*/ 1749577 h 4115518"/>
              <a:gd name="connsiteX3807" fmla="*/ 5679639 w 6282234"/>
              <a:gd name="connsiteY3807" fmla="*/ 1728013 h 4115518"/>
              <a:gd name="connsiteX3808" fmla="*/ 5686153 w 6282234"/>
              <a:gd name="connsiteY3808" fmla="*/ 1706451 h 4115518"/>
              <a:gd name="connsiteX3809" fmla="*/ 5699182 w 6282234"/>
              <a:gd name="connsiteY3809" fmla="*/ 1694176 h 4115518"/>
              <a:gd name="connsiteX3810" fmla="*/ 5715469 w 6282234"/>
              <a:gd name="connsiteY3810" fmla="*/ 1661999 h 4115518"/>
              <a:gd name="connsiteX3811" fmla="*/ 5721983 w 6282234"/>
              <a:gd name="connsiteY3811" fmla="*/ 1661999 h 4115518"/>
              <a:gd name="connsiteX3812" fmla="*/ 5748041 w 6282234"/>
              <a:gd name="connsiteY3812" fmla="*/ 1636122 h 4115518"/>
              <a:gd name="connsiteX3813" fmla="*/ 5754556 w 6282234"/>
              <a:gd name="connsiteY3813" fmla="*/ 1624180 h 4115518"/>
              <a:gd name="connsiteX3814" fmla="*/ 5770843 w 6282234"/>
              <a:gd name="connsiteY3814" fmla="*/ 1609252 h 4115518"/>
              <a:gd name="connsiteX3815" fmla="*/ 5787129 w 6282234"/>
              <a:gd name="connsiteY3815" fmla="*/ 1579728 h 4115518"/>
              <a:gd name="connsiteX3816" fmla="*/ 5813187 w 6282234"/>
              <a:gd name="connsiteY3816" fmla="*/ 1564800 h 4115518"/>
              <a:gd name="connsiteX3817" fmla="*/ 5826216 w 6282234"/>
              <a:gd name="connsiteY3817" fmla="*/ 1528308 h 4115518"/>
              <a:gd name="connsiteX3818" fmla="*/ 5829473 w 6282234"/>
              <a:gd name="connsiteY3818" fmla="*/ 1494803 h 4115518"/>
              <a:gd name="connsiteX3819" fmla="*/ 5813187 w 6282234"/>
              <a:gd name="connsiteY3819" fmla="*/ 1500111 h 4115518"/>
              <a:gd name="connsiteX3820" fmla="*/ 5806673 w 6282234"/>
              <a:gd name="connsiteY3820" fmla="*/ 1528308 h 4115518"/>
              <a:gd name="connsiteX3821" fmla="*/ 5767585 w 6282234"/>
              <a:gd name="connsiteY3821" fmla="*/ 1567453 h 4115518"/>
              <a:gd name="connsiteX3822" fmla="*/ 5751299 w 6282234"/>
              <a:gd name="connsiteY3822" fmla="*/ 1548545 h 4115518"/>
              <a:gd name="connsiteX3823" fmla="*/ 5744785 w 6282234"/>
              <a:gd name="connsiteY3823" fmla="*/ 1526981 h 4115518"/>
              <a:gd name="connsiteX3824" fmla="*/ 5712211 w 6282234"/>
              <a:gd name="connsiteY3824" fmla="*/ 1528308 h 4115518"/>
              <a:gd name="connsiteX3825" fmla="*/ 5699182 w 6282234"/>
              <a:gd name="connsiteY3825" fmla="*/ 1539256 h 4115518"/>
              <a:gd name="connsiteX3826" fmla="*/ 5682896 w 6282234"/>
              <a:gd name="connsiteY3826" fmla="*/ 1567453 h 4115518"/>
              <a:gd name="connsiteX3827" fmla="*/ 5669867 w 6282234"/>
              <a:gd name="connsiteY3827" fmla="*/ 1582382 h 4115518"/>
              <a:gd name="connsiteX3828" fmla="*/ 5653581 w 6282234"/>
              <a:gd name="connsiteY3828" fmla="*/ 1599964 h 4115518"/>
              <a:gd name="connsiteX3829" fmla="*/ 5656838 w 6282234"/>
              <a:gd name="connsiteY3829" fmla="*/ 1625507 h 4115518"/>
              <a:gd name="connsiteX3830" fmla="*/ 5640551 w 6282234"/>
              <a:gd name="connsiteY3830" fmla="*/ 1621527 h 4115518"/>
              <a:gd name="connsiteX3831" fmla="*/ 5630780 w 6282234"/>
              <a:gd name="connsiteY3831" fmla="*/ 1633469 h 4115518"/>
              <a:gd name="connsiteX3832" fmla="*/ 5621009 w 6282234"/>
              <a:gd name="connsiteY3832" fmla="*/ 1628161 h 4115518"/>
              <a:gd name="connsiteX3833" fmla="*/ 5604722 w 6282234"/>
              <a:gd name="connsiteY3833" fmla="*/ 1609252 h 4115518"/>
              <a:gd name="connsiteX3834" fmla="*/ 5591693 w 6282234"/>
              <a:gd name="connsiteY3834" fmla="*/ 1609252 h 4115518"/>
              <a:gd name="connsiteX3835" fmla="*/ 5575406 w 6282234"/>
              <a:gd name="connsiteY3835" fmla="*/ 1603944 h 4115518"/>
              <a:gd name="connsiteX3836" fmla="*/ 5565635 w 6282234"/>
              <a:gd name="connsiteY3836" fmla="*/ 1611906 h 4115518"/>
              <a:gd name="connsiteX3837" fmla="*/ 5539577 w 6282234"/>
              <a:gd name="connsiteY3837" fmla="*/ 1621527 h 4115518"/>
              <a:gd name="connsiteX3838" fmla="*/ 5507004 w 6282234"/>
              <a:gd name="connsiteY3838" fmla="*/ 1613233 h 4115518"/>
              <a:gd name="connsiteX3839" fmla="*/ 5464659 w 6282234"/>
              <a:gd name="connsiteY3839" fmla="*/ 1615887 h 4115518"/>
              <a:gd name="connsiteX3840" fmla="*/ 5451630 w 6282234"/>
              <a:gd name="connsiteY3840" fmla="*/ 1621527 h 4115518"/>
              <a:gd name="connsiteX3841" fmla="*/ 5438601 w 6282234"/>
              <a:gd name="connsiteY3841" fmla="*/ 1640435 h 4115518"/>
              <a:gd name="connsiteX3842" fmla="*/ 5419057 w 6282234"/>
              <a:gd name="connsiteY3842" fmla="*/ 1655032 h 4115518"/>
              <a:gd name="connsiteX3843" fmla="*/ 5415801 w 6282234"/>
              <a:gd name="connsiteY3843" fmla="*/ 1669959 h 4115518"/>
              <a:gd name="connsiteX3844" fmla="*/ 5409286 w 6282234"/>
              <a:gd name="connsiteY3844" fmla="*/ 1672614 h 4115518"/>
              <a:gd name="connsiteX3845" fmla="*/ 5373455 w 6282234"/>
              <a:gd name="connsiteY3845" fmla="*/ 1710431 h 4115518"/>
              <a:gd name="connsiteX3846" fmla="*/ 5360427 w 6282234"/>
              <a:gd name="connsiteY3846" fmla="*/ 1730668 h 4115518"/>
              <a:gd name="connsiteX3847" fmla="*/ 5324596 w 6282234"/>
              <a:gd name="connsiteY3847" fmla="*/ 1764173 h 4115518"/>
              <a:gd name="connsiteX3848" fmla="*/ 5334367 w 6282234"/>
              <a:gd name="connsiteY3848" fmla="*/ 1773793 h 4115518"/>
              <a:gd name="connsiteX3849" fmla="*/ 5353912 w 6282234"/>
              <a:gd name="connsiteY3849" fmla="*/ 1773793 h 4115518"/>
              <a:gd name="connsiteX3850" fmla="*/ 5350654 w 6282234"/>
              <a:gd name="connsiteY3850" fmla="*/ 1794029 h 4115518"/>
              <a:gd name="connsiteX3851" fmla="*/ 5360427 w 6282234"/>
              <a:gd name="connsiteY3851" fmla="*/ 1805972 h 4115518"/>
              <a:gd name="connsiteX3852" fmla="*/ 5383228 w 6282234"/>
              <a:gd name="connsiteY3852" fmla="*/ 1803318 h 4115518"/>
              <a:gd name="connsiteX3853" fmla="*/ 5386485 w 6282234"/>
              <a:gd name="connsiteY3853" fmla="*/ 1788722 h 4115518"/>
              <a:gd name="connsiteX3854" fmla="*/ 5402771 w 6282234"/>
              <a:gd name="connsiteY3854" fmla="*/ 1783082 h 4115518"/>
              <a:gd name="connsiteX3855" fmla="*/ 5432087 w 6282234"/>
              <a:gd name="connsiteY3855" fmla="*/ 1815592 h 4115518"/>
              <a:gd name="connsiteX3856" fmla="*/ 5425572 w 6282234"/>
              <a:gd name="connsiteY3856" fmla="*/ 1819573 h 4115518"/>
              <a:gd name="connsiteX3857" fmla="*/ 5432087 w 6282234"/>
              <a:gd name="connsiteY3857" fmla="*/ 1843789 h 4115518"/>
              <a:gd name="connsiteX3858" fmla="*/ 5419057 w 6282234"/>
              <a:gd name="connsiteY3858" fmla="*/ 1868006 h 4115518"/>
              <a:gd name="connsiteX3859" fmla="*/ 5415801 w 6282234"/>
              <a:gd name="connsiteY3859" fmla="*/ 1890896 h 4115518"/>
              <a:gd name="connsiteX3860" fmla="*/ 5415801 w 6282234"/>
              <a:gd name="connsiteY3860" fmla="*/ 1916771 h 4115518"/>
              <a:gd name="connsiteX3861" fmla="*/ 5412543 w 6282234"/>
              <a:gd name="connsiteY3861" fmla="*/ 1948950 h 4115518"/>
              <a:gd name="connsiteX3862" fmla="*/ 5396257 w 6282234"/>
              <a:gd name="connsiteY3862" fmla="*/ 1965205 h 4115518"/>
              <a:gd name="connsiteX3863" fmla="*/ 5383228 w 6282234"/>
              <a:gd name="connsiteY3863" fmla="*/ 1985441 h 4115518"/>
              <a:gd name="connsiteX3864" fmla="*/ 5379970 w 6282234"/>
              <a:gd name="connsiteY3864" fmla="*/ 1997384 h 4115518"/>
              <a:gd name="connsiteX3865" fmla="*/ 5366941 w 6282234"/>
              <a:gd name="connsiteY3865" fmla="*/ 2016292 h 4115518"/>
              <a:gd name="connsiteX3866" fmla="*/ 5334367 w 6282234"/>
              <a:gd name="connsiteY3866" fmla="*/ 2052784 h 4115518"/>
              <a:gd name="connsiteX3867" fmla="*/ 5324596 w 6282234"/>
              <a:gd name="connsiteY3867" fmla="*/ 2074346 h 4115518"/>
              <a:gd name="connsiteX3868" fmla="*/ 5301795 w 6282234"/>
              <a:gd name="connsiteY3868" fmla="*/ 2089274 h 4115518"/>
              <a:gd name="connsiteX3869" fmla="*/ 5285509 w 6282234"/>
              <a:gd name="connsiteY3869" fmla="*/ 2091928 h 4115518"/>
              <a:gd name="connsiteX3870" fmla="*/ 5275737 w 6282234"/>
              <a:gd name="connsiteY3870" fmla="*/ 2082308 h 4115518"/>
              <a:gd name="connsiteX3871" fmla="*/ 5249679 w 6282234"/>
              <a:gd name="connsiteY3871" fmla="*/ 2094582 h 4115518"/>
              <a:gd name="connsiteX3872" fmla="*/ 5246422 w 6282234"/>
              <a:gd name="connsiteY3872" fmla="*/ 2103871 h 4115518"/>
              <a:gd name="connsiteX3873" fmla="*/ 5239907 w 6282234"/>
              <a:gd name="connsiteY3873" fmla="*/ 2103871 h 4115518"/>
              <a:gd name="connsiteX3874" fmla="*/ 5226878 w 6282234"/>
              <a:gd name="connsiteY3874" fmla="*/ 2121453 h 4115518"/>
              <a:gd name="connsiteX3875" fmla="*/ 5226878 w 6282234"/>
              <a:gd name="connsiteY3875" fmla="*/ 2137708 h 4115518"/>
              <a:gd name="connsiteX3876" fmla="*/ 5204077 w 6282234"/>
              <a:gd name="connsiteY3876" fmla="*/ 2155290 h 4115518"/>
              <a:gd name="connsiteX3877" fmla="*/ 5191049 w 6282234"/>
              <a:gd name="connsiteY3877" fmla="*/ 2164578 h 4115518"/>
              <a:gd name="connsiteX3878" fmla="*/ 5191049 w 6282234"/>
              <a:gd name="connsiteY3878" fmla="*/ 2176853 h 4115518"/>
              <a:gd name="connsiteX3879" fmla="*/ 5204077 w 6282234"/>
              <a:gd name="connsiteY3879" fmla="*/ 2188795 h 4115518"/>
              <a:gd name="connsiteX3880" fmla="*/ 5210591 w 6282234"/>
              <a:gd name="connsiteY3880" fmla="*/ 2201070 h 4115518"/>
              <a:gd name="connsiteX3881" fmla="*/ 5220363 w 6282234"/>
              <a:gd name="connsiteY3881" fmla="*/ 2219979 h 4115518"/>
              <a:gd name="connsiteX3882" fmla="*/ 5223621 w 6282234"/>
              <a:gd name="connsiteY3882" fmla="*/ 2231921 h 4115518"/>
              <a:gd name="connsiteX3883" fmla="*/ 5223621 w 6282234"/>
              <a:gd name="connsiteY3883" fmla="*/ 2256137 h 4115518"/>
              <a:gd name="connsiteX3884" fmla="*/ 5220363 w 6282234"/>
              <a:gd name="connsiteY3884" fmla="*/ 2267084 h 4115518"/>
              <a:gd name="connsiteX3885" fmla="*/ 5207335 w 6282234"/>
              <a:gd name="connsiteY3885" fmla="*/ 2271066 h 4115518"/>
              <a:gd name="connsiteX3886" fmla="*/ 5200820 w 6282234"/>
              <a:gd name="connsiteY3886" fmla="*/ 2268412 h 4115518"/>
              <a:gd name="connsiteX3887" fmla="*/ 5184533 w 6282234"/>
              <a:gd name="connsiteY3887" fmla="*/ 2276374 h 4115518"/>
              <a:gd name="connsiteX3888" fmla="*/ 5168247 w 6282234"/>
              <a:gd name="connsiteY3888" fmla="*/ 2279027 h 4115518"/>
              <a:gd name="connsiteX3889" fmla="*/ 5174762 w 6282234"/>
              <a:gd name="connsiteY3889" fmla="*/ 2244195 h 4115518"/>
              <a:gd name="connsiteX3890" fmla="*/ 5171504 w 6282234"/>
              <a:gd name="connsiteY3890" fmla="*/ 2230594 h 4115518"/>
              <a:gd name="connsiteX3891" fmla="*/ 5178019 w 6282234"/>
              <a:gd name="connsiteY3891" fmla="*/ 2225286 h 4115518"/>
              <a:gd name="connsiteX3892" fmla="*/ 5174762 w 6282234"/>
              <a:gd name="connsiteY3892" fmla="*/ 2210358 h 4115518"/>
              <a:gd name="connsiteX3893" fmla="*/ 5178019 w 6282234"/>
              <a:gd name="connsiteY3893" fmla="*/ 2206377 h 4115518"/>
              <a:gd name="connsiteX3894" fmla="*/ 5155218 w 6282234"/>
              <a:gd name="connsiteY3894" fmla="*/ 2206377 h 4115518"/>
              <a:gd name="connsiteX3895" fmla="*/ 5142189 w 6282234"/>
              <a:gd name="connsiteY3895" fmla="*/ 2198415 h 4115518"/>
              <a:gd name="connsiteX3896" fmla="*/ 5151961 w 6282234"/>
              <a:gd name="connsiteY3896" fmla="*/ 2176853 h 4115518"/>
              <a:gd name="connsiteX3897" fmla="*/ 5151961 w 6282234"/>
              <a:gd name="connsiteY3897" fmla="*/ 2169886 h 4115518"/>
              <a:gd name="connsiteX3898" fmla="*/ 5135675 w 6282234"/>
              <a:gd name="connsiteY3898" fmla="*/ 2161925 h 4115518"/>
              <a:gd name="connsiteX3899" fmla="*/ 5135675 w 6282234"/>
              <a:gd name="connsiteY3899" fmla="*/ 2155290 h 4115518"/>
              <a:gd name="connsiteX3900" fmla="*/ 5129160 w 6282234"/>
              <a:gd name="connsiteY3900" fmla="*/ 2161925 h 4115518"/>
              <a:gd name="connsiteX3901" fmla="*/ 5112873 w 6282234"/>
              <a:gd name="connsiteY3901" fmla="*/ 2164578 h 4115518"/>
              <a:gd name="connsiteX3902" fmla="*/ 5090073 w 6282234"/>
              <a:gd name="connsiteY3902" fmla="*/ 2176853 h 4115518"/>
              <a:gd name="connsiteX3903" fmla="*/ 5086815 w 6282234"/>
              <a:gd name="connsiteY3903" fmla="*/ 2169886 h 4115518"/>
              <a:gd name="connsiteX3904" fmla="*/ 5099845 w 6282234"/>
              <a:gd name="connsiteY3904" fmla="*/ 2145670 h 4115518"/>
              <a:gd name="connsiteX3905" fmla="*/ 5093331 w 6282234"/>
              <a:gd name="connsiteY3905" fmla="*/ 2140361 h 4115518"/>
              <a:gd name="connsiteX3906" fmla="*/ 5080301 w 6282234"/>
              <a:gd name="connsiteY3906" fmla="*/ 2135054 h 4115518"/>
              <a:gd name="connsiteX3907" fmla="*/ 5067273 w 6282234"/>
              <a:gd name="connsiteY3907" fmla="*/ 2152636 h 4115518"/>
              <a:gd name="connsiteX3908" fmla="*/ 5050986 w 6282234"/>
              <a:gd name="connsiteY3908" fmla="*/ 2159270 h 4115518"/>
              <a:gd name="connsiteX3909" fmla="*/ 5044471 w 6282234"/>
              <a:gd name="connsiteY3909" fmla="*/ 2176853 h 4115518"/>
              <a:gd name="connsiteX3910" fmla="*/ 5021670 w 6282234"/>
              <a:gd name="connsiteY3910" fmla="*/ 2176853 h 4115518"/>
              <a:gd name="connsiteX3911" fmla="*/ 5018413 w 6282234"/>
              <a:gd name="connsiteY3911" fmla="*/ 2194435 h 4115518"/>
              <a:gd name="connsiteX3912" fmla="*/ 5024927 w 6282234"/>
              <a:gd name="connsiteY3912" fmla="*/ 2198415 h 4115518"/>
              <a:gd name="connsiteX3913" fmla="*/ 5041213 w 6282234"/>
              <a:gd name="connsiteY3913" fmla="*/ 2198415 h 4115518"/>
              <a:gd name="connsiteX3914" fmla="*/ 5044471 w 6282234"/>
              <a:gd name="connsiteY3914" fmla="*/ 2206377 h 4115518"/>
              <a:gd name="connsiteX3915" fmla="*/ 5044471 w 6282234"/>
              <a:gd name="connsiteY3915" fmla="*/ 2218652 h 4115518"/>
              <a:gd name="connsiteX3916" fmla="*/ 5050986 w 6282234"/>
              <a:gd name="connsiteY3916" fmla="*/ 2222632 h 4115518"/>
              <a:gd name="connsiteX3917" fmla="*/ 5073786 w 6282234"/>
              <a:gd name="connsiteY3917" fmla="*/ 2206377 h 4115518"/>
              <a:gd name="connsiteX3918" fmla="*/ 5086815 w 6282234"/>
              <a:gd name="connsiteY3918" fmla="*/ 2215997 h 4115518"/>
              <a:gd name="connsiteX3919" fmla="*/ 5106359 w 6282234"/>
              <a:gd name="connsiteY3919" fmla="*/ 2215997 h 4115518"/>
              <a:gd name="connsiteX3920" fmla="*/ 5099845 w 6282234"/>
              <a:gd name="connsiteY3920" fmla="*/ 2230594 h 4115518"/>
              <a:gd name="connsiteX3921" fmla="*/ 5093331 w 6282234"/>
              <a:gd name="connsiteY3921" fmla="*/ 2227940 h 4115518"/>
              <a:gd name="connsiteX3922" fmla="*/ 5080301 w 6282234"/>
              <a:gd name="connsiteY3922" fmla="*/ 2231921 h 4115518"/>
              <a:gd name="connsiteX3923" fmla="*/ 5070529 w 6282234"/>
              <a:gd name="connsiteY3923" fmla="*/ 2244195 h 4115518"/>
              <a:gd name="connsiteX3924" fmla="*/ 5064015 w 6282234"/>
              <a:gd name="connsiteY3924" fmla="*/ 2246849 h 4115518"/>
              <a:gd name="connsiteX3925" fmla="*/ 5054243 w 6282234"/>
              <a:gd name="connsiteY3925" fmla="*/ 2256137 h 4115518"/>
              <a:gd name="connsiteX3926" fmla="*/ 5044471 w 6282234"/>
              <a:gd name="connsiteY3926" fmla="*/ 2273719 h 4115518"/>
              <a:gd name="connsiteX3927" fmla="*/ 5064015 w 6282234"/>
              <a:gd name="connsiteY3927" fmla="*/ 2283339 h 4115518"/>
              <a:gd name="connsiteX3928" fmla="*/ 5077044 w 6282234"/>
              <a:gd name="connsiteY3928" fmla="*/ 2312864 h 4115518"/>
              <a:gd name="connsiteX3929" fmla="*/ 5073786 w 6282234"/>
              <a:gd name="connsiteY3929" fmla="*/ 2319499 h 4115518"/>
              <a:gd name="connsiteX3930" fmla="*/ 5086815 w 6282234"/>
              <a:gd name="connsiteY3930" fmla="*/ 2331773 h 4115518"/>
              <a:gd name="connsiteX3931" fmla="*/ 5077044 w 6282234"/>
              <a:gd name="connsiteY3931" fmla="*/ 2337081 h 4115518"/>
              <a:gd name="connsiteX3932" fmla="*/ 5086815 w 6282234"/>
              <a:gd name="connsiteY3932" fmla="*/ 2346701 h 4115518"/>
              <a:gd name="connsiteX3933" fmla="*/ 5093331 w 6282234"/>
              <a:gd name="connsiteY3933" fmla="*/ 2353336 h 4115518"/>
              <a:gd name="connsiteX3934" fmla="*/ 5077044 w 6282234"/>
              <a:gd name="connsiteY3934" fmla="*/ 2361298 h 4115518"/>
              <a:gd name="connsiteX3935" fmla="*/ 5093331 w 6282234"/>
              <a:gd name="connsiteY3935" fmla="*/ 2382860 h 4115518"/>
              <a:gd name="connsiteX3936" fmla="*/ 5093331 w 6282234"/>
              <a:gd name="connsiteY3936" fmla="*/ 2389827 h 4115518"/>
              <a:gd name="connsiteX3937" fmla="*/ 5070529 w 6282234"/>
              <a:gd name="connsiteY3937" fmla="*/ 2419352 h 4115518"/>
              <a:gd name="connsiteX3938" fmla="*/ 5070529 w 6282234"/>
              <a:gd name="connsiteY3938" fmla="*/ 2428640 h 4115518"/>
              <a:gd name="connsiteX3939" fmla="*/ 5060757 w 6282234"/>
              <a:gd name="connsiteY3939" fmla="*/ 2438261 h 4115518"/>
              <a:gd name="connsiteX3940" fmla="*/ 5050986 w 6282234"/>
              <a:gd name="connsiteY3940" fmla="*/ 2440914 h 4115518"/>
              <a:gd name="connsiteX3941" fmla="*/ 5054243 w 6282234"/>
              <a:gd name="connsiteY3941" fmla="*/ 2447549 h 4115518"/>
              <a:gd name="connsiteX3942" fmla="*/ 5044471 w 6282234"/>
              <a:gd name="connsiteY3942" fmla="*/ 2474752 h 4115518"/>
              <a:gd name="connsiteX3943" fmla="*/ 5008641 w 6282234"/>
              <a:gd name="connsiteY3943" fmla="*/ 2501623 h 4115518"/>
              <a:gd name="connsiteX3944" fmla="*/ 4998869 w 6282234"/>
              <a:gd name="connsiteY3944" fmla="*/ 2513565 h 4115518"/>
              <a:gd name="connsiteX3945" fmla="*/ 4982583 w 6282234"/>
              <a:gd name="connsiteY3945" fmla="*/ 2519204 h 4115518"/>
              <a:gd name="connsiteX3946" fmla="*/ 4963039 w 6282234"/>
              <a:gd name="connsiteY3946" fmla="*/ 2519204 h 4115518"/>
              <a:gd name="connsiteX3947" fmla="*/ 4959781 w 6282234"/>
              <a:gd name="connsiteY3947" fmla="*/ 2520531 h 4115518"/>
              <a:gd name="connsiteX3948" fmla="*/ 4956525 w 6282234"/>
              <a:gd name="connsiteY3948" fmla="*/ 2525839 h 4115518"/>
              <a:gd name="connsiteX3949" fmla="*/ 4950010 w 6282234"/>
              <a:gd name="connsiteY3949" fmla="*/ 2520531 h 4115518"/>
              <a:gd name="connsiteX3950" fmla="*/ 4946753 w 6282234"/>
              <a:gd name="connsiteY3950" fmla="*/ 2528493 h 4115518"/>
              <a:gd name="connsiteX3951" fmla="*/ 4914181 w 6282234"/>
              <a:gd name="connsiteY3951" fmla="*/ 2540767 h 4115518"/>
              <a:gd name="connsiteX3952" fmla="*/ 4901151 w 6282234"/>
              <a:gd name="connsiteY3952" fmla="*/ 2540767 h 4115518"/>
              <a:gd name="connsiteX3953" fmla="*/ 4888123 w 6282234"/>
              <a:gd name="connsiteY3953" fmla="*/ 2550056 h 4115518"/>
              <a:gd name="connsiteX3954" fmla="*/ 4894636 w 6282234"/>
              <a:gd name="connsiteY3954" fmla="*/ 2562330 h 4115518"/>
              <a:gd name="connsiteX3955" fmla="*/ 4884865 w 6282234"/>
              <a:gd name="connsiteY3955" fmla="*/ 2564983 h 4115518"/>
              <a:gd name="connsiteX3956" fmla="*/ 4881607 w 6282234"/>
              <a:gd name="connsiteY3956" fmla="*/ 2552710 h 4115518"/>
              <a:gd name="connsiteX3957" fmla="*/ 4881607 w 6282234"/>
              <a:gd name="connsiteY3957" fmla="*/ 2540767 h 4115518"/>
              <a:gd name="connsiteX3958" fmla="*/ 4871836 w 6282234"/>
              <a:gd name="connsiteY3958" fmla="*/ 2543421 h 4115518"/>
              <a:gd name="connsiteX3959" fmla="*/ 4862063 w 6282234"/>
              <a:gd name="connsiteY3959" fmla="*/ 2532473 h 4115518"/>
              <a:gd name="connsiteX3960" fmla="*/ 4849035 w 6282234"/>
              <a:gd name="connsiteY3960" fmla="*/ 2540767 h 4115518"/>
              <a:gd name="connsiteX3961" fmla="*/ 4839263 w 6282234"/>
              <a:gd name="connsiteY3961" fmla="*/ 2550056 h 4115518"/>
              <a:gd name="connsiteX3962" fmla="*/ 4832749 w 6282234"/>
              <a:gd name="connsiteY3962" fmla="*/ 2552710 h 4115518"/>
              <a:gd name="connsiteX3963" fmla="*/ 4826234 w 6282234"/>
              <a:gd name="connsiteY3963" fmla="*/ 2564983 h 4115518"/>
              <a:gd name="connsiteX3964" fmla="*/ 4816463 w 6282234"/>
              <a:gd name="connsiteY3964" fmla="*/ 2571618 h 4115518"/>
              <a:gd name="connsiteX3965" fmla="*/ 4809947 w 6282234"/>
              <a:gd name="connsiteY3965" fmla="*/ 2589200 h 4115518"/>
              <a:gd name="connsiteX3966" fmla="*/ 4813205 w 6282234"/>
              <a:gd name="connsiteY3966" fmla="*/ 2598489 h 4115518"/>
              <a:gd name="connsiteX3967" fmla="*/ 4826234 w 6282234"/>
              <a:gd name="connsiteY3967" fmla="*/ 2608110 h 4115518"/>
              <a:gd name="connsiteX3968" fmla="*/ 4822977 w 6282234"/>
              <a:gd name="connsiteY3968" fmla="*/ 2610764 h 4115518"/>
              <a:gd name="connsiteX3969" fmla="*/ 4839263 w 6282234"/>
              <a:gd name="connsiteY3969" fmla="*/ 2628345 h 4115518"/>
              <a:gd name="connsiteX3970" fmla="*/ 4845777 w 6282234"/>
              <a:gd name="connsiteY3970" fmla="*/ 2634980 h 4115518"/>
              <a:gd name="connsiteX3971" fmla="*/ 4865321 w 6282234"/>
              <a:gd name="connsiteY3971" fmla="*/ 2656543 h 4115518"/>
              <a:gd name="connsiteX3972" fmla="*/ 4875093 w 6282234"/>
              <a:gd name="connsiteY3972" fmla="*/ 2683414 h 4115518"/>
              <a:gd name="connsiteX3973" fmla="*/ 4875093 w 6282234"/>
              <a:gd name="connsiteY3973" fmla="*/ 2690381 h 4115518"/>
              <a:gd name="connsiteX3974" fmla="*/ 4875093 w 6282234"/>
              <a:gd name="connsiteY3974" fmla="*/ 2700996 h 4115518"/>
              <a:gd name="connsiteX3975" fmla="*/ 4875093 w 6282234"/>
              <a:gd name="connsiteY3975" fmla="*/ 2704976 h 4115518"/>
              <a:gd name="connsiteX3976" fmla="*/ 4871836 w 6282234"/>
              <a:gd name="connsiteY3976" fmla="*/ 2722558 h 4115518"/>
              <a:gd name="connsiteX3977" fmla="*/ 4868579 w 6282234"/>
              <a:gd name="connsiteY3977" fmla="*/ 2729525 h 4115518"/>
              <a:gd name="connsiteX3978" fmla="*/ 4839263 w 6282234"/>
              <a:gd name="connsiteY3978" fmla="*/ 2744121 h 4115518"/>
              <a:gd name="connsiteX3979" fmla="*/ 4829491 w 6282234"/>
              <a:gd name="connsiteY3979" fmla="*/ 2744121 h 4115518"/>
              <a:gd name="connsiteX3980" fmla="*/ 4832749 w 6282234"/>
              <a:gd name="connsiteY3980" fmla="*/ 2751088 h 4115518"/>
              <a:gd name="connsiteX3981" fmla="*/ 4826234 w 6282234"/>
              <a:gd name="connsiteY3981" fmla="*/ 2761703 h 4115518"/>
              <a:gd name="connsiteX3982" fmla="*/ 4809947 w 6282234"/>
              <a:gd name="connsiteY3982" fmla="*/ 2768338 h 4115518"/>
              <a:gd name="connsiteX3983" fmla="*/ 4803433 w 6282234"/>
              <a:gd name="connsiteY3983" fmla="*/ 2775305 h 4115518"/>
              <a:gd name="connsiteX3984" fmla="*/ 4796918 w 6282234"/>
              <a:gd name="connsiteY3984" fmla="*/ 2777958 h 4115518"/>
              <a:gd name="connsiteX3985" fmla="*/ 4796918 w 6282234"/>
              <a:gd name="connsiteY3985" fmla="*/ 2761703 h 4115518"/>
              <a:gd name="connsiteX3986" fmla="*/ 4800176 w 6282234"/>
              <a:gd name="connsiteY3986" fmla="*/ 2751088 h 4115518"/>
              <a:gd name="connsiteX3987" fmla="*/ 4790405 w 6282234"/>
              <a:gd name="connsiteY3987" fmla="*/ 2746775 h 4115518"/>
              <a:gd name="connsiteX3988" fmla="*/ 4780631 w 6282234"/>
              <a:gd name="connsiteY3988" fmla="*/ 2741468 h 4115518"/>
              <a:gd name="connsiteX3989" fmla="*/ 4761089 w 6282234"/>
              <a:gd name="connsiteY3989" fmla="*/ 2725213 h 4115518"/>
              <a:gd name="connsiteX3990" fmla="*/ 4761089 w 6282234"/>
              <a:gd name="connsiteY3990" fmla="*/ 2717251 h 4115518"/>
              <a:gd name="connsiteX3991" fmla="*/ 4751317 w 6282234"/>
              <a:gd name="connsiteY3991" fmla="*/ 2713270 h 4115518"/>
              <a:gd name="connsiteX3992" fmla="*/ 4741545 w 6282234"/>
              <a:gd name="connsiteY3992" fmla="*/ 2704976 h 4115518"/>
              <a:gd name="connsiteX3993" fmla="*/ 4725259 w 6282234"/>
              <a:gd name="connsiteY3993" fmla="*/ 2704976 h 4115518"/>
              <a:gd name="connsiteX3994" fmla="*/ 4728516 w 6282234"/>
              <a:gd name="connsiteY3994" fmla="*/ 2690381 h 4115518"/>
              <a:gd name="connsiteX3995" fmla="*/ 4712229 w 6282234"/>
              <a:gd name="connsiteY3995" fmla="*/ 2690381 h 4115518"/>
              <a:gd name="connsiteX3996" fmla="*/ 4712229 w 6282234"/>
              <a:gd name="connsiteY3996" fmla="*/ 2713270 h 4115518"/>
              <a:gd name="connsiteX3997" fmla="*/ 4695943 w 6282234"/>
              <a:gd name="connsiteY3997" fmla="*/ 2746775 h 4115518"/>
              <a:gd name="connsiteX3998" fmla="*/ 4695943 w 6282234"/>
              <a:gd name="connsiteY3998" fmla="*/ 2759050 h 4115518"/>
              <a:gd name="connsiteX3999" fmla="*/ 4702458 w 6282234"/>
              <a:gd name="connsiteY3999" fmla="*/ 2768338 h 4115518"/>
              <a:gd name="connsiteX4000" fmla="*/ 4708973 w 6282234"/>
              <a:gd name="connsiteY4000" fmla="*/ 2765685 h 4115518"/>
              <a:gd name="connsiteX4001" fmla="*/ 4712229 w 6282234"/>
              <a:gd name="connsiteY4001" fmla="*/ 2777958 h 4115518"/>
              <a:gd name="connsiteX4002" fmla="*/ 4715487 w 6282234"/>
              <a:gd name="connsiteY4002" fmla="*/ 2780612 h 4115518"/>
              <a:gd name="connsiteX4003" fmla="*/ 4715487 w 6282234"/>
              <a:gd name="connsiteY4003" fmla="*/ 2792555 h 4115518"/>
              <a:gd name="connsiteX4004" fmla="*/ 4712229 w 6282234"/>
              <a:gd name="connsiteY4004" fmla="*/ 2798195 h 4115518"/>
              <a:gd name="connsiteX4005" fmla="*/ 4731773 w 6282234"/>
              <a:gd name="connsiteY4005" fmla="*/ 2810137 h 4115518"/>
              <a:gd name="connsiteX4006" fmla="*/ 4738287 w 6282234"/>
              <a:gd name="connsiteY4006" fmla="*/ 2810137 h 4115518"/>
              <a:gd name="connsiteX4007" fmla="*/ 4748059 w 6282234"/>
              <a:gd name="connsiteY4007" fmla="*/ 2819757 h 4115518"/>
              <a:gd name="connsiteX4008" fmla="*/ 4767603 w 6282234"/>
              <a:gd name="connsiteY4008" fmla="*/ 2836012 h 4115518"/>
              <a:gd name="connsiteX4009" fmla="*/ 4770860 w 6282234"/>
              <a:gd name="connsiteY4009" fmla="*/ 2846627 h 4115518"/>
              <a:gd name="connsiteX4010" fmla="*/ 4774118 w 6282234"/>
              <a:gd name="connsiteY4010" fmla="*/ 2855916 h 4115518"/>
              <a:gd name="connsiteX4011" fmla="*/ 4770860 w 6282234"/>
              <a:gd name="connsiteY4011" fmla="*/ 2865537 h 4115518"/>
              <a:gd name="connsiteX4012" fmla="*/ 4770860 w 6282234"/>
              <a:gd name="connsiteY4012" fmla="*/ 2877479 h 4115518"/>
              <a:gd name="connsiteX4013" fmla="*/ 4777375 w 6282234"/>
              <a:gd name="connsiteY4013" fmla="*/ 2884446 h 4115518"/>
              <a:gd name="connsiteX4014" fmla="*/ 4787147 w 6282234"/>
              <a:gd name="connsiteY4014" fmla="*/ 2907336 h 4115518"/>
              <a:gd name="connsiteX4015" fmla="*/ 4770860 w 6282234"/>
              <a:gd name="connsiteY4015" fmla="*/ 2904681 h 4115518"/>
              <a:gd name="connsiteX4016" fmla="*/ 4748059 w 6282234"/>
              <a:gd name="connsiteY4016" fmla="*/ 2892408 h 4115518"/>
              <a:gd name="connsiteX4017" fmla="*/ 4735031 w 6282234"/>
              <a:gd name="connsiteY4017" fmla="*/ 2883119 h 4115518"/>
              <a:gd name="connsiteX4018" fmla="*/ 4735031 w 6282234"/>
              <a:gd name="connsiteY4018" fmla="*/ 2872171 h 4115518"/>
              <a:gd name="connsiteX4019" fmla="*/ 4725259 w 6282234"/>
              <a:gd name="connsiteY4019" fmla="*/ 2862883 h 4115518"/>
              <a:gd name="connsiteX4020" fmla="*/ 4725259 w 6282234"/>
              <a:gd name="connsiteY4020" fmla="*/ 2846627 h 4115518"/>
              <a:gd name="connsiteX4021" fmla="*/ 4718744 w 6282234"/>
              <a:gd name="connsiteY4021" fmla="*/ 2841320 h 4115518"/>
              <a:gd name="connsiteX4022" fmla="*/ 4718744 w 6282234"/>
              <a:gd name="connsiteY4022" fmla="*/ 2823738 h 4115518"/>
              <a:gd name="connsiteX4023" fmla="*/ 4712229 w 6282234"/>
              <a:gd name="connsiteY4023" fmla="*/ 2817104 h 4115518"/>
              <a:gd name="connsiteX4024" fmla="*/ 4705715 w 6282234"/>
              <a:gd name="connsiteY4024" fmla="*/ 2810137 h 4115518"/>
              <a:gd name="connsiteX4025" fmla="*/ 4699200 w 6282234"/>
              <a:gd name="connsiteY4025" fmla="*/ 2795540 h 4115518"/>
              <a:gd name="connsiteX4026" fmla="*/ 4689429 w 6282234"/>
              <a:gd name="connsiteY4026" fmla="*/ 2787247 h 4115518"/>
              <a:gd name="connsiteX4027" fmla="*/ 4689429 w 6282234"/>
              <a:gd name="connsiteY4027" fmla="*/ 2783267 h 4115518"/>
              <a:gd name="connsiteX4028" fmla="*/ 4679657 w 6282234"/>
              <a:gd name="connsiteY4028" fmla="*/ 2777958 h 4115518"/>
              <a:gd name="connsiteX4029" fmla="*/ 4682913 w 6282234"/>
              <a:gd name="connsiteY4029" fmla="*/ 2768338 h 4115518"/>
              <a:gd name="connsiteX4030" fmla="*/ 4689429 w 6282234"/>
              <a:gd name="connsiteY4030" fmla="*/ 2746775 h 4115518"/>
              <a:gd name="connsiteX4031" fmla="*/ 4686171 w 6282234"/>
              <a:gd name="connsiteY4031" fmla="*/ 2741468 h 4115518"/>
              <a:gd name="connsiteX4032" fmla="*/ 4689429 w 6282234"/>
              <a:gd name="connsiteY4032" fmla="*/ 2737486 h 4115518"/>
              <a:gd name="connsiteX4033" fmla="*/ 4689429 w 6282234"/>
              <a:gd name="connsiteY4033" fmla="*/ 2722558 h 4115518"/>
              <a:gd name="connsiteX4034" fmla="*/ 4689429 w 6282234"/>
              <a:gd name="connsiteY4034" fmla="*/ 2710616 h 4115518"/>
              <a:gd name="connsiteX4035" fmla="*/ 4689429 w 6282234"/>
              <a:gd name="connsiteY4035" fmla="*/ 2695688 h 4115518"/>
              <a:gd name="connsiteX4036" fmla="*/ 4682913 w 6282234"/>
              <a:gd name="connsiteY4036" fmla="*/ 2686399 h 4115518"/>
              <a:gd name="connsiteX4037" fmla="*/ 4673142 w 6282234"/>
              <a:gd name="connsiteY4037" fmla="*/ 2664504 h 4115518"/>
              <a:gd name="connsiteX4038" fmla="*/ 4673142 w 6282234"/>
              <a:gd name="connsiteY4038" fmla="*/ 2653889 h 4115518"/>
              <a:gd name="connsiteX4039" fmla="*/ 4663371 w 6282234"/>
              <a:gd name="connsiteY4039" fmla="*/ 2623037 h 4115518"/>
              <a:gd name="connsiteX4040" fmla="*/ 4656855 w 6282234"/>
              <a:gd name="connsiteY4040" fmla="*/ 2629672 h 4115518"/>
              <a:gd name="connsiteX4041" fmla="*/ 4637313 w 6282234"/>
              <a:gd name="connsiteY4041" fmla="*/ 2641615 h 4115518"/>
              <a:gd name="connsiteX4042" fmla="*/ 4634055 w 6282234"/>
              <a:gd name="connsiteY4042" fmla="*/ 2649909 h 4115518"/>
              <a:gd name="connsiteX4043" fmla="*/ 4624283 w 6282234"/>
              <a:gd name="connsiteY4043" fmla="*/ 2649909 h 4115518"/>
              <a:gd name="connsiteX4044" fmla="*/ 4611253 w 6282234"/>
              <a:gd name="connsiteY4044" fmla="*/ 2644601 h 4115518"/>
              <a:gd name="connsiteX4045" fmla="*/ 4617768 w 6282234"/>
              <a:gd name="connsiteY4045" fmla="*/ 2616072 h 4115518"/>
              <a:gd name="connsiteX4046" fmla="*/ 4604740 w 6282234"/>
              <a:gd name="connsiteY4046" fmla="*/ 2581239 h 4115518"/>
              <a:gd name="connsiteX4047" fmla="*/ 4598225 w 6282234"/>
              <a:gd name="connsiteY4047" fmla="*/ 2568965 h 4115518"/>
              <a:gd name="connsiteX4048" fmla="*/ 4591711 w 6282234"/>
              <a:gd name="connsiteY4048" fmla="*/ 2567638 h 4115518"/>
              <a:gd name="connsiteX4049" fmla="*/ 4588453 w 6282234"/>
              <a:gd name="connsiteY4049" fmla="*/ 2559676 h 4115518"/>
              <a:gd name="connsiteX4050" fmla="*/ 4581939 w 6282234"/>
              <a:gd name="connsiteY4050" fmla="*/ 2556690 h 4115518"/>
              <a:gd name="connsiteX4051" fmla="*/ 4578681 w 6282234"/>
              <a:gd name="connsiteY4051" fmla="*/ 2550056 h 4115518"/>
              <a:gd name="connsiteX4052" fmla="*/ 4568909 w 6282234"/>
              <a:gd name="connsiteY4052" fmla="*/ 2523185 h 4115518"/>
              <a:gd name="connsiteX4053" fmla="*/ 4562395 w 6282234"/>
              <a:gd name="connsiteY4053" fmla="*/ 2516551 h 4115518"/>
              <a:gd name="connsiteX4054" fmla="*/ 4555881 w 6282234"/>
              <a:gd name="connsiteY4054" fmla="*/ 2520531 h 4115518"/>
              <a:gd name="connsiteX4055" fmla="*/ 4542851 w 6282234"/>
              <a:gd name="connsiteY4055" fmla="*/ 2535128 h 4115518"/>
              <a:gd name="connsiteX4056" fmla="*/ 4536337 w 6282234"/>
              <a:gd name="connsiteY4056" fmla="*/ 2532473 h 4115518"/>
              <a:gd name="connsiteX4057" fmla="*/ 4523308 w 6282234"/>
              <a:gd name="connsiteY4057" fmla="*/ 2538113 h 4115518"/>
              <a:gd name="connsiteX4058" fmla="*/ 4510279 w 6282234"/>
              <a:gd name="connsiteY4058" fmla="*/ 2540767 h 4115518"/>
              <a:gd name="connsiteX4059" fmla="*/ 4500507 w 6282234"/>
              <a:gd name="connsiteY4059" fmla="*/ 2535128 h 4115518"/>
              <a:gd name="connsiteX4060" fmla="*/ 4487477 w 6282234"/>
              <a:gd name="connsiteY4060" fmla="*/ 2540767 h 4115518"/>
              <a:gd name="connsiteX4061" fmla="*/ 4484221 w 6282234"/>
              <a:gd name="connsiteY4061" fmla="*/ 2547402 h 4115518"/>
              <a:gd name="connsiteX4062" fmla="*/ 4484221 w 6282234"/>
              <a:gd name="connsiteY4062" fmla="*/ 2556690 h 4115518"/>
              <a:gd name="connsiteX4063" fmla="*/ 4474449 w 6282234"/>
              <a:gd name="connsiteY4063" fmla="*/ 2568965 h 4115518"/>
              <a:gd name="connsiteX4064" fmla="*/ 4461419 w 6282234"/>
              <a:gd name="connsiteY4064" fmla="*/ 2574273 h 4115518"/>
              <a:gd name="connsiteX4065" fmla="*/ 4448390 w 6282234"/>
              <a:gd name="connsiteY4065" fmla="*/ 2583893 h 4115518"/>
              <a:gd name="connsiteX4066" fmla="*/ 4435361 w 6282234"/>
              <a:gd name="connsiteY4066" fmla="*/ 2601475 h 4115518"/>
              <a:gd name="connsiteX4067" fmla="*/ 4422332 w 6282234"/>
              <a:gd name="connsiteY4067" fmla="*/ 2616072 h 4115518"/>
              <a:gd name="connsiteX4068" fmla="*/ 4406045 w 6282234"/>
              <a:gd name="connsiteY4068" fmla="*/ 2623037 h 4115518"/>
              <a:gd name="connsiteX4069" fmla="*/ 4402789 w 6282234"/>
              <a:gd name="connsiteY4069" fmla="*/ 2632327 h 4115518"/>
              <a:gd name="connsiteX4070" fmla="*/ 4393017 w 6282234"/>
              <a:gd name="connsiteY4070" fmla="*/ 2637634 h 4115518"/>
              <a:gd name="connsiteX4071" fmla="*/ 4386503 w 6282234"/>
              <a:gd name="connsiteY4071" fmla="*/ 2637634 h 4115518"/>
              <a:gd name="connsiteX4072" fmla="*/ 4379987 w 6282234"/>
              <a:gd name="connsiteY4072" fmla="*/ 2647254 h 4115518"/>
              <a:gd name="connsiteX4073" fmla="*/ 4366958 w 6282234"/>
              <a:gd name="connsiteY4073" fmla="*/ 2649909 h 4115518"/>
              <a:gd name="connsiteX4074" fmla="*/ 4363701 w 6282234"/>
              <a:gd name="connsiteY4074" fmla="*/ 2661851 h 4115518"/>
              <a:gd name="connsiteX4075" fmla="*/ 4366958 w 6282234"/>
              <a:gd name="connsiteY4075" fmla="*/ 2676779 h 4115518"/>
              <a:gd name="connsiteX4076" fmla="*/ 4370216 w 6282234"/>
              <a:gd name="connsiteY4076" fmla="*/ 2693034 h 4115518"/>
              <a:gd name="connsiteX4077" fmla="*/ 4366958 w 6282234"/>
              <a:gd name="connsiteY4077" fmla="*/ 2707963 h 4115518"/>
              <a:gd name="connsiteX4078" fmla="*/ 4360445 w 6282234"/>
              <a:gd name="connsiteY4078" fmla="*/ 2717251 h 4115518"/>
              <a:gd name="connsiteX4079" fmla="*/ 4360445 w 6282234"/>
              <a:gd name="connsiteY4079" fmla="*/ 2749430 h 4115518"/>
              <a:gd name="connsiteX4080" fmla="*/ 4353929 w 6282234"/>
              <a:gd name="connsiteY4080" fmla="*/ 2746775 h 4115518"/>
              <a:gd name="connsiteX4081" fmla="*/ 4344158 w 6282234"/>
              <a:gd name="connsiteY4081" fmla="*/ 2761703 h 4115518"/>
              <a:gd name="connsiteX4082" fmla="*/ 4347415 w 6282234"/>
              <a:gd name="connsiteY4082" fmla="*/ 2765685 h 4115518"/>
              <a:gd name="connsiteX4083" fmla="*/ 4331129 w 6282234"/>
              <a:gd name="connsiteY4083" fmla="*/ 2773978 h 4115518"/>
              <a:gd name="connsiteX4084" fmla="*/ 4331129 w 6282234"/>
              <a:gd name="connsiteY4084" fmla="*/ 2783267 h 4115518"/>
              <a:gd name="connsiteX4085" fmla="*/ 4321357 w 6282234"/>
              <a:gd name="connsiteY4085" fmla="*/ 2787247 h 4115518"/>
              <a:gd name="connsiteX4086" fmla="*/ 4311585 w 6282234"/>
              <a:gd name="connsiteY4086" fmla="*/ 2783267 h 4115518"/>
              <a:gd name="connsiteX4087" fmla="*/ 4305071 w 6282234"/>
              <a:gd name="connsiteY4087" fmla="*/ 2773978 h 4115518"/>
              <a:gd name="connsiteX4088" fmla="*/ 4298556 w 6282234"/>
              <a:gd name="connsiteY4088" fmla="*/ 2751088 h 4115518"/>
              <a:gd name="connsiteX4089" fmla="*/ 4288785 w 6282234"/>
              <a:gd name="connsiteY4089" fmla="*/ 2726540 h 4115518"/>
              <a:gd name="connsiteX4090" fmla="*/ 4272498 w 6282234"/>
              <a:gd name="connsiteY4090" fmla="*/ 2700996 h 4115518"/>
              <a:gd name="connsiteX4091" fmla="*/ 4272498 w 6282234"/>
              <a:gd name="connsiteY4091" fmla="*/ 2683414 h 4115518"/>
              <a:gd name="connsiteX4092" fmla="*/ 4262727 w 6282234"/>
              <a:gd name="connsiteY4092" fmla="*/ 2668817 h 4115518"/>
              <a:gd name="connsiteX4093" fmla="*/ 4249697 w 6282234"/>
              <a:gd name="connsiteY4093" fmla="*/ 2641615 h 4115518"/>
              <a:gd name="connsiteX4094" fmla="*/ 4246440 w 6282234"/>
              <a:gd name="connsiteY4094" fmla="*/ 2623037 h 4115518"/>
              <a:gd name="connsiteX4095" fmla="*/ 4239925 w 6282234"/>
              <a:gd name="connsiteY4095" fmla="*/ 2593182 h 4115518"/>
              <a:gd name="connsiteX4096" fmla="*/ 4236667 w 6282234"/>
              <a:gd name="connsiteY4096" fmla="*/ 2571618 h 4115518"/>
              <a:gd name="connsiteX4097" fmla="*/ 4243182 w 6282234"/>
              <a:gd name="connsiteY4097" fmla="*/ 2555363 h 4115518"/>
              <a:gd name="connsiteX4098" fmla="*/ 4236667 w 6282234"/>
              <a:gd name="connsiteY4098" fmla="*/ 2547402 h 4115518"/>
              <a:gd name="connsiteX4099" fmla="*/ 4233411 w 6282234"/>
              <a:gd name="connsiteY4099" fmla="*/ 2532473 h 4115518"/>
              <a:gd name="connsiteX4100" fmla="*/ 4223639 w 6282234"/>
              <a:gd name="connsiteY4100" fmla="*/ 2547402 h 4115518"/>
              <a:gd name="connsiteX4101" fmla="*/ 4207353 w 6282234"/>
              <a:gd name="connsiteY4101" fmla="*/ 2556690 h 4115518"/>
              <a:gd name="connsiteX4102" fmla="*/ 4200838 w 6282234"/>
              <a:gd name="connsiteY4102" fmla="*/ 2555363 h 4115518"/>
              <a:gd name="connsiteX4103" fmla="*/ 4174780 w 6282234"/>
              <a:gd name="connsiteY4103" fmla="*/ 2532473 h 4115518"/>
              <a:gd name="connsiteX4104" fmla="*/ 4178037 w 6282234"/>
              <a:gd name="connsiteY4104" fmla="*/ 2525839 h 4115518"/>
              <a:gd name="connsiteX4105" fmla="*/ 4191066 w 6282234"/>
              <a:gd name="connsiteY4105" fmla="*/ 2520531 h 4115518"/>
              <a:gd name="connsiteX4106" fmla="*/ 4174780 w 6282234"/>
              <a:gd name="connsiteY4106" fmla="*/ 2516551 h 4115518"/>
              <a:gd name="connsiteX4107" fmla="*/ 4165009 w 6282234"/>
              <a:gd name="connsiteY4107" fmla="*/ 2508257 h 4115518"/>
              <a:gd name="connsiteX4108" fmla="*/ 4158493 w 6282234"/>
              <a:gd name="connsiteY4108" fmla="*/ 2496314 h 4115518"/>
              <a:gd name="connsiteX4109" fmla="*/ 4145464 w 6282234"/>
              <a:gd name="connsiteY4109" fmla="*/ 2494988 h 4115518"/>
              <a:gd name="connsiteX4110" fmla="*/ 4138949 w 6282234"/>
              <a:gd name="connsiteY4110" fmla="*/ 2482713 h 4115518"/>
              <a:gd name="connsiteX4111" fmla="*/ 4132435 w 6282234"/>
              <a:gd name="connsiteY4111" fmla="*/ 2477406 h 4115518"/>
              <a:gd name="connsiteX4112" fmla="*/ 4132435 w 6282234"/>
              <a:gd name="connsiteY4112" fmla="*/ 2470439 h 4115518"/>
              <a:gd name="connsiteX4113" fmla="*/ 4125921 w 6282234"/>
              <a:gd name="connsiteY4113" fmla="*/ 2465131 h 4115518"/>
              <a:gd name="connsiteX4114" fmla="*/ 4096605 w 6282234"/>
              <a:gd name="connsiteY4114" fmla="*/ 2467786 h 4115518"/>
              <a:gd name="connsiteX4115" fmla="*/ 4080319 w 6282234"/>
              <a:gd name="connsiteY4115" fmla="*/ 2465131 h 4115518"/>
              <a:gd name="connsiteX4116" fmla="*/ 4077061 w 6282234"/>
              <a:gd name="connsiteY4116" fmla="*/ 2470439 h 4115518"/>
              <a:gd name="connsiteX4117" fmla="*/ 4057517 w 6282234"/>
              <a:gd name="connsiteY4117" fmla="*/ 2467786 h 4115518"/>
              <a:gd name="connsiteX4118" fmla="*/ 4047746 w 6282234"/>
              <a:gd name="connsiteY4118" fmla="*/ 2471766 h 4115518"/>
              <a:gd name="connsiteX4119" fmla="*/ 4044489 w 6282234"/>
              <a:gd name="connsiteY4119" fmla="*/ 2470439 h 4115518"/>
              <a:gd name="connsiteX4120" fmla="*/ 4041231 w 6282234"/>
              <a:gd name="connsiteY4120" fmla="*/ 2471766 h 4115518"/>
              <a:gd name="connsiteX4121" fmla="*/ 4005401 w 6282234"/>
              <a:gd name="connsiteY4121" fmla="*/ 2465131 h 4115518"/>
              <a:gd name="connsiteX4122" fmla="*/ 3985857 w 6282234"/>
              <a:gd name="connsiteY4122" fmla="*/ 2462477 h 4115518"/>
              <a:gd name="connsiteX4123" fmla="*/ 3969571 w 6282234"/>
              <a:gd name="connsiteY4123" fmla="*/ 2458497 h 4115518"/>
              <a:gd name="connsiteX4124" fmla="*/ 3963057 w 6282234"/>
              <a:gd name="connsiteY4124" fmla="*/ 2435607 h 4115518"/>
              <a:gd name="connsiteX4125" fmla="*/ 3950028 w 6282234"/>
              <a:gd name="connsiteY4125" fmla="*/ 2431626 h 4115518"/>
              <a:gd name="connsiteX4126" fmla="*/ 3940256 w 6282234"/>
              <a:gd name="connsiteY4126" fmla="*/ 2434280 h 4115518"/>
              <a:gd name="connsiteX4127" fmla="*/ 3923970 w 6282234"/>
              <a:gd name="connsiteY4127" fmla="*/ 2443569 h 4115518"/>
              <a:gd name="connsiteX4128" fmla="*/ 3907683 w 6282234"/>
              <a:gd name="connsiteY4128" fmla="*/ 2440914 h 4115518"/>
              <a:gd name="connsiteX4129" fmla="*/ 3888139 w 6282234"/>
              <a:gd name="connsiteY4129" fmla="*/ 2425987 h 4115518"/>
              <a:gd name="connsiteX4130" fmla="*/ 3884883 w 6282234"/>
              <a:gd name="connsiteY4130" fmla="*/ 2422005 h 4115518"/>
              <a:gd name="connsiteX4131" fmla="*/ 3865339 w 6282234"/>
              <a:gd name="connsiteY4131" fmla="*/ 2414044 h 4115518"/>
              <a:gd name="connsiteX4132" fmla="*/ 3858825 w 6282234"/>
              <a:gd name="connsiteY4132" fmla="*/ 2392482 h 4115518"/>
              <a:gd name="connsiteX4133" fmla="*/ 3842538 w 6282234"/>
              <a:gd name="connsiteY4133" fmla="*/ 2374899 h 4115518"/>
              <a:gd name="connsiteX4134" fmla="*/ 3816480 w 6282234"/>
              <a:gd name="connsiteY4134" fmla="*/ 2374899 h 4115518"/>
              <a:gd name="connsiteX4135" fmla="*/ 3806707 w 6282234"/>
              <a:gd name="connsiteY4135" fmla="*/ 2373572 h 4115518"/>
              <a:gd name="connsiteX4136" fmla="*/ 3806707 w 6282234"/>
              <a:gd name="connsiteY4136" fmla="*/ 2385515 h 4115518"/>
              <a:gd name="connsiteX4137" fmla="*/ 3816480 w 6282234"/>
              <a:gd name="connsiteY4137" fmla="*/ 2401770 h 4115518"/>
              <a:gd name="connsiteX4138" fmla="*/ 3819737 w 6282234"/>
              <a:gd name="connsiteY4138" fmla="*/ 2414044 h 4115518"/>
              <a:gd name="connsiteX4139" fmla="*/ 3832767 w 6282234"/>
              <a:gd name="connsiteY4139" fmla="*/ 2431626 h 4115518"/>
              <a:gd name="connsiteX4140" fmla="*/ 3842538 w 6282234"/>
              <a:gd name="connsiteY4140" fmla="*/ 2438261 h 4115518"/>
              <a:gd name="connsiteX4141" fmla="*/ 3842538 w 6282234"/>
              <a:gd name="connsiteY4141" fmla="*/ 2453189 h 4115518"/>
              <a:gd name="connsiteX4142" fmla="*/ 3855567 w 6282234"/>
              <a:gd name="connsiteY4142" fmla="*/ 2477406 h 4115518"/>
              <a:gd name="connsiteX4143" fmla="*/ 3855567 w 6282234"/>
              <a:gd name="connsiteY4143" fmla="*/ 2462477 h 4115518"/>
              <a:gd name="connsiteX4144" fmla="*/ 3862081 w 6282234"/>
              <a:gd name="connsiteY4144" fmla="*/ 2453189 h 4115518"/>
              <a:gd name="connsiteX4145" fmla="*/ 3871853 w 6282234"/>
              <a:gd name="connsiteY4145" fmla="*/ 2455842 h 4115518"/>
              <a:gd name="connsiteX4146" fmla="*/ 3871853 w 6282234"/>
              <a:gd name="connsiteY4146" fmla="*/ 2471766 h 4115518"/>
              <a:gd name="connsiteX4147" fmla="*/ 3865339 w 6282234"/>
              <a:gd name="connsiteY4147" fmla="*/ 2482713 h 4115518"/>
              <a:gd name="connsiteX4148" fmla="*/ 3871853 w 6282234"/>
              <a:gd name="connsiteY4148" fmla="*/ 2486694 h 4115518"/>
              <a:gd name="connsiteX4149" fmla="*/ 3878368 w 6282234"/>
              <a:gd name="connsiteY4149" fmla="*/ 2494988 h 4115518"/>
              <a:gd name="connsiteX4150" fmla="*/ 3891397 w 6282234"/>
              <a:gd name="connsiteY4150" fmla="*/ 2489348 h 4115518"/>
              <a:gd name="connsiteX4151" fmla="*/ 3907683 w 6282234"/>
              <a:gd name="connsiteY4151" fmla="*/ 2492002 h 4115518"/>
              <a:gd name="connsiteX4152" fmla="*/ 3917455 w 6282234"/>
              <a:gd name="connsiteY4152" fmla="*/ 2486694 h 4115518"/>
              <a:gd name="connsiteX4153" fmla="*/ 3946771 w 6282234"/>
              <a:gd name="connsiteY4153" fmla="*/ 2453189 h 4115518"/>
              <a:gd name="connsiteX4154" fmla="*/ 3950028 w 6282234"/>
              <a:gd name="connsiteY4154" fmla="*/ 2459824 h 4115518"/>
              <a:gd name="connsiteX4155" fmla="*/ 3953285 w 6282234"/>
              <a:gd name="connsiteY4155" fmla="*/ 2474752 h 4115518"/>
              <a:gd name="connsiteX4156" fmla="*/ 3956543 w 6282234"/>
              <a:gd name="connsiteY4156" fmla="*/ 2484041 h 4115518"/>
              <a:gd name="connsiteX4157" fmla="*/ 3966314 w 6282234"/>
              <a:gd name="connsiteY4157" fmla="*/ 2494988 h 4115518"/>
              <a:gd name="connsiteX4158" fmla="*/ 3992372 w 6282234"/>
              <a:gd name="connsiteY4158" fmla="*/ 2498968 h 4115518"/>
              <a:gd name="connsiteX4159" fmla="*/ 4011916 w 6282234"/>
              <a:gd name="connsiteY4159" fmla="*/ 2528493 h 4115518"/>
              <a:gd name="connsiteX4160" fmla="*/ 4005401 w 6282234"/>
              <a:gd name="connsiteY4160" fmla="*/ 2543421 h 4115518"/>
              <a:gd name="connsiteX4161" fmla="*/ 3998887 w 6282234"/>
              <a:gd name="connsiteY4161" fmla="*/ 2547402 h 4115518"/>
              <a:gd name="connsiteX4162" fmla="*/ 3989115 w 6282234"/>
              <a:gd name="connsiteY4162" fmla="*/ 2562330 h 4115518"/>
              <a:gd name="connsiteX4163" fmla="*/ 3982601 w 6282234"/>
              <a:gd name="connsiteY4163" fmla="*/ 2559676 h 4115518"/>
              <a:gd name="connsiteX4164" fmla="*/ 3976086 w 6282234"/>
              <a:gd name="connsiteY4164" fmla="*/ 2574273 h 4115518"/>
              <a:gd name="connsiteX4165" fmla="*/ 3976086 w 6282234"/>
              <a:gd name="connsiteY4165" fmla="*/ 2589200 h 4115518"/>
              <a:gd name="connsiteX4166" fmla="*/ 3963057 w 6282234"/>
              <a:gd name="connsiteY4166" fmla="*/ 2591855 h 4115518"/>
              <a:gd name="connsiteX4167" fmla="*/ 3959799 w 6282234"/>
              <a:gd name="connsiteY4167" fmla="*/ 2595835 h 4115518"/>
              <a:gd name="connsiteX4168" fmla="*/ 3950028 w 6282234"/>
              <a:gd name="connsiteY4168" fmla="*/ 2608110 h 4115518"/>
              <a:gd name="connsiteX4169" fmla="*/ 3940256 w 6282234"/>
              <a:gd name="connsiteY4169" fmla="*/ 2608110 h 4115518"/>
              <a:gd name="connsiteX4170" fmla="*/ 3933741 w 6282234"/>
              <a:gd name="connsiteY4170" fmla="*/ 2613417 h 4115518"/>
              <a:gd name="connsiteX4171" fmla="*/ 3930485 w 6282234"/>
              <a:gd name="connsiteY4171" fmla="*/ 2625692 h 4115518"/>
              <a:gd name="connsiteX4172" fmla="*/ 3914198 w 6282234"/>
              <a:gd name="connsiteY4172" fmla="*/ 2625692 h 4115518"/>
              <a:gd name="connsiteX4173" fmla="*/ 3897912 w 6282234"/>
              <a:gd name="connsiteY4173" fmla="*/ 2632327 h 4115518"/>
              <a:gd name="connsiteX4174" fmla="*/ 3888139 w 6282234"/>
              <a:gd name="connsiteY4174" fmla="*/ 2634980 h 4115518"/>
              <a:gd name="connsiteX4175" fmla="*/ 3878368 w 6282234"/>
              <a:gd name="connsiteY4175" fmla="*/ 2644601 h 4115518"/>
              <a:gd name="connsiteX4176" fmla="*/ 3878368 w 6282234"/>
              <a:gd name="connsiteY4176" fmla="*/ 2652562 h 4115518"/>
              <a:gd name="connsiteX4177" fmla="*/ 3865339 w 6282234"/>
              <a:gd name="connsiteY4177" fmla="*/ 2659197 h 4115518"/>
              <a:gd name="connsiteX4178" fmla="*/ 3849053 w 6282234"/>
              <a:gd name="connsiteY4178" fmla="*/ 2661851 h 4115518"/>
              <a:gd name="connsiteX4179" fmla="*/ 3826252 w 6282234"/>
              <a:gd name="connsiteY4179" fmla="*/ 2671471 h 4115518"/>
              <a:gd name="connsiteX4180" fmla="*/ 3819737 w 6282234"/>
              <a:gd name="connsiteY4180" fmla="*/ 2680759 h 4115518"/>
              <a:gd name="connsiteX4181" fmla="*/ 3806707 w 6282234"/>
              <a:gd name="connsiteY4181" fmla="*/ 2678106 h 4115518"/>
              <a:gd name="connsiteX4182" fmla="*/ 3796936 w 6282234"/>
              <a:gd name="connsiteY4182" fmla="*/ 2689053 h 4115518"/>
              <a:gd name="connsiteX4183" fmla="*/ 3783907 w 6282234"/>
              <a:gd name="connsiteY4183" fmla="*/ 2690381 h 4115518"/>
              <a:gd name="connsiteX4184" fmla="*/ 3764363 w 6282234"/>
              <a:gd name="connsiteY4184" fmla="*/ 2693034 h 4115518"/>
              <a:gd name="connsiteX4185" fmla="*/ 3751334 w 6282234"/>
              <a:gd name="connsiteY4185" fmla="*/ 2702323 h 4115518"/>
              <a:gd name="connsiteX4186" fmla="*/ 3738305 w 6282234"/>
              <a:gd name="connsiteY4186" fmla="*/ 2704976 h 4115518"/>
              <a:gd name="connsiteX4187" fmla="*/ 3728533 w 6282234"/>
              <a:gd name="connsiteY4187" fmla="*/ 2702323 h 4115518"/>
              <a:gd name="connsiteX4188" fmla="*/ 3715504 w 6282234"/>
              <a:gd name="connsiteY4188" fmla="*/ 2649909 h 4115518"/>
              <a:gd name="connsiteX4189" fmla="*/ 3715504 w 6282234"/>
              <a:gd name="connsiteY4189" fmla="*/ 2637634 h 4115518"/>
              <a:gd name="connsiteX4190" fmla="*/ 3708989 w 6282234"/>
              <a:gd name="connsiteY4190" fmla="*/ 2617398 h 4115518"/>
              <a:gd name="connsiteX4191" fmla="*/ 3695961 w 6282234"/>
              <a:gd name="connsiteY4191" fmla="*/ 2608110 h 4115518"/>
              <a:gd name="connsiteX4192" fmla="*/ 3689446 w 6282234"/>
              <a:gd name="connsiteY4192" fmla="*/ 2593182 h 4115518"/>
              <a:gd name="connsiteX4193" fmla="*/ 3689446 w 6282234"/>
              <a:gd name="connsiteY4193" fmla="*/ 2586547 h 4115518"/>
              <a:gd name="connsiteX4194" fmla="*/ 3676417 w 6282234"/>
              <a:gd name="connsiteY4194" fmla="*/ 2568965 h 4115518"/>
              <a:gd name="connsiteX4195" fmla="*/ 3663388 w 6282234"/>
              <a:gd name="connsiteY4195" fmla="*/ 2562330 h 4115518"/>
              <a:gd name="connsiteX4196" fmla="*/ 3653615 w 6282234"/>
              <a:gd name="connsiteY4196" fmla="*/ 2547402 h 4115518"/>
              <a:gd name="connsiteX4197" fmla="*/ 3653615 w 6282234"/>
              <a:gd name="connsiteY4197" fmla="*/ 2535128 h 4115518"/>
              <a:gd name="connsiteX4198" fmla="*/ 3653615 w 6282234"/>
              <a:gd name="connsiteY4198" fmla="*/ 2520531 h 4115518"/>
              <a:gd name="connsiteX4199" fmla="*/ 3640587 w 6282234"/>
              <a:gd name="connsiteY4199" fmla="*/ 2496314 h 4115518"/>
              <a:gd name="connsiteX4200" fmla="*/ 3627557 w 6282234"/>
              <a:gd name="connsiteY4200" fmla="*/ 2489348 h 4115518"/>
              <a:gd name="connsiteX4201" fmla="*/ 3617786 w 6282234"/>
              <a:gd name="connsiteY4201" fmla="*/ 2477406 h 4115518"/>
              <a:gd name="connsiteX4202" fmla="*/ 3621043 w 6282234"/>
              <a:gd name="connsiteY4202" fmla="*/ 2470439 h 4115518"/>
              <a:gd name="connsiteX4203" fmla="*/ 3611271 w 6282234"/>
              <a:gd name="connsiteY4203" fmla="*/ 2455842 h 4115518"/>
              <a:gd name="connsiteX4204" fmla="*/ 3601500 w 6282234"/>
              <a:gd name="connsiteY4204" fmla="*/ 2440914 h 4115518"/>
              <a:gd name="connsiteX4205" fmla="*/ 3588470 w 6282234"/>
              <a:gd name="connsiteY4205" fmla="*/ 2416698 h 4115518"/>
              <a:gd name="connsiteX4206" fmla="*/ 3575442 w 6282234"/>
              <a:gd name="connsiteY4206" fmla="*/ 2410063 h 4115518"/>
              <a:gd name="connsiteX4207" fmla="*/ 3581957 w 6282234"/>
              <a:gd name="connsiteY4207" fmla="*/ 2387173 h 4115518"/>
              <a:gd name="connsiteX4208" fmla="*/ 3581957 w 6282234"/>
              <a:gd name="connsiteY4208" fmla="*/ 2385515 h 4115518"/>
              <a:gd name="connsiteX4209" fmla="*/ 3565670 w 6282234"/>
              <a:gd name="connsiteY4209" fmla="*/ 2419352 h 4115518"/>
              <a:gd name="connsiteX4210" fmla="*/ 3552641 w 6282234"/>
              <a:gd name="connsiteY4210" fmla="*/ 2401770 h 4115518"/>
              <a:gd name="connsiteX4211" fmla="*/ 3549384 w 6282234"/>
              <a:gd name="connsiteY4211" fmla="*/ 2395135 h 4115518"/>
              <a:gd name="connsiteX4212" fmla="*/ 3539611 w 6282234"/>
              <a:gd name="connsiteY4212" fmla="*/ 2395135 h 4115518"/>
              <a:gd name="connsiteX4213" fmla="*/ 3555897 w 6282234"/>
              <a:gd name="connsiteY4213" fmla="*/ 2416698 h 4115518"/>
              <a:gd name="connsiteX4214" fmla="*/ 3562412 w 6282234"/>
              <a:gd name="connsiteY4214" fmla="*/ 2440914 h 4115518"/>
              <a:gd name="connsiteX4215" fmla="*/ 3588470 w 6282234"/>
              <a:gd name="connsiteY4215" fmla="*/ 2489348 h 4115518"/>
              <a:gd name="connsiteX4216" fmla="*/ 3588470 w 6282234"/>
              <a:gd name="connsiteY4216" fmla="*/ 2504276 h 4115518"/>
              <a:gd name="connsiteX4217" fmla="*/ 3594985 w 6282234"/>
              <a:gd name="connsiteY4217" fmla="*/ 2516551 h 4115518"/>
              <a:gd name="connsiteX4218" fmla="*/ 3604757 w 6282234"/>
              <a:gd name="connsiteY4218" fmla="*/ 2520531 h 4115518"/>
              <a:gd name="connsiteX4219" fmla="*/ 3614529 w 6282234"/>
              <a:gd name="connsiteY4219" fmla="*/ 2531146 h 4115518"/>
              <a:gd name="connsiteX4220" fmla="*/ 3617786 w 6282234"/>
              <a:gd name="connsiteY4220" fmla="*/ 2547402 h 4115518"/>
              <a:gd name="connsiteX4221" fmla="*/ 3624301 w 6282234"/>
              <a:gd name="connsiteY4221" fmla="*/ 2586547 h 4115518"/>
              <a:gd name="connsiteX4222" fmla="*/ 3637329 w 6282234"/>
              <a:gd name="connsiteY4222" fmla="*/ 2604129 h 4115518"/>
              <a:gd name="connsiteX4223" fmla="*/ 3643844 w 6282234"/>
              <a:gd name="connsiteY4223" fmla="*/ 2605455 h 4115518"/>
              <a:gd name="connsiteX4224" fmla="*/ 3650359 w 6282234"/>
              <a:gd name="connsiteY4224" fmla="*/ 2617398 h 4115518"/>
              <a:gd name="connsiteX4225" fmla="*/ 3660130 w 6282234"/>
              <a:gd name="connsiteY4225" fmla="*/ 2652562 h 4115518"/>
              <a:gd name="connsiteX4226" fmla="*/ 3666645 w 6282234"/>
              <a:gd name="connsiteY4226" fmla="*/ 2653889 h 4115518"/>
              <a:gd name="connsiteX4227" fmla="*/ 3676417 w 6282234"/>
              <a:gd name="connsiteY4227" fmla="*/ 2661851 h 4115518"/>
              <a:gd name="connsiteX4228" fmla="*/ 3689446 w 6282234"/>
              <a:gd name="connsiteY4228" fmla="*/ 2668817 h 4115518"/>
              <a:gd name="connsiteX4229" fmla="*/ 3695961 w 6282234"/>
              <a:gd name="connsiteY4229" fmla="*/ 2680759 h 4115518"/>
              <a:gd name="connsiteX4230" fmla="*/ 3708989 w 6282234"/>
              <a:gd name="connsiteY4230" fmla="*/ 2689053 h 4115518"/>
              <a:gd name="connsiteX4231" fmla="*/ 3708989 w 6282234"/>
              <a:gd name="connsiteY4231" fmla="*/ 2695688 h 4115518"/>
              <a:gd name="connsiteX4232" fmla="*/ 3722019 w 6282234"/>
              <a:gd name="connsiteY4232" fmla="*/ 2704976 h 4115518"/>
              <a:gd name="connsiteX4233" fmla="*/ 3728533 w 6282234"/>
              <a:gd name="connsiteY4233" fmla="*/ 2717251 h 4115518"/>
              <a:gd name="connsiteX4234" fmla="*/ 3725276 w 6282234"/>
              <a:gd name="connsiteY4234" fmla="*/ 2726540 h 4115518"/>
              <a:gd name="connsiteX4235" fmla="*/ 3741562 w 6282234"/>
              <a:gd name="connsiteY4235" fmla="*/ 2744121 h 4115518"/>
              <a:gd name="connsiteX4236" fmla="*/ 3757849 w 6282234"/>
              <a:gd name="connsiteY4236" fmla="*/ 2744121 h 4115518"/>
              <a:gd name="connsiteX4237" fmla="*/ 3767620 w 6282234"/>
              <a:gd name="connsiteY4237" fmla="*/ 2737486 h 4115518"/>
              <a:gd name="connsiteX4238" fmla="*/ 3783907 w 6282234"/>
              <a:gd name="connsiteY4238" fmla="*/ 2738813 h 4115518"/>
              <a:gd name="connsiteX4239" fmla="*/ 3796936 w 6282234"/>
              <a:gd name="connsiteY4239" fmla="*/ 2732179 h 4115518"/>
              <a:gd name="connsiteX4240" fmla="*/ 3806707 w 6282234"/>
              <a:gd name="connsiteY4240" fmla="*/ 2732179 h 4115518"/>
              <a:gd name="connsiteX4241" fmla="*/ 3842538 w 6282234"/>
              <a:gd name="connsiteY4241" fmla="*/ 2725213 h 4115518"/>
              <a:gd name="connsiteX4242" fmla="*/ 3855567 w 6282234"/>
              <a:gd name="connsiteY4242" fmla="*/ 2717251 h 4115518"/>
              <a:gd name="connsiteX4243" fmla="*/ 3865339 w 6282234"/>
              <a:gd name="connsiteY4243" fmla="*/ 2719905 h 4115518"/>
              <a:gd name="connsiteX4244" fmla="*/ 3862081 w 6282234"/>
              <a:gd name="connsiteY4244" fmla="*/ 2732179 h 4115518"/>
              <a:gd name="connsiteX4245" fmla="*/ 3865339 w 6282234"/>
              <a:gd name="connsiteY4245" fmla="*/ 2746775 h 4115518"/>
              <a:gd name="connsiteX4246" fmla="*/ 3858825 w 6282234"/>
              <a:gd name="connsiteY4246" fmla="*/ 2746775 h 4115518"/>
              <a:gd name="connsiteX4247" fmla="*/ 3855567 w 6282234"/>
              <a:gd name="connsiteY4247" fmla="*/ 2763030 h 4115518"/>
              <a:gd name="connsiteX4248" fmla="*/ 3845795 w 6282234"/>
              <a:gd name="connsiteY4248" fmla="*/ 2780612 h 4115518"/>
              <a:gd name="connsiteX4249" fmla="*/ 3839280 w 6282234"/>
              <a:gd name="connsiteY4249" fmla="*/ 2789901 h 4115518"/>
              <a:gd name="connsiteX4250" fmla="*/ 3829509 w 6282234"/>
              <a:gd name="connsiteY4250" fmla="*/ 2811464 h 4115518"/>
              <a:gd name="connsiteX4251" fmla="*/ 3826252 w 6282234"/>
              <a:gd name="connsiteY4251" fmla="*/ 2822411 h 4115518"/>
              <a:gd name="connsiteX4252" fmla="*/ 3806707 w 6282234"/>
              <a:gd name="connsiteY4252" fmla="*/ 2850609 h 4115518"/>
              <a:gd name="connsiteX4253" fmla="*/ 3783907 w 6282234"/>
              <a:gd name="connsiteY4253" fmla="*/ 2874826 h 4115518"/>
              <a:gd name="connsiteX4254" fmla="*/ 3770878 w 6282234"/>
              <a:gd name="connsiteY4254" fmla="*/ 2889754 h 4115518"/>
              <a:gd name="connsiteX4255" fmla="*/ 3748077 w 6282234"/>
              <a:gd name="connsiteY4255" fmla="*/ 2904681 h 4115518"/>
              <a:gd name="connsiteX4256" fmla="*/ 3728533 w 6282234"/>
              <a:gd name="connsiteY4256" fmla="*/ 2919278 h 4115518"/>
              <a:gd name="connsiteX4257" fmla="*/ 3702475 w 6282234"/>
              <a:gd name="connsiteY4257" fmla="*/ 2950461 h 4115518"/>
              <a:gd name="connsiteX4258" fmla="*/ 3695961 w 6282234"/>
              <a:gd name="connsiteY4258" fmla="*/ 2959750 h 4115518"/>
              <a:gd name="connsiteX4259" fmla="*/ 3686188 w 6282234"/>
              <a:gd name="connsiteY4259" fmla="*/ 2968043 h 4115518"/>
              <a:gd name="connsiteX4260" fmla="*/ 3682931 w 6282234"/>
              <a:gd name="connsiteY4260" fmla="*/ 2974678 h 4115518"/>
              <a:gd name="connsiteX4261" fmla="*/ 3669902 w 6282234"/>
              <a:gd name="connsiteY4261" fmla="*/ 2979985 h 4115518"/>
              <a:gd name="connsiteX4262" fmla="*/ 3669902 w 6282234"/>
              <a:gd name="connsiteY4262" fmla="*/ 2989607 h 4115518"/>
              <a:gd name="connsiteX4263" fmla="*/ 3660130 w 6282234"/>
              <a:gd name="connsiteY4263" fmla="*/ 3013823 h 4115518"/>
              <a:gd name="connsiteX4264" fmla="*/ 3653615 w 6282234"/>
              <a:gd name="connsiteY4264" fmla="*/ 3013823 h 4115518"/>
              <a:gd name="connsiteX4265" fmla="*/ 3647102 w 6282234"/>
              <a:gd name="connsiteY4265" fmla="*/ 3038039 h 4115518"/>
              <a:gd name="connsiteX4266" fmla="*/ 3650359 w 6282234"/>
              <a:gd name="connsiteY4266" fmla="*/ 3044674 h 4115518"/>
              <a:gd name="connsiteX4267" fmla="*/ 3660130 w 6282234"/>
              <a:gd name="connsiteY4267" fmla="*/ 3056949 h 4115518"/>
              <a:gd name="connsiteX4268" fmla="*/ 3656873 w 6282234"/>
              <a:gd name="connsiteY4268" fmla="*/ 3086473 h 4115518"/>
              <a:gd name="connsiteX4269" fmla="*/ 3660130 w 6282234"/>
              <a:gd name="connsiteY4269" fmla="*/ 3096093 h 4115518"/>
              <a:gd name="connsiteX4270" fmla="*/ 3666645 w 6282234"/>
              <a:gd name="connsiteY4270" fmla="*/ 3108036 h 4115518"/>
              <a:gd name="connsiteX4271" fmla="*/ 3676417 w 6282234"/>
              <a:gd name="connsiteY4271" fmla="*/ 3117656 h 4115518"/>
              <a:gd name="connsiteX4272" fmla="*/ 3676417 w 6282234"/>
              <a:gd name="connsiteY4272" fmla="*/ 3125618 h 4115518"/>
              <a:gd name="connsiteX4273" fmla="*/ 3676417 w 6282234"/>
              <a:gd name="connsiteY4273" fmla="*/ 3132253 h 4115518"/>
              <a:gd name="connsiteX4274" fmla="*/ 3679675 w 6282234"/>
              <a:gd name="connsiteY4274" fmla="*/ 3159455 h 4115518"/>
              <a:gd name="connsiteX4275" fmla="*/ 3676417 w 6282234"/>
              <a:gd name="connsiteY4275" fmla="*/ 3174052 h 4115518"/>
              <a:gd name="connsiteX4276" fmla="*/ 3682931 w 6282234"/>
              <a:gd name="connsiteY4276" fmla="*/ 3195614 h 4115518"/>
              <a:gd name="connsiteX4277" fmla="*/ 3676417 w 6282234"/>
              <a:gd name="connsiteY4277" fmla="*/ 3209879 h 4115518"/>
              <a:gd name="connsiteX4278" fmla="*/ 3663388 w 6282234"/>
              <a:gd name="connsiteY4278" fmla="*/ 3229784 h 4115518"/>
              <a:gd name="connsiteX4279" fmla="*/ 3653615 w 6282234"/>
              <a:gd name="connsiteY4279" fmla="*/ 3233100 h 4115518"/>
              <a:gd name="connsiteX4280" fmla="*/ 3630815 w 6282234"/>
              <a:gd name="connsiteY4280" fmla="*/ 3243052 h 4115518"/>
              <a:gd name="connsiteX4281" fmla="*/ 3621043 w 6282234"/>
              <a:gd name="connsiteY4281" fmla="*/ 3249687 h 4115518"/>
              <a:gd name="connsiteX4282" fmla="*/ 3604757 w 6282234"/>
              <a:gd name="connsiteY4282" fmla="*/ 3272909 h 4115518"/>
              <a:gd name="connsiteX4283" fmla="*/ 3591728 w 6282234"/>
              <a:gd name="connsiteY4283" fmla="*/ 3276226 h 4115518"/>
              <a:gd name="connsiteX4284" fmla="*/ 3581957 w 6282234"/>
              <a:gd name="connsiteY4284" fmla="*/ 3289496 h 4115518"/>
              <a:gd name="connsiteX4285" fmla="*/ 3578699 w 6282234"/>
              <a:gd name="connsiteY4285" fmla="*/ 3306083 h 4115518"/>
              <a:gd name="connsiteX4286" fmla="*/ 3581957 w 6282234"/>
              <a:gd name="connsiteY4286" fmla="*/ 3312718 h 4115518"/>
              <a:gd name="connsiteX4287" fmla="*/ 3591728 w 6282234"/>
              <a:gd name="connsiteY4287" fmla="*/ 3349208 h 4115518"/>
              <a:gd name="connsiteX4288" fmla="*/ 3588470 w 6282234"/>
              <a:gd name="connsiteY4288" fmla="*/ 3362478 h 4115518"/>
              <a:gd name="connsiteX4289" fmla="*/ 3588470 w 6282234"/>
              <a:gd name="connsiteY4289" fmla="*/ 3372430 h 4115518"/>
              <a:gd name="connsiteX4290" fmla="*/ 3585213 w 6282234"/>
              <a:gd name="connsiteY4290" fmla="*/ 3379065 h 4115518"/>
              <a:gd name="connsiteX4291" fmla="*/ 3559155 w 6282234"/>
              <a:gd name="connsiteY4291" fmla="*/ 3392334 h 4115518"/>
              <a:gd name="connsiteX4292" fmla="*/ 3546126 w 6282234"/>
              <a:gd name="connsiteY4292" fmla="*/ 3398969 h 4115518"/>
              <a:gd name="connsiteX4293" fmla="*/ 3539611 w 6282234"/>
              <a:gd name="connsiteY4293" fmla="*/ 3408920 h 4115518"/>
              <a:gd name="connsiteX4294" fmla="*/ 3546126 w 6282234"/>
              <a:gd name="connsiteY4294" fmla="*/ 3425507 h 4115518"/>
              <a:gd name="connsiteX4295" fmla="*/ 3533097 w 6282234"/>
              <a:gd name="connsiteY4295" fmla="*/ 3458681 h 4115518"/>
              <a:gd name="connsiteX4296" fmla="*/ 3516811 w 6282234"/>
              <a:gd name="connsiteY4296" fmla="*/ 3478586 h 4115518"/>
              <a:gd name="connsiteX4297" fmla="*/ 3500525 w 6282234"/>
              <a:gd name="connsiteY4297" fmla="*/ 3505124 h 4115518"/>
              <a:gd name="connsiteX4298" fmla="*/ 3474466 w 6282234"/>
              <a:gd name="connsiteY4298" fmla="*/ 3534980 h 4115518"/>
              <a:gd name="connsiteX4299" fmla="*/ 3458179 w 6282234"/>
              <a:gd name="connsiteY4299" fmla="*/ 3551567 h 4115518"/>
              <a:gd name="connsiteX4300" fmla="*/ 3445151 w 6282234"/>
              <a:gd name="connsiteY4300" fmla="*/ 3564837 h 4115518"/>
              <a:gd name="connsiteX4301" fmla="*/ 3432121 w 6282234"/>
              <a:gd name="connsiteY4301" fmla="*/ 3564837 h 4115518"/>
              <a:gd name="connsiteX4302" fmla="*/ 3419093 w 6282234"/>
              <a:gd name="connsiteY4302" fmla="*/ 3564837 h 4115518"/>
              <a:gd name="connsiteX4303" fmla="*/ 3402807 w 6282234"/>
              <a:gd name="connsiteY4303" fmla="*/ 3578106 h 4115518"/>
              <a:gd name="connsiteX4304" fmla="*/ 3383262 w 6282234"/>
              <a:gd name="connsiteY4304" fmla="*/ 3578106 h 4115518"/>
              <a:gd name="connsiteX4305" fmla="*/ 3366976 w 6282234"/>
              <a:gd name="connsiteY4305" fmla="*/ 3578106 h 4115518"/>
              <a:gd name="connsiteX4306" fmla="*/ 3350690 w 6282234"/>
              <a:gd name="connsiteY4306" fmla="*/ 3578106 h 4115518"/>
              <a:gd name="connsiteX4307" fmla="*/ 3340918 w 6282234"/>
              <a:gd name="connsiteY4307" fmla="*/ 3578106 h 4115518"/>
              <a:gd name="connsiteX4308" fmla="*/ 3311602 w 6282234"/>
              <a:gd name="connsiteY4308" fmla="*/ 3591375 h 4115518"/>
              <a:gd name="connsiteX4309" fmla="*/ 3295316 w 6282234"/>
              <a:gd name="connsiteY4309" fmla="*/ 3564837 h 4115518"/>
              <a:gd name="connsiteX4310" fmla="*/ 3282287 w 6282234"/>
              <a:gd name="connsiteY4310" fmla="*/ 3551567 h 4115518"/>
              <a:gd name="connsiteX4311" fmla="*/ 3288802 w 6282234"/>
              <a:gd name="connsiteY4311" fmla="*/ 3551567 h 4115518"/>
              <a:gd name="connsiteX4312" fmla="*/ 3292059 w 6282234"/>
              <a:gd name="connsiteY4312" fmla="*/ 3534980 h 4115518"/>
              <a:gd name="connsiteX4313" fmla="*/ 3288802 w 6282234"/>
              <a:gd name="connsiteY4313" fmla="*/ 3521711 h 4115518"/>
              <a:gd name="connsiteX4314" fmla="*/ 3272516 w 6282234"/>
              <a:gd name="connsiteY4314" fmla="*/ 3495172 h 4115518"/>
              <a:gd name="connsiteX4315" fmla="*/ 3266001 w 6282234"/>
              <a:gd name="connsiteY4315" fmla="*/ 3468633 h 4115518"/>
              <a:gd name="connsiteX4316" fmla="*/ 3259486 w 6282234"/>
              <a:gd name="connsiteY4316" fmla="*/ 3458681 h 4115518"/>
              <a:gd name="connsiteX4317" fmla="*/ 3246457 w 6282234"/>
              <a:gd name="connsiteY4317" fmla="*/ 3448729 h 4115518"/>
              <a:gd name="connsiteX4318" fmla="*/ 3239943 w 6282234"/>
              <a:gd name="connsiteY4318" fmla="*/ 3435459 h 4115518"/>
              <a:gd name="connsiteX4319" fmla="*/ 3230171 w 6282234"/>
              <a:gd name="connsiteY4319" fmla="*/ 3405603 h 4115518"/>
              <a:gd name="connsiteX4320" fmla="*/ 3230171 w 6282234"/>
              <a:gd name="connsiteY4320" fmla="*/ 3385699 h 4115518"/>
              <a:gd name="connsiteX4321" fmla="*/ 3223657 w 6282234"/>
              <a:gd name="connsiteY4321" fmla="*/ 3372430 h 4115518"/>
              <a:gd name="connsiteX4322" fmla="*/ 3223657 w 6282234"/>
              <a:gd name="connsiteY4322" fmla="*/ 3352525 h 4115518"/>
              <a:gd name="connsiteX4323" fmla="*/ 3223657 w 6282234"/>
              <a:gd name="connsiteY4323" fmla="*/ 3342573 h 4115518"/>
              <a:gd name="connsiteX4324" fmla="*/ 3207370 w 6282234"/>
              <a:gd name="connsiteY4324" fmla="*/ 3309400 h 4115518"/>
              <a:gd name="connsiteX4325" fmla="*/ 3191084 w 6282234"/>
              <a:gd name="connsiteY4325" fmla="*/ 3276226 h 4115518"/>
              <a:gd name="connsiteX4326" fmla="*/ 3178055 w 6282234"/>
              <a:gd name="connsiteY4326" fmla="*/ 3253004 h 4115518"/>
              <a:gd name="connsiteX4327" fmla="*/ 3178055 w 6282234"/>
              <a:gd name="connsiteY4327" fmla="*/ 3239735 h 4115518"/>
              <a:gd name="connsiteX4328" fmla="*/ 3178055 w 6282234"/>
              <a:gd name="connsiteY4328" fmla="*/ 3216514 h 4115518"/>
              <a:gd name="connsiteX4329" fmla="*/ 3181311 w 6282234"/>
              <a:gd name="connsiteY4329" fmla="*/ 3209879 h 4115518"/>
              <a:gd name="connsiteX4330" fmla="*/ 3187826 w 6282234"/>
              <a:gd name="connsiteY4330" fmla="*/ 3195614 h 4115518"/>
              <a:gd name="connsiteX4331" fmla="*/ 3187826 w 6282234"/>
              <a:gd name="connsiteY4331" fmla="*/ 3171398 h 4115518"/>
              <a:gd name="connsiteX4332" fmla="*/ 3204113 w 6282234"/>
              <a:gd name="connsiteY4332" fmla="*/ 3156470 h 4115518"/>
              <a:gd name="connsiteX4333" fmla="*/ 3213884 w 6282234"/>
              <a:gd name="connsiteY4333" fmla="*/ 3141873 h 4115518"/>
              <a:gd name="connsiteX4334" fmla="*/ 3213884 w 6282234"/>
              <a:gd name="connsiteY4334" fmla="*/ 3126945 h 4115518"/>
              <a:gd name="connsiteX4335" fmla="*/ 3204113 w 6282234"/>
              <a:gd name="connsiteY4335" fmla="*/ 3108036 h 4115518"/>
              <a:gd name="connsiteX4336" fmla="*/ 3200855 w 6282234"/>
              <a:gd name="connsiteY4336" fmla="*/ 3093439 h 4115518"/>
              <a:gd name="connsiteX4337" fmla="*/ 3207370 w 6282234"/>
              <a:gd name="connsiteY4337" fmla="*/ 3081166 h 4115518"/>
              <a:gd name="connsiteX4338" fmla="*/ 3187826 w 6282234"/>
              <a:gd name="connsiteY4338" fmla="*/ 3040694 h 4115518"/>
              <a:gd name="connsiteX4339" fmla="*/ 3200855 w 6282234"/>
              <a:gd name="connsiteY4339" fmla="*/ 3035386 h 4115518"/>
              <a:gd name="connsiteX4340" fmla="*/ 3187826 w 6282234"/>
              <a:gd name="connsiteY4340" fmla="*/ 3038039 h 4115518"/>
              <a:gd name="connsiteX4341" fmla="*/ 3184569 w 6282234"/>
              <a:gd name="connsiteY4341" fmla="*/ 3032732 h 4115518"/>
              <a:gd name="connsiteX4342" fmla="*/ 3181311 w 6282234"/>
              <a:gd name="connsiteY4342" fmla="*/ 3020457 h 4115518"/>
              <a:gd name="connsiteX4343" fmla="*/ 3178055 w 6282234"/>
              <a:gd name="connsiteY4343" fmla="*/ 3011169 h 4115518"/>
              <a:gd name="connsiteX4344" fmla="*/ 3165025 w 6282234"/>
              <a:gd name="connsiteY4344" fmla="*/ 3001549 h 4115518"/>
              <a:gd name="connsiteX4345" fmla="*/ 3155253 w 6282234"/>
              <a:gd name="connsiteY4345" fmla="*/ 2989607 h 4115518"/>
              <a:gd name="connsiteX4346" fmla="*/ 3142224 w 6282234"/>
              <a:gd name="connsiteY4346" fmla="*/ 2977332 h 4115518"/>
              <a:gd name="connsiteX4347" fmla="*/ 3135710 w 6282234"/>
              <a:gd name="connsiteY4347" fmla="*/ 2965390 h 4115518"/>
              <a:gd name="connsiteX4348" fmla="*/ 3125937 w 6282234"/>
              <a:gd name="connsiteY4348" fmla="*/ 2945153 h 4115518"/>
              <a:gd name="connsiteX4349" fmla="*/ 3135710 w 6282234"/>
              <a:gd name="connsiteY4349" fmla="*/ 2938187 h 4115518"/>
              <a:gd name="connsiteX4350" fmla="*/ 3135710 w 6282234"/>
              <a:gd name="connsiteY4350" fmla="*/ 2920605 h 4115518"/>
              <a:gd name="connsiteX4351" fmla="*/ 3142224 w 6282234"/>
              <a:gd name="connsiteY4351" fmla="*/ 2913970 h 4115518"/>
              <a:gd name="connsiteX4352" fmla="*/ 3135710 w 6282234"/>
              <a:gd name="connsiteY4352" fmla="*/ 2911316 h 4115518"/>
              <a:gd name="connsiteX4353" fmla="*/ 3142224 w 6282234"/>
              <a:gd name="connsiteY4353" fmla="*/ 2896388 h 4115518"/>
              <a:gd name="connsiteX4354" fmla="*/ 3142224 w 6282234"/>
              <a:gd name="connsiteY4354" fmla="*/ 2889754 h 4115518"/>
              <a:gd name="connsiteX4355" fmla="*/ 3145482 w 6282234"/>
              <a:gd name="connsiteY4355" fmla="*/ 2877479 h 4115518"/>
              <a:gd name="connsiteX4356" fmla="*/ 3138967 w 6282234"/>
              <a:gd name="connsiteY4356" fmla="*/ 2862883 h 4115518"/>
              <a:gd name="connsiteX4357" fmla="*/ 3129195 w 6282234"/>
              <a:gd name="connsiteY4357" fmla="*/ 2858902 h 4115518"/>
              <a:gd name="connsiteX4358" fmla="*/ 3122681 w 6282234"/>
              <a:gd name="connsiteY4358" fmla="*/ 2846627 h 4115518"/>
              <a:gd name="connsiteX4359" fmla="*/ 3116166 w 6282234"/>
              <a:gd name="connsiteY4359" fmla="*/ 2850609 h 4115518"/>
              <a:gd name="connsiteX4360" fmla="*/ 3096623 w 6282234"/>
              <a:gd name="connsiteY4360" fmla="*/ 2850609 h 4115518"/>
              <a:gd name="connsiteX4361" fmla="*/ 3093365 w 6282234"/>
              <a:gd name="connsiteY4361" fmla="*/ 2853262 h 4115518"/>
              <a:gd name="connsiteX4362" fmla="*/ 3080337 w 6282234"/>
              <a:gd name="connsiteY4362" fmla="*/ 2855916 h 4115518"/>
              <a:gd name="connsiteX4363" fmla="*/ 3067307 w 6282234"/>
              <a:gd name="connsiteY4363" fmla="*/ 2846627 h 4115518"/>
              <a:gd name="connsiteX4364" fmla="*/ 3067307 w 6282234"/>
              <a:gd name="connsiteY4364" fmla="*/ 2836012 h 4115518"/>
              <a:gd name="connsiteX4365" fmla="*/ 3048415 w 6282234"/>
              <a:gd name="connsiteY4365" fmla="*/ 2819757 h 4115518"/>
              <a:gd name="connsiteX4366" fmla="*/ 3035385 w 6282234"/>
              <a:gd name="connsiteY4366" fmla="*/ 2817104 h 4115518"/>
              <a:gd name="connsiteX4367" fmla="*/ 3020729 w 6282234"/>
              <a:gd name="connsiteY4367" fmla="*/ 2819757 h 4115518"/>
              <a:gd name="connsiteX4368" fmla="*/ 3000859 w 6282234"/>
              <a:gd name="connsiteY4368" fmla="*/ 2822411 h 4115518"/>
              <a:gd name="connsiteX4369" fmla="*/ 2994344 w 6282234"/>
              <a:gd name="connsiteY4369" fmla="*/ 2822411 h 4115518"/>
              <a:gd name="connsiteX4370" fmla="*/ 2988807 w 6282234"/>
              <a:gd name="connsiteY4370" fmla="*/ 2826392 h 4115518"/>
              <a:gd name="connsiteX4371" fmla="*/ 2977081 w 6282234"/>
              <a:gd name="connsiteY4371" fmla="*/ 2829046 h 4115518"/>
              <a:gd name="connsiteX4372" fmla="*/ 2958515 w 6282234"/>
              <a:gd name="connsiteY4372" fmla="*/ 2838666 h 4115518"/>
              <a:gd name="connsiteX4373" fmla="*/ 2943857 w 6282234"/>
              <a:gd name="connsiteY4373" fmla="*/ 2841320 h 4115518"/>
              <a:gd name="connsiteX4374" fmla="*/ 2939948 w 6282234"/>
              <a:gd name="connsiteY4374" fmla="*/ 2846627 h 4115518"/>
              <a:gd name="connsiteX4375" fmla="*/ 2922684 w 6282234"/>
              <a:gd name="connsiteY4375" fmla="*/ 2841320 h 4115518"/>
              <a:gd name="connsiteX4376" fmla="*/ 2893695 w 6282234"/>
              <a:gd name="connsiteY4376" fmla="*/ 2836012 h 4115518"/>
              <a:gd name="connsiteX4377" fmla="*/ 2869917 w 6282234"/>
              <a:gd name="connsiteY4377" fmla="*/ 2841320 h 4115518"/>
              <a:gd name="connsiteX4378" fmla="*/ 2841904 w 6282234"/>
              <a:gd name="connsiteY4378" fmla="*/ 2853262 h 4115518"/>
              <a:gd name="connsiteX4379" fmla="*/ 2812914 w 6282234"/>
              <a:gd name="connsiteY4379" fmla="*/ 2841320 h 4115518"/>
              <a:gd name="connsiteX4380" fmla="*/ 2791742 w 6282234"/>
              <a:gd name="connsiteY4380" fmla="*/ 2822411 h 4115518"/>
              <a:gd name="connsiteX4381" fmla="*/ 2774478 w 6282234"/>
              <a:gd name="connsiteY4381" fmla="*/ 2811464 h 4115518"/>
              <a:gd name="connsiteX4382" fmla="*/ 2773176 w 6282234"/>
              <a:gd name="connsiteY4382" fmla="*/ 2807483 h 4115518"/>
              <a:gd name="connsiteX4383" fmla="*/ 2755912 w 6282234"/>
              <a:gd name="connsiteY4383" fmla="*/ 2799522 h 4115518"/>
              <a:gd name="connsiteX4384" fmla="*/ 2749397 w 6282234"/>
              <a:gd name="connsiteY4384" fmla="*/ 2787247 h 4115518"/>
              <a:gd name="connsiteX4385" fmla="*/ 2741580 w 6282234"/>
              <a:gd name="connsiteY4385" fmla="*/ 2780612 h 4115518"/>
              <a:gd name="connsiteX4386" fmla="*/ 2741580 w 6282234"/>
              <a:gd name="connsiteY4386" fmla="*/ 2770992 h 4115518"/>
              <a:gd name="connsiteX4387" fmla="*/ 2737346 w 6282234"/>
              <a:gd name="connsiteY4387" fmla="*/ 2756395 h 4115518"/>
              <a:gd name="connsiteX4388" fmla="*/ 2725619 w 6282234"/>
              <a:gd name="connsiteY4388" fmla="*/ 2751088 h 4115518"/>
              <a:gd name="connsiteX4389" fmla="*/ 2710961 w 6282234"/>
              <a:gd name="connsiteY4389" fmla="*/ 2737486 h 4115518"/>
              <a:gd name="connsiteX4390" fmla="*/ 2703144 w 6282234"/>
              <a:gd name="connsiteY4390" fmla="*/ 2732179 h 4115518"/>
              <a:gd name="connsiteX4391" fmla="*/ 2703144 w 6282234"/>
              <a:gd name="connsiteY4391" fmla="*/ 2722558 h 4115518"/>
              <a:gd name="connsiteX4392" fmla="*/ 2693698 w 6282234"/>
              <a:gd name="connsiteY4392" fmla="*/ 2722558 h 4115518"/>
              <a:gd name="connsiteX4393" fmla="*/ 2681972 w 6282234"/>
              <a:gd name="connsiteY4393" fmla="*/ 2710616 h 4115518"/>
              <a:gd name="connsiteX4394" fmla="*/ 2681972 w 6282234"/>
              <a:gd name="connsiteY4394" fmla="*/ 2698341 h 4115518"/>
              <a:gd name="connsiteX4395" fmla="*/ 2684578 w 6282234"/>
              <a:gd name="connsiteY4395" fmla="*/ 2689053 h 4115518"/>
              <a:gd name="connsiteX4396" fmla="*/ 2675458 w 6282234"/>
              <a:gd name="connsiteY4396" fmla="*/ 2664504 h 4115518"/>
              <a:gd name="connsiteX4397" fmla="*/ 2684578 w 6282234"/>
              <a:gd name="connsiteY4397" fmla="*/ 2649909 h 4115518"/>
              <a:gd name="connsiteX4398" fmla="*/ 2684578 w 6282234"/>
              <a:gd name="connsiteY4398" fmla="*/ 2641615 h 4115518"/>
              <a:gd name="connsiteX4399" fmla="*/ 2687183 w 6282234"/>
              <a:gd name="connsiteY4399" fmla="*/ 2632327 h 4115518"/>
              <a:gd name="connsiteX4400" fmla="*/ 2693698 w 6282234"/>
              <a:gd name="connsiteY4400" fmla="*/ 2610764 h 4115518"/>
              <a:gd name="connsiteX4401" fmla="*/ 2693698 w 6282234"/>
              <a:gd name="connsiteY4401" fmla="*/ 2598489 h 4115518"/>
              <a:gd name="connsiteX4402" fmla="*/ 2689790 w 6282234"/>
              <a:gd name="connsiteY4402" fmla="*/ 2586547 h 4115518"/>
              <a:gd name="connsiteX4403" fmla="*/ 2691092 w 6282234"/>
              <a:gd name="connsiteY4403" fmla="*/ 2564983 h 4115518"/>
              <a:gd name="connsiteX4404" fmla="*/ 2687183 w 6282234"/>
              <a:gd name="connsiteY4404" fmla="*/ 2556690 h 4115518"/>
              <a:gd name="connsiteX4405" fmla="*/ 2675458 w 6282234"/>
              <a:gd name="connsiteY4405" fmla="*/ 2555363 h 4115518"/>
              <a:gd name="connsiteX4406" fmla="*/ 2678063 w 6282234"/>
              <a:gd name="connsiteY4406" fmla="*/ 2535128 h 4115518"/>
              <a:gd name="connsiteX4407" fmla="*/ 2687183 w 6282234"/>
              <a:gd name="connsiteY4407" fmla="*/ 2525839 h 4115518"/>
              <a:gd name="connsiteX4408" fmla="*/ 2699236 w 6282234"/>
              <a:gd name="connsiteY4408" fmla="*/ 2494988 h 4115518"/>
              <a:gd name="connsiteX4409" fmla="*/ 2713568 w 6282234"/>
              <a:gd name="connsiteY4409" fmla="*/ 2480059 h 4115518"/>
              <a:gd name="connsiteX4410" fmla="*/ 2714871 w 6282234"/>
              <a:gd name="connsiteY4410" fmla="*/ 2465131 h 4115518"/>
              <a:gd name="connsiteX4411" fmla="*/ 2720408 w 6282234"/>
              <a:gd name="connsiteY4411" fmla="*/ 2450204 h 4115518"/>
              <a:gd name="connsiteX4412" fmla="*/ 2737346 w 6282234"/>
              <a:gd name="connsiteY4412" fmla="*/ 2438261 h 4115518"/>
              <a:gd name="connsiteX4413" fmla="*/ 2744185 w 6282234"/>
              <a:gd name="connsiteY4413" fmla="*/ 2422005 h 4115518"/>
              <a:gd name="connsiteX4414" fmla="*/ 2749397 w 6282234"/>
              <a:gd name="connsiteY4414" fmla="*/ 2414044 h 4115518"/>
              <a:gd name="connsiteX4415" fmla="*/ 2773176 w 6282234"/>
              <a:gd name="connsiteY4415" fmla="*/ 2407077 h 4115518"/>
              <a:gd name="connsiteX4416" fmla="*/ 2796954 w 6282234"/>
              <a:gd name="connsiteY4416" fmla="*/ 2385515 h 4115518"/>
              <a:gd name="connsiteX4417" fmla="*/ 2803794 w 6282234"/>
              <a:gd name="connsiteY4417" fmla="*/ 2370918 h 4115518"/>
              <a:gd name="connsiteX4418" fmla="*/ 2800863 w 6282234"/>
              <a:gd name="connsiteY4418" fmla="*/ 2361298 h 4115518"/>
              <a:gd name="connsiteX4419" fmla="*/ 2800863 w 6282234"/>
              <a:gd name="connsiteY4419" fmla="*/ 2344048 h 4115518"/>
              <a:gd name="connsiteX4420" fmla="*/ 2810309 w 6282234"/>
              <a:gd name="connsiteY4420" fmla="*/ 2329120 h 4115518"/>
              <a:gd name="connsiteX4421" fmla="*/ 2810309 w 6282234"/>
              <a:gd name="connsiteY4421" fmla="*/ 2322153 h 4115518"/>
              <a:gd name="connsiteX4422" fmla="*/ 2824966 w 6282234"/>
              <a:gd name="connsiteY4422" fmla="*/ 2304903 h 4115518"/>
              <a:gd name="connsiteX4423" fmla="*/ 2841904 w 6282234"/>
              <a:gd name="connsiteY4423" fmla="*/ 2297936 h 4115518"/>
              <a:gd name="connsiteX4424" fmla="*/ 2853956 w 6282234"/>
              <a:gd name="connsiteY4424" fmla="*/ 2288648 h 4115518"/>
              <a:gd name="connsiteX4425" fmla="*/ 2863076 w 6282234"/>
              <a:gd name="connsiteY4425" fmla="*/ 2273719 h 4115518"/>
              <a:gd name="connsiteX4426" fmla="*/ 2869917 w 6282234"/>
              <a:gd name="connsiteY4426" fmla="*/ 2252157 h 4115518"/>
              <a:gd name="connsiteX4427" fmla="*/ 2880339 w 6282234"/>
              <a:gd name="connsiteY4427" fmla="*/ 2249502 h 4115518"/>
              <a:gd name="connsiteX4428" fmla="*/ 2881642 w 6282234"/>
              <a:gd name="connsiteY4428" fmla="*/ 2256137 h 4115518"/>
              <a:gd name="connsiteX4429" fmla="*/ 2892392 w 6282234"/>
              <a:gd name="connsiteY4429" fmla="*/ 2264431 h 4115518"/>
              <a:gd name="connsiteX4430" fmla="*/ 2908353 w 6282234"/>
              <a:gd name="connsiteY4430" fmla="*/ 2264431 h 4115518"/>
              <a:gd name="connsiteX4431" fmla="*/ 2934736 w 6282234"/>
              <a:gd name="connsiteY4431" fmla="*/ 2267084 h 4115518"/>
              <a:gd name="connsiteX4432" fmla="*/ 2941251 w 6282234"/>
              <a:gd name="connsiteY4432" fmla="*/ 2267084 h 4115518"/>
              <a:gd name="connsiteX4433" fmla="*/ 2953303 w 6282234"/>
              <a:gd name="connsiteY4433" fmla="*/ 2254811 h 4115518"/>
              <a:gd name="connsiteX4434" fmla="*/ 2970566 w 6282234"/>
              <a:gd name="connsiteY4434" fmla="*/ 2252157 h 4115518"/>
              <a:gd name="connsiteX4435" fmla="*/ 2975778 w 6282234"/>
              <a:gd name="connsiteY4435" fmla="*/ 2244195 h 4115518"/>
              <a:gd name="connsiteX4436" fmla="*/ 2994344 w 6282234"/>
              <a:gd name="connsiteY4436" fmla="*/ 2234575 h 4115518"/>
              <a:gd name="connsiteX4437" fmla="*/ 3015517 w 6282234"/>
              <a:gd name="connsiteY4437" fmla="*/ 2234575 h 4115518"/>
              <a:gd name="connsiteX4438" fmla="*/ 3023334 w 6282234"/>
              <a:gd name="connsiteY4438" fmla="*/ 2230594 h 4115518"/>
              <a:gd name="connsiteX4439" fmla="*/ 3056558 w 6282234"/>
              <a:gd name="connsiteY4439" fmla="*/ 2227940 h 4115518"/>
              <a:gd name="connsiteX4440" fmla="*/ 3067307 w 6282234"/>
              <a:gd name="connsiteY4440" fmla="*/ 2231921 h 4115518"/>
              <a:gd name="connsiteX4441" fmla="*/ 3083593 w 6282234"/>
              <a:gd name="connsiteY4441" fmla="*/ 2222632 h 4115518"/>
              <a:gd name="connsiteX4442" fmla="*/ 3093365 w 6282234"/>
              <a:gd name="connsiteY4442" fmla="*/ 2227940 h 4115518"/>
              <a:gd name="connsiteX4443" fmla="*/ 3099879 w 6282234"/>
              <a:gd name="connsiteY4443" fmla="*/ 2222632 h 4115518"/>
              <a:gd name="connsiteX4444" fmla="*/ 3122681 w 6282234"/>
              <a:gd name="connsiteY4444" fmla="*/ 2225286 h 4115518"/>
              <a:gd name="connsiteX4445" fmla="*/ 3142224 w 6282234"/>
              <a:gd name="connsiteY4445" fmla="*/ 2218652 h 4115518"/>
              <a:gd name="connsiteX4446" fmla="*/ 3148739 w 6282234"/>
              <a:gd name="connsiteY4446" fmla="*/ 2219979 h 4115518"/>
              <a:gd name="connsiteX4447" fmla="*/ 3155253 w 6282234"/>
              <a:gd name="connsiteY4447" fmla="*/ 2249502 h 4115518"/>
              <a:gd name="connsiteX4448" fmla="*/ 3165025 w 6282234"/>
              <a:gd name="connsiteY4448" fmla="*/ 2254811 h 4115518"/>
              <a:gd name="connsiteX4449" fmla="*/ 3165025 w 6282234"/>
              <a:gd name="connsiteY4449" fmla="*/ 2264431 h 4115518"/>
              <a:gd name="connsiteX4450" fmla="*/ 3155253 w 6282234"/>
              <a:gd name="connsiteY4450" fmla="*/ 2279027 h 4115518"/>
              <a:gd name="connsiteX4451" fmla="*/ 3145482 w 6282234"/>
              <a:gd name="connsiteY4451" fmla="*/ 2285994 h 4115518"/>
              <a:gd name="connsiteX4452" fmla="*/ 3148739 w 6282234"/>
              <a:gd name="connsiteY4452" fmla="*/ 2292629 h 4115518"/>
              <a:gd name="connsiteX4453" fmla="*/ 3168283 w 6282234"/>
              <a:gd name="connsiteY4453" fmla="*/ 2307556 h 4115518"/>
              <a:gd name="connsiteX4454" fmla="*/ 3171540 w 6282234"/>
              <a:gd name="connsiteY4454" fmla="*/ 2307556 h 4115518"/>
              <a:gd name="connsiteX4455" fmla="*/ 3187826 w 6282234"/>
              <a:gd name="connsiteY4455" fmla="*/ 2315518 h 4115518"/>
              <a:gd name="connsiteX4456" fmla="*/ 3204113 w 6282234"/>
              <a:gd name="connsiteY4456" fmla="*/ 2312864 h 4115518"/>
              <a:gd name="connsiteX4457" fmla="*/ 3236685 w 6282234"/>
              <a:gd name="connsiteY4457" fmla="*/ 2325138 h 4115518"/>
              <a:gd name="connsiteX4458" fmla="*/ 3243200 w 6282234"/>
              <a:gd name="connsiteY4458" fmla="*/ 2344048 h 4115518"/>
              <a:gd name="connsiteX4459" fmla="*/ 3249715 w 6282234"/>
              <a:gd name="connsiteY4459" fmla="*/ 2346701 h 4115518"/>
              <a:gd name="connsiteX4460" fmla="*/ 3275773 w 6282234"/>
              <a:gd name="connsiteY4460" fmla="*/ 2352010 h 4115518"/>
              <a:gd name="connsiteX4461" fmla="*/ 3288802 w 6282234"/>
              <a:gd name="connsiteY4461" fmla="*/ 2358645 h 4115518"/>
              <a:gd name="connsiteX4462" fmla="*/ 3301831 w 6282234"/>
              <a:gd name="connsiteY4462" fmla="*/ 2368265 h 4115518"/>
              <a:gd name="connsiteX4463" fmla="*/ 3311602 w 6282234"/>
              <a:gd name="connsiteY4463" fmla="*/ 2365610 h 4115518"/>
              <a:gd name="connsiteX4464" fmla="*/ 3321375 w 6282234"/>
              <a:gd name="connsiteY4464" fmla="*/ 2349355 h 4115518"/>
              <a:gd name="connsiteX4465" fmla="*/ 3321375 w 6282234"/>
              <a:gd name="connsiteY4465" fmla="*/ 2334428 h 4115518"/>
              <a:gd name="connsiteX4466" fmla="*/ 3331147 w 6282234"/>
              <a:gd name="connsiteY4466" fmla="*/ 2319499 h 4115518"/>
              <a:gd name="connsiteX4467" fmla="*/ 3347433 w 6282234"/>
              <a:gd name="connsiteY4467" fmla="*/ 2312864 h 4115518"/>
              <a:gd name="connsiteX4468" fmla="*/ 3360461 w 6282234"/>
              <a:gd name="connsiteY4468" fmla="*/ 2315518 h 4115518"/>
              <a:gd name="connsiteX4469" fmla="*/ 3376747 w 6282234"/>
              <a:gd name="connsiteY4469" fmla="*/ 2319499 h 4115518"/>
              <a:gd name="connsiteX4470" fmla="*/ 3376747 w 6282234"/>
              <a:gd name="connsiteY4470" fmla="*/ 2327793 h 4115518"/>
              <a:gd name="connsiteX4471" fmla="*/ 3389777 w 6282234"/>
              <a:gd name="connsiteY4471" fmla="*/ 2331773 h 4115518"/>
              <a:gd name="connsiteX4472" fmla="*/ 3406063 w 6282234"/>
              <a:gd name="connsiteY4472" fmla="*/ 2334428 h 4115518"/>
              <a:gd name="connsiteX4473" fmla="*/ 3412578 w 6282234"/>
              <a:gd name="connsiteY4473" fmla="*/ 2339735 h 4115518"/>
              <a:gd name="connsiteX4474" fmla="*/ 3448408 w 6282234"/>
              <a:gd name="connsiteY4474" fmla="*/ 2346701 h 4115518"/>
              <a:gd name="connsiteX4475" fmla="*/ 3458179 w 6282234"/>
              <a:gd name="connsiteY4475" fmla="*/ 2352010 h 4115518"/>
              <a:gd name="connsiteX4476" fmla="*/ 3467952 w 6282234"/>
              <a:gd name="connsiteY4476" fmla="*/ 2352010 h 4115518"/>
              <a:gd name="connsiteX4477" fmla="*/ 3477723 w 6282234"/>
              <a:gd name="connsiteY4477" fmla="*/ 2355990 h 4115518"/>
              <a:gd name="connsiteX4478" fmla="*/ 3484238 w 6282234"/>
              <a:gd name="connsiteY4478" fmla="*/ 2353336 h 4115518"/>
              <a:gd name="connsiteX4479" fmla="*/ 3500525 w 6282234"/>
              <a:gd name="connsiteY4479" fmla="*/ 2344048 h 4115518"/>
              <a:gd name="connsiteX4480" fmla="*/ 3523325 w 6282234"/>
              <a:gd name="connsiteY4480" fmla="*/ 2344048 h 4115518"/>
              <a:gd name="connsiteX4481" fmla="*/ 3529839 w 6282234"/>
              <a:gd name="connsiteY4481" fmla="*/ 2352010 h 4115518"/>
              <a:gd name="connsiteX4482" fmla="*/ 3559155 w 6282234"/>
              <a:gd name="connsiteY4482" fmla="*/ 2352010 h 4115518"/>
              <a:gd name="connsiteX4483" fmla="*/ 3568927 w 6282234"/>
              <a:gd name="connsiteY4483" fmla="*/ 2346701 h 4115518"/>
              <a:gd name="connsiteX4484" fmla="*/ 3572184 w 6282234"/>
              <a:gd name="connsiteY4484" fmla="*/ 2341062 h 4115518"/>
              <a:gd name="connsiteX4485" fmla="*/ 3581957 w 6282234"/>
              <a:gd name="connsiteY4485" fmla="*/ 2310211 h 4115518"/>
              <a:gd name="connsiteX4486" fmla="*/ 3598243 w 6282234"/>
              <a:gd name="connsiteY4486" fmla="*/ 2276374 h 4115518"/>
              <a:gd name="connsiteX4487" fmla="*/ 3594985 w 6282234"/>
              <a:gd name="connsiteY4487" fmla="*/ 2252157 h 4115518"/>
              <a:gd name="connsiteX4488" fmla="*/ 3594985 w 6282234"/>
              <a:gd name="connsiteY4488" fmla="*/ 2240214 h 4115518"/>
              <a:gd name="connsiteX4489" fmla="*/ 3601500 w 6282234"/>
              <a:gd name="connsiteY4489" fmla="*/ 2234575 h 4115518"/>
              <a:gd name="connsiteX4490" fmla="*/ 3598243 w 6282234"/>
              <a:gd name="connsiteY4490" fmla="*/ 2227940 h 4115518"/>
              <a:gd name="connsiteX4491" fmla="*/ 3588470 w 6282234"/>
              <a:gd name="connsiteY4491" fmla="*/ 2234575 h 4115518"/>
              <a:gd name="connsiteX4492" fmla="*/ 3572184 w 6282234"/>
              <a:gd name="connsiteY4492" fmla="*/ 2230594 h 4115518"/>
              <a:gd name="connsiteX4493" fmla="*/ 3562412 w 6282234"/>
              <a:gd name="connsiteY4493" fmla="*/ 2242869 h 4115518"/>
              <a:gd name="connsiteX4494" fmla="*/ 3542869 w 6282234"/>
              <a:gd name="connsiteY4494" fmla="*/ 2246849 h 4115518"/>
              <a:gd name="connsiteX4495" fmla="*/ 3529839 w 6282234"/>
              <a:gd name="connsiteY4495" fmla="*/ 2234575 h 4115518"/>
              <a:gd name="connsiteX4496" fmla="*/ 3516811 w 6282234"/>
              <a:gd name="connsiteY4496" fmla="*/ 2230594 h 4115518"/>
              <a:gd name="connsiteX4497" fmla="*/ 3503781 w 6282234"/>
              <a:gd name="connsiteY4497" fmla="*/ 2230594 h 4115518"/>
              <a:gd name="connsiteX4498" fmla="*/ 3503781 w 6282234"/>
              <a:gd name="connsiteY4498" fmla="*/ 2240214 h 4115518"/>
              <a:gd name="connsiteX4499" fmla="*/ 3490752 w 6282234"/>
              <a:gd name="connsiteY4499" fmla="*/ 2244195 h 4115518"/>
              <a:gd name="connsiteX4500" fmla="*/ 3480981 w 6282234"/>
              <a:gd name="connsiteY4500" fmla="*/ 2240214 h 4115518"/>
              <a:gd name="connsiteX4501" fmla="*/ 3477723 w 6282234"/>
              <a:gd name="connsiteY4501" fmla="*/ 2231921 h 4115518"/>
              <a:gd name="connsiteX4502" fmla="*/ 3467952 w 6282234"/>
              <a:gd name="connsiteY4502" fmla="*/ 2227940 h 4115518"/>
              <a:gd name="connsiteX4503" fmla="*/ 3451665 w 6282234"/>
              <a:gd name="connsiteY4503" fmla="*/ 2225286 h 4115518"/>
              <a:gd name="connsiteX4504" fmla="*/ 3448408 w 6282234"/>
              <a:gd name="connsiteY4504" fmla="*/ 2218652 h 4115518"/>
              <a:gd name="connsiteX4505" fmla="*/ 3448408 w 6282234"/>
              <a:gd name="connsiteY4505" fmla="*/ 2203723 h 4115518"/>
              <a:gd name="connsiteX4506" fmla="*/ 3432121 w 6282234"/>
              <a:gd name="connsiteY4506" fmla="*/ 2198415 h 4115518"/>
              <a:gd name="connsiteX4507" fmla="*/ 3438636 w 6282234"/>
              <a:gd name="connsiteY4507" fmla="*/ 2176853 h 4115518"/>
              <a:gd name="connsiteX4508" fmla="*/ 3438636 w 6282234"/>
              <a:gd name="connsiteY4508" fmla="*/ 2167232 h 4115518"/>
              <a:gd name="connsiteX4509" fmla="*/ 3425607 w 6282234"/>
              <a:gd name="connsiteY4509" fmla="*/ 2169886 h 4115518"/>
              <a:gd name="connsiteX4510" fmla="*/ 3425607 w 6282234"/>
              <a:gd name="connsiteY4510" fmla="*/ 2159270 h 4115518"/>
              <a:gd name="connsiteX4511" fmla="*/ 3438636 w 6282234"/>
              <a:gd name="connsiteY4511" fmla="*/ 2146996 h 4115518"/>
              <a:gd name="connsiteX4512" fmla="*/ 3454923 w 6282234"/>
              <a:gd name="connsiteY4512" fmla="*/ 2145670 h 4115518"/>
              <a:gd name="connsiteX4513" fmla="*/ 3471209 w 6282234"/>
              <a:gd name="connsiteY4513" fmla="*/ 2146996 h 4115518"/>
              <a:gd name="connsiteX4514" fmla="*/ 3477723 w 6282234"/>
              <a:gd name="connsiteY4514" fmla="*/ 2143016 h 4115518"/>
              <a:gd name="connsiteX4515" fmla="*/ 3480981 w 6282234"/>
              <a:gd name="connsiteY4515" fmla="*/ 2128088 h 4115518"/>
              <a:gd name="connsiteX4516" fmla="*/ 3516811 w 6282234"/>
              <a:gd name="connsiteY4516" fmla="*/ 2131073 h 4115518"/>
              <a:gd name="connsiteX4517" fmla="*/ 3533097 w 6282234"/>
              <a:gd name="connsiteY4517" fmla="*/ 2116145 h 4115518"/>
              <a:gd name="connsiteX4518" fmla="*/ 3552641 w 6282234"/>
              <a:gd name="connsiteY4518" fmla="*/ 2109510 h 4115518"/>
              <a:gd name="connsiteX4519" fmla="*/ 3575442 w 6282234"/>
              <a:gd name="connsiteY4519" fmla="*/ 2110838 h 4115518"/>
              <a:gd name="connsiteX4520" fmla="*/ 3588470 w 6282234"/>
              <a:gd name="connsiteY4520" fmla="*/ 2116145 h 4115518"/>
              <a:gd name="connsiteX4521" fmla="*/ 3598243 w 6282234"/>
              <a:gd name="connsiteY4521" fmla="*/ 2116145 h 4115518"/>
              <a:gd name="connsiteX4522" fmla="*/ 3604757 w 6282234"/>
              <a:gd name="connsiteY4522" fmla="*/ 2128088 h 4115518"/>
              <a:gd name="connsiteX4523" fmla="*/ 3614529 w 6282234"/>
              <a:gd name="connsiteY4523" fmla="*/ 2125433 h 4115518"/>
              <a:gd name="connsiteX4524" fmla="*/ 3624301 w 6282234"/>
              <a:gd name="connsiteY4524" fmla="*/ 2133727 h 4115518"/>
              <a:gd name="connsiteX4525" fmla="*/ 3640587 w 6282234"/>
              <a:gd name="connsiteY4525" fmla="*/ 2135054 h 4115518"/>
              <a:gd name="connsiteX4526" fmla="*/ 3660130 w 6282234"/>
              <a:gd name="connsiteY4526" fmla="*/ 2131073 h 4115518"/>
              <a:gd name="connsiteX4527" fmla="*/ 3669902 w 6282234"/>
              <a:gd name="connsiteY4527" fmla="*/ 2135054 h 4115518"/>
              <a:gd name="connsiteX4528" fmla="*/ 3692703 w 6282234"/>
              <a:gd name="connsiteY4528" fmla="*/ 2125433 h 4115518"/>
              <a:gd name="connsiteX4529" fmla="*/ 3695961 w 6282234"/>
              <a:gd name="connsiteY4529" fmla="*/ 2121453 h 4115518"/>
              <a:gd name="connsiteX4530" fmla="*/ 3699218 w 6282234"/>
              <a:gd name="connsiteY4530" fmla="*/ 2110838 h 4115518"/>
              <a:gd name="connsiteX4531" fmla="*/ 3692703 w 6282234"/>
              <a:gd name="connsiteY4531" fmla="*/ 2091928 h 4115518"/>
              <a:gd name="connsiteX4532" fmla="*/ 3666645 w 6282234"/>
              <a:gd name="connsiteY4532" fmla="*/ 2077001 h 4115518"/>
              <a:gd name="connsiteX4533" fmla="*/ 3650359 w 6282234"/>
              <a:gd name="connsiteY4533" fmla="*/ 2058091 h 4115518"/>
              <a:gd name="connsiteX4534" fmla="*/ 3624301 w 6282234"/>
              <a:gd name="connsiteY4534" fmla="*/ 2046149 h 4115518"/>
              <a:gd name="connsiteX4535" fmla="*/ 3611271 w 6282234"/>
              <a:gd name="connsiteY4535" fmla="*/ 2031221 h 4115518"/>
              <a:gd name="connsiteX4536" fmla="*/ 3624301 w 6282234"/>
              <a:gd name="connsiteY4536" fmla="*/ 2025912 h 4115518"/>
              <a:gd name="connsiteX4537" fmla="*/ 3630815 w 6282234"/>
              <a:gd name="connsiteY4537" fmla="*/ 2012312 h 4115518"/>
              <a:gd name="connsiteX4538" fmla="*/ 3630815 w 6282234"/>
              <a:gd name="connsiteY4538" fmla="*/ 2000037 h 4115518"/>
              <a:gd name="connsiteX4539" fmla="*/ 3640587 w 6282234"/>
              <a:gd name="connsiteY4539" fmla="*/ 1989422 h 4115518"/>
              <a:gd name="connsiteX4540" fmla="*/ 3637329 w 6282234"/>
              <a:gd name="connsiteY4540" fmla="*/ 1982787 h 4115518"/>
              <a:gd name="connsiteX4541" fmla="*/ 3624301 w 6282234"/>
              <a:gd name="connsiteY4541" fmla="*/ 1985441 h 4115518"/>
              <a:gd name="connsiteX4542" fmla="*/ 3611271 w 6282234"/>
              <a:gd name="connsiteY4542" fmla="*/ 1992075 h 4115518"/>
              <a:gd name="connsiteX4543" fmla="*/ 3594985 w 6282234"/>
              <a:gd name="connsiteY4543" fmla="*/ 1994730 h 4115518"/>
              <a:gd name="connsiteX4544" fmla="*/ 3588470 w 6282234"/>
              <a:gd name="connsiteY4544" fmla="*/ 2001696 h 4115518"/>
              <a:gd name="connsiteX4545" fmla="*/ 3575442 w 6282234"/>
              <a:gd name="connsiteY4545" fmla="*/ 2007004 h 4115518"/>
              <a:gd name="connsiteX4546" fmla="*/ 3575442 w 6282234"/>
              <a:gd name="connsiteY4546" fmla="*/ 2016292 h 4115518"/>
              <a:gd name="connsiteX4547" fmla="*/ 3588470 w 6282234"/>
              <a:gd name="connsiteY4547" fmla="*/ 2028567 h 4115518"/>
              <a:gd name="connsiteX4548" fmla="*/ 3601500 w 6282234"/>
              <a:gd name="connsiteY4548" fmla="*/ 2025912 h 4115518"/>
              <a:gd name="connsiteX4549" fmla="*/ 3608015 w 6282234"/>
              <a:gd name="connsiteY4549" fmla="*/ 2025912 h 4115518"/>
              <a:gd name="connsiteX4550" fmla="*/ 3604757 w 6282234"/>
              <a:gd name="connsiteY4550" fmla="*/ 2036529 h 4115518"/>
              <a:gd name="connsiteX4551" fmla="*/ 3588470 w 6282234"/>
              <a:gd name="connsiteY4551" fmla="*/ 2033874 h 4115518"/>
              <a:gd name="connsiteX4552" fmla="*/ 3585213 w 6282234"/>
              <a:gd name="connsiteY4552" fmla="*/ 2037855 h 4115518"/>
              <a:gd name="connsiteX4553" fmla="*/ 3568927 w 6282234"/>
              <a:gd name="connsiteY4553" fmla="*/ 2043163 h 4115518"/>
              <a:gd name="connsiteX4554" fmla="*/ 3562412 w 6282234"/>
              <a:gd name="connsiteY4554" fmla="*/ 2052784 h 4115518"/>
              <a:gd name="connsiteX4555" fmla="*/ 3555897 w 6282234"/>
              <a:gd name="connsiteY4555" fmla="*/ 2050129 h 4115518"/>
              <a:gd name="connsiteX4556" fmla="*/ 3555897 w 6282234"/>
              <a:gd name="connsiteY4556" fmla="*/ 2033874 h 4115518"/>
              <a:gd name="connsiteX4557" fmla="*/ 3539611 w 6282234"/>
              <a:gd name="connsiteY4557" fmla="*/ 2025912 h 4115518"/>
              <a:gd name="connsiteX4558" fmla="*/ 3559155 w 6282234"/>
              <a:gd name="connsiteY4558" fmla="*/ 2013639 h 4115518"/>
              <a:gd name="connsiteX4559" fmla="*/ 3552641 w 6282234"/>
              <a:gd name="connsiteY4559" fmla="*/ 2009657 h 4115518"/>
              <a:gd name="connsiteX4560" fmla="*/ 3533097 w 6282234"/>
              <a:gd name="connsiteY4560" fmla="*/ 2009657 h 4115518"/>
              <a:gd name="connsiteX4561" fmla="*/ 3526583 w 6282234"/>
              <a:gd name="connsiteY4561" fmla="*/ 1994730 h 4115518"/>
              <a:gd name="connsiteX4562" fmla="*/ 3516811 w 6282234"/>
              <a:gd name="connsiteY4562" fmla="*/ 1994730 h 4115518"/>
              <a:gd name="connsiteX4563" fmla="*/ 3510296 w 6282234"/>
              <a:gd name="connsiteY4563" fmla="*/ 2001696 h 4115518"/>
              <a:gd name="connsiteX4564" fmla="*/ 3497267 w 6282234"/>
              <a:gd name="connsiteY4564" fmla="*/ 2013639 h 4115518"/>
              <a:gd name="connsiteX4565" fmla="*/ 3487495 w 6282234"/>
              <a:gd name="connsiteY4565" fmla="*/ 2018947 h 4115518"/>
              <a:gd name="connsiteX4566" fmla="*/ 3490752 w 6282234"/>
              <a:gd name="connsiteY4566" fmla="*/ 2031221 h 4115518"/>
              <a:gd name="connsiteX4567" fmla="*/ 3487495 w 6282234"/>
              <a:gd name="connsiteY4567" fmla="*/ 2040509 h 4115518"/>
              <a:gd name="connsiteX4568" fmla="*/ 3474466 w 6282234"/>
              <a:gd name="connsiteY4568" fmla="*/ 2043163 h 4115518"/>
              <a:gd name="connsiteX4569" fmla="*/ 3471209 w 6282234"/>
              <a:gd name="connsiteY4569" fmla="*/ 2067711 h 4115518"/>
              <a:gd name="connsiteX4570" fmla="*/ 3467952 w 6282234"/>
              <a:gd name="connsiteY4570" fmla="*/ 2077001 h 4115518"/>
              <a:gd name="connsiteX4571" fmla="*/ 3461437 w 6282234"/>
              <a:gd name="connsiteY4571" fmla="*/ 2077001 h 4115518"/>
              <a:gd name="connsiteX4572" fmla="*/ 3454923 w 6282234"/>
              <a:gd name="connsiteY4572" fmla="*/ 2094582 h 4115518"/>
              <a:gd name="connsiteX4573" fmla="*/ 3454923 w 6282234"/>
              <a:gd name="connsiteY4573" fmla="*/ 2098563 h 4115518"/>
              <a:gd name="connsiteX4574" fmla="*/ 3461437 w 6282234"/>
              <a:gd name="connsiteY4574" fmla="*/ 2110838 h 4115518"/>
              <a:gd name="connsiteX4575" fmla="*/ 3461437 w 6282234"/>
              <a:gd name="connsiteY4575" fmla="*/ 2133727 h 4115518"/>
              <a:gd name="connsiteX4576" fmla="*/ 3451665 w 6282234"/>
              <a:gd name="connsiteY4576" fmla="*/ 2135054 h 4115518"/>
              <a:gd name="connsiteX4577" fmla="*/ 3445151 w 6282234"/>
              <a:gd name="connsiteY4577" fmla="*/ 2143016 h 4115518"/>
              <a:gd name="connsiteX4578" fmla="*/ 3438636 w 6282234"/>
              <a:gd name="connsiteY4578" fmla="*/ 2145670 h 4115518"/>
              <a:gd name="connsiteX4579" fmla="*/ 3428865 w 6282234"/>
              <a:gd name="connsiteY4579" fmla="*/ 2155290 h 4115518"/>
              <a:gd name="connsiteX4580" fmla="*/ 3425607 w 6282234"/>
              <a:gd name="connsiteY4580" fmla="*/ 2140361 h 4115518"/>
              <a:gd name="connsiteX4581" fmla="*/ 3409320 w 6282234"/>
              <a:gd name="connsiteY4581" fmla="*/ 2133727 h 4115518"/>
              <a:gd name="connsiteX4582" fmla="*/ 3396292 w 6282234"/>
              <a:gd name="connsiteY4582" fmla="*/ 2135054 h 4115518"/>
              <a:gd name="connsiteX4583" fmla="*/ 3386520 w 6282234"/>
              <a:gd name="connsiteY4583" fmla="*/ 2146996 h 4115518"/>
              <a:gd name="connsiteX4584" fmla="*/ 3376747 w 6282234"/>
              <a:gd name="connsiteY4584" fmla="*/ 2152636 h 4115518"/>
              <a:gd name="connsiteX4585" fmla="*/ 3366976 w 6282234"/>
              <a:gd name="connsiteY4585" fmla="*/ 2146996 h 4115518"/>
              <a:gd name="connsiteX4586" fmla="*/ 3366976 w 6282234"/>
              <a:gd name="connsiteY4586" fmla="*/ 2155290 h 4115518"/>
              <a:gd name="connsiteX4587" fmla="*/ 3370234 w 6282234"/>
              <a:gd name="connsiteY4587" fmla="*/ 2161925 h 4115518"/>
              <a:gd name="connsiteX4588" fmla="*/ 3373491 w 6282234"/>
              <a:gd name="connsiteY4588" fmla="*/ 2186142 h 4115518"/>
              <a:gd name="connsiteX4589" fmla="*/ 3389777 w 6282234"/>
              <a:gd name="connsiteY4589" fmla="*/ 2195762 h 4115518"/>
              <a:gd name="connsiteX4590" fmla="*/ 3389777 w 6282234"/>
              <a:gd name="connsiteY4590" fmla="*/ 2210358 h 4115518"/>
              <a:gd name="connsiteX4591" fmla="*/ 3383262 w 6282234"/>
              <a:gd name="connsiteY4591" fmla="*/ 2203723 h 4115518"/>
              <a:gd name="connsiteX4592" fmla="*/ 3376747 w 6282234"/>
              <a:gd name="connsiteY4592" fmla="*/ 2206377 h 4115518"/>
              <a:gd name="connsiteX4593" fmla="*/ 3376747 w 6282234"/>
              <a:gd name="connsiteY4593" fmla="*/ 2215997 h 4115518"/>
              <a:gd name="connsiteX4594" fmla="*/ 3366976 w 6282234"/>
              <a:gd name="connsiteY4594" fmla="*/ 2213012 h 4115518"/>
              <a:gd name="connsiteX4595" fmla="*/ 3376747 w 6282234"/>
              <a:gd name="connsiteY4595" fmla="*/ 2230594 h 4115518"/>
              <a:gd name="connsiteX4596" fmla="*/ 3360461 w 6282234"/>
              <a:gd name="connsiteY4596" fmla="*/ 2231921 h 4115518"/>
              <a:gd name="connsiteX4597" fmla="*/ 3357205 w 6282234"/>
              <a:gd name="connsiteY4597" fmla="*/ 2225286 h 4115518"/>
              <a:gd name="connsiteX4598" fmla="*/ 3347433 w 6282234"/>
              <a:gd name="connsiteY4598" fmla="*/ 2230594 h 4115518"/>
              <a:gd name="connsiteX4599" fmla="*/ 3347433 w 6282234"/>
              <a:gd name="connsiteY4599" fmla="*/ 2215997 h 4115518"/>
              <a:gd name="connsiteX4600" fmla="*/ 3340918 w 6282234"/>
              <a:gd name="connsiteY4600" fmla="*/ 2207704 h 4115518"/>
              <a:gd name="connsiteX4601" fmla="*/ 3344175 w 6282234"/>
              <a:gd name="connsiteY4601" fmla="*/ 2198415 h 4115518"/>
              <a:gd name="connsiteX4602" fmla="*/ 3353947 w 6282234"/>
              <a:gd name="connsiteY4602" fmla="*/ 2195762 h 4115518"/>
              <a:gd name="connsiteX4603" fmla="*/ 3370234 w 6282234"/>
              <a:gd name="connsiteY4603" fmla="*/ 2203723 h 4115518"/>
              <a:gd name="connsiteX4604" fmla="*/ 3366976 w 6282234"/>
              <a:gd name="connsiteY4604" fmla="*/ 2195762 h 4115518"/>
              <a:gd name="connsiteX4605" fmla="*/ 3353947 w 6282234"/>
              <a:gd name="connsiteY4605" fmla="*/ 2194435 h 4115518"/>
              <a:gd name="connsiteX4606" fmla="*/ 3340918 w 6282234"/>
              <a:gd name="connsiteY4606" fmla="*/ 2194435 h 4115518"/>
              <a:gd name="connsiteX4607" fmla="*/ 3331147 w 6282234"/>
              <a:gd name="connsiteY4607" fmla="*/ 2183487 h 4115518"/>
              <a:gd name="connsiteX4608" fmla="*/ 3331147 w 6282234"/>
              <a:gd name="connsiteY4608" fmla="*/ 2179507 h 4115518"/>
              <a:gd name="connsiteX4609" fmla="*/ 3321375 w 6282234"/>
              <a:gd name="connsiteY4609" fmla="*/ 2164578 h 4115518"/>
              <a:gd name="connsiteX4610" fmla="*/ 3318117 w 6282234"/>
              <a:gd name="connsiteY4610" fmla="*/ 2157943 h 4115518"/>
              <a:gd name="connsiteX4611" fmla="*/ 3311602 w 6282234"/>
              <a:gd name="connsiteY4611" fmla="*/ 2152636 h 4115518"/>
              <a:gd name="connsiteX4612" fmla="*/ 3308345 w 6282234"/>
              <a:gd name="connsiteY4612" fmla="*/ 2143016 h 4115518"/>
              <a:gd name="connsiteX4613" fmla="*/ 3311602 w 6282234"/>
              <a:gd name="connsiteY4613" fmla="*/ 2113491 h 4115518"/>
              <a:gd name="connsiteX4614" fmla="*/ 3308345 w 6282234"/>
              <a:gd name="connsiteY4614" fmla="*/ 2113491 h 4115518"/>
              <a:gd name="connsiteX4615" fmla="*/ 3301831 w 6282234"/>
              <a:gd name="connsiteY4615" fmla="*/ 2103871 h 4115518"/>
              <a:gd name="connsiteX4616" fmla="*/ 3295316 w 6282234"/>
              <a:gd name="connsiteY4616" fmla="*/ 2098563 h 4115518"/>
              <a:gd name="connsiteX4617" fmla="*/ 3279029 w 6282234"/>
              <a:gd name="connsiteY4617" fmla="*/ 2089274 h 4115518"/>
              <a:gd name="connsiteX4618" fmla="*/ 3279029 w 6282234"/>
              <a:gd name="connsiteY4618" fmla="*/ 2086289 h 4115518"/>
              <a:gd name="connsiteX4619" fmla="*/ 3266001 w 6282234"/>
              <a:gd name="connsiteY4619" fmla="*/ 2077001 h 4115518"/>
              <a:gd name="connsiteX4620" fmla="*/ 3249715 w 6282234"/>
              <a:gd name="connsiteY4620" fmla="*/ 2070366 h 4115518"/>
              <a:gd name="connsiteX4621" fmla="*/ 3236685 w 6282234"/>
              <a:gd name="connsiteY4621" fmla="*/ 2058091 h 4115518"/>
              <a:gd name="connsiteX4622" fmla="*/ 3236685 w 6282234"/>
              <a:gd name="connsiteY4622" fmla="*/ 2052784 h 4115518"/>
              <a:gd name="connsiteX4623" fmla="*/ 3233428 w 6282234"/>
              <a:gd name="connsiteY4623" fmla="*/ 2046149 h 4115518"/>
              <a:gd name="connsiteX4624" fmla="*/ 3230171 w 6282234"/>
              <a:gd name="connsiteY4624" fmla="*/ 2033874 h 4115518"/>
              <a:gd name="connsiteX4625" fmla="*/ 3223657 w 6282234"/>
              <a:gd name="connsiteY4625" fmla="*/ 2028567 h 4115518"/>
              <a:gd name="connsiteX4626" fmla="*/ 3217142 w 6282234"/>
              <a:gd name="connsiteY4626" fmla="*/ 2036529 h 4115518"/>
              <a:gd name="connsiteX4627" fmla="*/ 3213884 w 6282234"/>
              <a:gd name="connsiteY4627" fmla="*/ 2040509 h 4115518"/>
              <a:gd name="connsiteX4628" fmla="*/ 3207370 w 6282234"/>
              <a:gd name="connsiteY4628" fmla="*/ 2024586 h 4115518"/>
              <a:gd name="connsiteX4629" fmla="*/ 3210627 w 6282234"/>
              <a:gd name="connsiteY4629" fmla="*/ 2021600 h 4115518"/>
              <a:gd name="connsiteX4630" fmla="*/ 3200855 w 6282234"/>
              <a:gd name="connsiteY4630" fmla="*/ 2016292 h 4115518"/>
              <a:gd name="connsiteX4631" fmla="*/ 3184569 w 6282234"/>
              <a:gd name="connsiteY4631" fmla="*/ 2031221 h 4115518"/>
              <a:gd name="connsiteX4632" fmla="*/ 3191084 w 6282234"/>
              <a:gd name="connsiteY4632" fmla="*/ 2037855 h 4115518"/>
              <a:gd name="connsiteX4633" fmla="*/ 3184569 w 6282234"/>
              <a:gd name="connsiteY4633" fmla="*/ 2046149 h 4115518"/>
              <a:gd name="connsiteX4634" fmla="*/ 3187826 w 6282234"/>
              <a:gd name="connsiteY4634" fmla="*/ 2055437 h 4115518"/>
              <a:gd name="connsiteX4635" fmla="*/ 3204113 w 6282234"/>
              <a:gd name="connsiteY4635" fmla="*/ 2070366 h 4115518"/>
              <a:gd name="connsiteX4636" fmla="*/ 3207370 w 6282234"/>
              <a:gd name="connsiteY4636" fmla="*/ 2073019 h 4115518"/>
              <a:gd name="connsiteX4637" fmla="*/ 3213884 w 6282234"/>
              <a:gd name="connsiteY4637" fmla="*/ 2094582 h 4115518"/>
              <a:gd name="connsiteX4638" fmla="*/ 3230171 w 6282234"/>
              <a:gd name="connsiteY4638" fmla="*/ 2109510 h 4115518"/>
              <a:gd name="connsiteX4639" fmla="*/ 3236685 w 6282234"/>
              <a:gd name="connsiteY4639" fmla="*/ 2110838 h 4115518"/>
              <a:gd name="connsiteX4640" fmla="*/ 3249715 w 6282234"/>
              <a:gd name="connsiteY4640" fmla="*/ 2110838 h 4115518"/>
              <a:gd name="connsiteX4641" fmla="*/ 3249715 w 6282234"/>
              <a:gd name="connsiteY4641" fmla="*/ 2122780 h 4115518"/>
              <a:gd name="connsiteX4642" fmla="*/ 3269258 w 6282234"/>
              <a:gd name="connsiteY4642" fmla="*/ 2133727 h 4115518"/>
              <a:gd name="connsiteX4643" fmla="*/ 3285544 w 6282234"/>
              <a:gd name="connsiteY4643" fmla="*/ 2143016 h 4115518"/>
              <a:gd name="connsiteX4644" fmla="*/ 3295316 w 6282234"/>
              <a:gd name="connsiteY4644" fmla="*/ 2155290 h 4115518"/>
              <a:gd name="connsiteX4645" fmla="*/ 3292059 w 6282234"/>
              <a:gd name="connsiteY4645" fmla="*/ 2161925 h 4115518"/>
              <a:gd name="connsiteX4646" fmla="*/ 3285544 w 6282234"/>
              <a:gd name="connsiteY4646" fmla="*/ 2152636 h 4115518"/>
              <a:gd name="connsiteX4647" fmla="*/ 3269258 w 6282234"/>
              <a:gd name="connsiteY4647" fmla="*/ 2145670 h 4115518"/>
              <a:gd name="connsiteX4648" fmla="*/ 3266001 w 6282234"/>
              <a:gd name="connsiteY4648" fmla="*/ 2149650 h 4115518"/>
              <a:gd name="connsiteX4649" fmla="*/ 3259486 w 6282234"/>
              <a:gd name="connsiteY4649" fmla="*/ 2161925 h 4115518"/>
              <a:gd name="connsiteX4650" fmla="*/ 3269258 w 6282234"/>
              <a:gd name="connsiteY4650" fmla="*/ 2171213 h 4115518"/>
              <a:gd name="connsiteX4651" fmla="*/ 3269258 w 6282234"/>
              <a:gd name="connsiteY4651" fmla="*/ 2182160 h 4115518"/>
              <a:gd name="connsiteX4652" fmla="*/ 3259486 w 6282234"/>
              <a:gd name="connsiteY4652" fmla="*/ 2186142 h 4115518"/>
              <a:gd name="connsiteX4653" fmla="*/ 3259486 w 6282234"/>
              <a:gd name="connsiteY4653" fmla="*/ 2194435 h 4115518"/>
              <a:gd name="connsiteX4654" fmla="*/ 3249715 w 6282234"/>
              <a:gd name="connsiteY4654" fmla="*/ 2203723 h 4115518"/>
              <a:gd name="connsiteX4655" fmla="*/ 3243200 w 6282234"/>
              <a:gd name="connsiteY4655" fmla="*/ 2203723 h 4115518"/>
              <a:gd name="connsiteX4656" fmla="*/ 3252971 w 6282234"/>
              <a:gd name="connsiteY4656" fmla="*/ 2179507 h 4115518"/>
              <a:gd name="connsiteX4657" fmla="*/ 3243200 w 6282234"/>
              <a:gd name="connsiteY4657" fmla="*/ 2157943 h 4115518"/>
              <a:gd name="connsiteX4658" fmla="*/ 3239943 w 6282234"/>
              <a:gd name="connsiteY4658" fmla="*/ 2157943 h 4115518"/>
              <a:gd name="connsiteX4659" fmla="*/ 3233428 w 6282234"/>
              <a:gd name="connsiteY4659" fmla="*/ 2149650 h 4115518"/>
              <a:gd name="connsiteX4660" fmla="*/ 3230171 w 6282234"/>
              <a:gd name="connsiteY4660" fmla="*/ 2140361 h 4115518"/>
              <a:gd name="connsiteX4661" fmla="*/ 3217142 w 6282234"/>
              <a:gd name="connsiteY4661" fmla="*/ 2137708 h 4115518"/>
              <a:gd name="connsiteX4662" fmla="*/ 3210627 w 6282234"/>
              <a:gd name="connsiteY4662" fmla="*/ 2128088 h 4115518"/>
              <a:gd name="connsiteX4663" fmla="*/ 3200855 w 6282234"/>
              <a:gd name="connsiteY4663" fmla="*/ 2128088 h 4115518"/>
              <a:gd name="connsiteX4664" fmla="*/ 3178055 w 6282234"/>
              <a:gd name="connsiteY4664" fmla="*/ 2109510 h 4115518"/>
              <a:gd name="connsiteX4665" fmla="*/ 3174798 w 6282234"/>
              <a:gd name="connsiteY4665" fmla="*/ 2103871 h 4115518"/>
              <a:gd name="connsiteX4666" fmla="*/ 3155253 w 6282234"/>
              <a:gd name="connsiteY4666" fmla="*/ 2086289 h 4115518"/>
              <a:gd name="connsiteX4667" fmla="*/ 3151997 w 6282234"/>
              <a:gd name="connsiteY4667" fmla="*/ 2064726 h 4115518"/>
              <a:gd name="connsiteX4668" fmla="*/ 3132452 w 6282234"/>
              <a:gd name="connsiteY4668" fmla="*/ 2052784 h 4115518"/>
              <a:gd name="connsiteX4669" fmla="*/ 3125937 w 6282234"/>
              <a:gd name="connsiteY4669" fmla="*/ 2050129 h 4115518"/>
              <a:gd name="connsiteX4670" fmla="*/ 3112909 w 6282234"/>
              <a:gd name="connsiteY4670" fmla="*/ 2064726 h 4115518"/>
              <a:gd name="connsiteX4671" fmla="*/ 3103137 w 6282234"/>
              <a:gd name="connsiteY4671" fmla="*/ 2067711 h 4115518"/>
              <a:gd name="connsiteX4672" fmla="*/ 3086851 w 6282234"/>
              <a:gd name="connsiteY4672" fmla="*/ 2082308 h 4115518"/>
              <a:gd name="connsiteX4673" fmla="*/ 3077079 w 6282234"/>
              <a:gd name="connsiteY4673" fmla="*/ 2084962 h 4115518"/>
              <a:gd name="connsiteX4674" fmla="*/ 3053953 w 6282234"/>
              <a:gd name="connsiteY4674" fmla="*/ 2077001 h 4115518"/>
              <a:gd name="connsiteX4675" fmla="*/ 3044506 w 6282234"/>
              <a:gd name="connsiteY4675" fmla="*/ 2073019 h 4115518"/>
              <a:gd name="connsiteX4676" fmla="*/ 3027243 w 6282234"/>
              <a:gd name="connsiteY4676" fmla="*/ 2082308 h 4115518"/>
              <a:gd name="connsiteX4677" fmla="*/ 3024637 w 6282234"/>
              <a:gd name="connsiteY4677" fmla="*/ 2089274 h 4115518"/>
              <a:gd name="connsiteX4678" fmla="*/ 3027243 w 6282234"/>
              <a:gd name="connsiteY4678" fmla="*/ 2098563 h 4115518"/>
              <a:gd name="connsiteX4679" fmla="*/ 3027243 w 6282234"/>
              <a:gd name="connsiteY4679" fmla="*/ 2113491 h 4115518"/>
              <a:gd name="connsiteX4680" fmla="*/ 3012911 w 6282234"/>
              <a:gd name="connsiteY4680" fmla="*/ 2122780 h 4115518"/>
              <a:gd name="connsiteX4681" fmla="*/ 3008676 w 6282234"/>
              <a:gd name="connsiteY4681" fmla="*/ 2128088 h 4115518"/>
              <a:gd name="connsiteX4682" fmla="*/ 2988807 w 6282234"/>
              <a:gd name="connsiteY4682" fmla="*/ 2133727 h 4115518"/>
              <a:gd name="connsiteX4683" fmla="*/ 2973172 w 6282234"/>
              <a:gd name="connsiteY4683" fmla="*/ 2157943 h 4115518"/>
              <a:gd name="connsiteX4684" fmla="*/ 2967635 w 6282234"/>
              <a:gd name="connsiteY4684" fmla="*/ 2169886 h 4115518"/>
              <a:gd name="connsiteX4685" fmla="*/ 2973172 w 6282234"/>
              <a:gd name="connsiteY4685" fmla="*/ 2182160 h 4115518"/>
              <a:gd name="connsiteX4686" fmla="*/ 2977081 w 6282234"/>
              <a:gd name="connsiteY4686" fmla="*/ 2186142 h 4115518"/>
              <a:gd name="connsiteX4687" fmla="*/ 2963727 w 6282234"/>
              <a:gd name="connsiteY4687" fmla="*/ 2195762 h 4115518"/>
              <a:gd name="connsiteX4688" fmla="*/ 2955909 w 6282234"/>
              <a:gd name="connsiteY4688" fmla="*/ 2213012 h 4115518"/>
              <a:gd name="connsiteX4689" fmla="*/ 2952000 w 6282234"/>
              <a:gd name="connsiteY4689" fmla="*/ 2213012 h 4115518"/>
              <a:gd name="connsiteX4690" fmla="*/ 2943857 w 6282234"/>
              <a:gd name="connsiteY4690" fmla="*/ 2218652 h 4115518"/>
              <a:gd name="connsiteX4691" fmla="*/ 2934736 w 6282234"/>
              <a:gd name="connsiteY4691" fmla="*/ 2230594 h 4115518"/>
              <a:gd name="connsiteX4692" fmla="*/ 2896300 w 6282234"/>
              <a:gd name="connsiteY4692" fmla="*/ 2230594 h 4115518"/>
              <a:gd name="connsiteX4693" fmla="*/ 2892392 w 6282234"/>
              <a:gd name="connsiteY4693" fmla="*/ 2234575 h 4115518"/>
              <a:gd name="connsiteX4694" fmla="*/ 2881642 w 6282234"/>
              <a:gd name="connsiteY4694" fmla="*/ 2237560 h 4115518"/>
              <a:gd name="connsiteX4695" fmla="*/ 2880339 w 6282234"/>
              <a:gd name="connsiteY4695" fmla="*/ 2244195 h 4115518"/>
              <a:gd name="connsiteX4696" fmla="*/ 2875129 w 6282234"/>
              <a:gd name="connsiteY4696" fmla="*/ 2246849 h 4115518"/>
              <a:gd name="connsiteX4697" fmla="*/ 2868614 w 6282234"/>
              <a:gd name="connsiteY4697" fmla="*/ 2242869 h 4115518"/>
              <a:gd name="connsiteX4698" fmla="*/ 2857865 w 6282234"/>
              <a:gd name="connsiteY4698" fmla="*/ 2225286 h 4115518"/>
              <a:gd name="connsiteX4699" fmla="*/ 2844836 w 6282234"/>
              <a:gd name="connsiteY4699" fmla="*/ 2219979 h 4115518"/>
              <a:gd name="connsiteX4700" fmla="*/ 2836693 w 6282234"/>
              <a:gd name="connsiteY4700" fmla="*/ 2225286 h 4115518"/>
              <a:gd name="connsiteX4701" fmla="*/ 2822360 w 6282234"/>
              <a:gd name="connsiteY4701" fmla="*/ 2222632 h 4115518"/>
              <a:gd name="connsiteX4702" fmla="*/ 2820732 w 6282234"/>
              <a:gd name="connsiteY4702" fmla="*/ 2215997 h 4115518"/>
              <a:gd name="connsiteX4703" fmla="*/ 2820732 w 6282234"/>
              <a:gd name="connsiteY4703" fmla="*/ 2194435 h 4115518"/>
              <a:gd name="connsiteX4704" fmla="*/ 2809006 w 6282234"/>
              <a:gd name="connsiteY4704" fmla="*/ 2186142 h 4115518"/>
              <a:gd name="connsiteX4705" fmla="*/ 2810309 w 6282234"/>
              <a:gd name="connsiteY4705" fmla="*/ 2171213 h 4115518"/>
              <a:gd name="connsiteX4706" fmla="*/ 2815520 w 6282234"/>
              <a:gd name="connsiteY4706" fmla="*/ 2167232 h 4115518"/>
              <a:gd name="connsiteX4707" fmla="*/ 2822360 w 6282234"/>
              <a:gd name="connsiteY4707" fmla="*/ 2133727 h 4115518"/>
              <a:gd name="connsiteX4708" fmla="*/ 2818126 w 6282234"/>
              <a:gd name="connsiteY4708" fmla="*/ 2113491 h 4115518"/>
              <a:gd name="connsiteX4709" fmla="*/ 2820732 w 6282234"/>
              <a:gd name="connsiteY4709" fmla="*/ 2110838 h 4115518"/>
              <a:gd name="connsiteX4710" fmla="*/ 2818126 w 6282234"/>
              <a:gd name="connsiteY4710" fmla="*/ 2106524 h 4115518"/>
              <a:gd name="connsiteX4711" fmla="*/ 2812914 w 6282234"/>
              <a:gd name="connsiteY4711" fmla="*/ 2082308 h 4115518"/>
              <a:gd name="connsiteX4712" fmla="*/ 2827572 w 6282234"/>
              <a:gd name="connsiteY4712" fmla="*/ 2077001 h 4115518"/>
              <a:gd name="connsiteX4713" fmla="*/ 2834087 w 6282234"/>
              <a:gd name="connsiteY4713" fmla="*/ 2067711 h 4115518"/>
              <a:gd name="connsiteX4714" fmla="*/ 2846139 w 6282234"/>
              <a:gd name="connsiteY4714" fmla="*/ 2073019 h 4115518"/>
              <a:gd name="connsiteX4715" fmla="*/ 2875129 w 6282234"/>
              <a:gd name="connsiteY4715" fmla="*/ 2073019 h 4115518"/>
              <a:gd name="connsiteX4716" fmla="*/ 2898907 w 6282234"/>
              <a:gd name="connsiteY4716" fmla="*/ 2077001 h 4115518"/>
              <a:gd name="connsiteX4717" fmla="*/ 2910958 w 6282234"/>
              <a:gd name="connsiteY4717" fmla="*/ 2074346 h 4115518"/>
              <a:gd name="connsiteX4718" fmla="*/ 2934736 w 6282234"/>
              <a:gd name="connsiteY4718" fmla="*/ 2079654 h 4115518"/>
              <a:gd name="connsiteX4719" fmla="*/ 2941251 w 6282234"/>
              <a:gd name="connsiteY4719" fmla="*/ 2077001 h 4115518"/>
              <a:gd name="connsiteX4720" fmla="*/ 2946462 w 6282234"/>
              <a:gd name="connsiteY4720" fmla="*/ 2070366 h 4115518"/>
              <a:gd name="connsiteX4721" fmla="*/ 2952000 w 6282234"/>
              <a:gd name="connsiteY4721" fmla="*/ 2046149 h 4115518"/>
              <a:gd name="connsiteX4722" fmla="*/ 2953303 w 6282234"/>
              <a:gd name="connsiteY4722" fmla="*/ 2012312 h 4115518"/>
              <a:gd name="connsiteX4723" fmla="*/ 2952000 w 6282234"/>
              <a:gd name="connsiteY4723" fmla="*/ 2004350 h 4115518"/>
              <a:gd name="connsiteX4724" fmla="*/ 2941251 w 6282234"/>
              <a:gd name="connsiteY4724" fmla="*/ 2000037 h 4115518"/>
              <a:gd name="connsiteX4725" fmla="*/ 2937342 w 6282234"/>
              <a:gd name="connsiteY4725" fmla="*/ 1989422 h 4115518"/>
              <a:gd name="connsiteX4726" fmla="*/ 2937342 w 6282234"/>
              <a:gd name="connsiteY4726" fmla="*/ 1985441 h 4115518"/>
              <a:gd name="connsiteX4727" fmla="*/ 2928221 w 6282234"/>
              <a:gd name="connsiteY4727" fmla="*/ 1977148 h 4115518"/>
              <a:gd name="connsiteX4728" fmla="*/ 2925290 w 6282234"/>
              <a:gd name="connsiteY4728" fmla="*/ 1970513 h 4115518"/>
              <a:gd name="connsiteX4729" fmla="*/ 2917473 w 6282234"/>
              <a:gd name="connsiteY4729" fmla="*/ 1970513 h 4115518"/>
              <a:gd name="connsiteX4730" fmla="*/ 2910958 w 6282234"/>
              <a:gd name="connsiteY4730" fmla="*/ 1965205 h 4115518"/>
              <a:gd name="connsiteX4731" fmla="*/ 2898907 w 6282234"/>
              <a:gd name="connsiteY4731" fmla="*/ 1965205 h 4115518"/>
              <a:gd name="connsiteX4732" fmla="*/ 2896300 w 6282234"/>
              <a:gd name="connsiteY4732" fmla="*/ 1952930 h 4115518"/>
              <a:gd name="connsiteX4733" fmla="*/ 2889785 w 6282234"/>
              <a:gd name="connsiteY4733" fmla="*/ 1951603 h 4115518"/>
              <a:gd name="connsiteX4734" fmla="*/ 2893695 w 6282234"/>
              <a:gd name="connsiteY4734" fmla="*/ 1943642 h 4115518"/>
              <a:gd name="connsiteX4735" fmla="*/ 2917473 w 6282234"/>
              <a:gd name="connsiteY4735" fmla="*/ 1936676 h 4115518"/>
              <a:gd name="connsiteX4736" fmla="*/ 2925290 w 6282234"/>
              <a:gd name="connsiteY4736" fmla="*/ 1946296 h 4115518"/>
              <a:gd name="connsiteX4737" fmla="*/ 2932131 w 6282234"/>
              <a:gd name="connsiteY4737" fmla="*/ 1940988 h 4115518"/>
              <a:gd name="connsiteX4738" fmla="*/ 2943857 w 6282234"/>
              <a:gd name="connsiteY4738" fmla="*/ 1943642 h 4115518"/>
              <a:gd name="connsiteX4739" fmla="*/ 2943857 w 6282234"/>
              <a:gd name="connsiteY4739" fmla="*/ 1927388 h 4115518"/>
              <a:gd name="connsiteX4740" fmla="*/ 2941251 w 6282234"/>
              <a:gd name="connsiteY4740" fmla="*/ 1915113 h 4115518"/>
              <a:gd name="connsiteX4741" fmla="*/ 2949394 w 6282234"/>
              <a:gd name="connsiteY4741" fmla="*/ 1915113 h 4115518"/>
              <a:gd name="connsiteX4742" fmla="*/ 2953303 w 6282234"/>
              <a:gd name="connsiteY4742" fmla="*/ 1922079 h 4115518"/>
              <a:gd name="connsiteX4743" fmla="*/ 2975778 w 6282234"/>
              <a:gd name="connsiteY4743" fmla="*/ 1924733 h 4115518"/>
              <a:gd name="connsiteX4744" fmla="*/ 2975778 w 6282234"/>
              <a:gd name="connsiteY4744" fmla="*/ 1915113 h 4115518"/>
              <a:gd name="connsiteX4745" fmla="*/ 2991739 w 6282234"/>
              <a:gd name="connsiteY4745" fmla="*/ 1907151 h 4115518"/>
              <a:gd name="connsiteX4746" fmla="*/ 2999556 w 6282234"/>
              <a:gd name="connsiteY4746" fmla="*/ 1900516 h 4115518"/>
              <a:gd name="connsiteX4747" fmla="*/ 3000859 w 6282234"/>
              <a:gd name="connsiteY4747" fmla="*/ 1880281 h 4115518"/>
              <a:gd name="connsiteX4748" fmla="*/ 3018122 w 6282234"/>
              <a:gd name="connsiteY4748" fmla="*/ 1876299 h 4115518"/>
              <a:gd name="connsiteX4749" fmla="*/ 3032780 w 6282234"/>
              <a:gd name="connsiteY4749" fmla="*/ 1866679 h 4115518"/>
              <a:gd name="connsiteX4750" fmla="*/ 3047112 w 6282234"/>
              <a:gd name="connsiteY4750" fmla="*/ 1868006 h 4115518"/>
              <a:gd name="connsiteX4751" fmla="*/ 3047112 w 6282234"/>
              <a:gd name="connsiteY4751" fmla="*/ 1866679 h 4115518"/>
              <a:gd name="connsiteX4752" fmla="*/ 3039295 w 6282234"/>
              <a:gd name="connsiteY4752" fmla="*/ 1866679 h 4115518"/>
              <a:gd name="connsiteX4753" fmla="*/ 3041900 w 6282234"/>
              <a:gd name="connsiteY4753" fmla="*/ 1856064 h 4115518"/>
              <a:gd name="connsiteX4754" fmla="*/ 3051021 w 6282234"/>
              <a:gd name="connsiteY4754" fmla="*/ 1837155 h 4115518"/>
              <a:gd name="connsiteX4755" fmla="*/ 3067307 w 6282234"/>
              <a:gd name="connsiteY4755" fmla="*/ 1842462 h 4115518"/>
              <a:gd name="connsiteX4756" fmla="*/ 3073822 w 6282234"/>
              <a:gd name="connsiteY4756" fmla="*/ 1834501 h 4115518"/>
              <a:gd name="connsiteX4757" fmla="*/ 3067307 w 6282234"/>
              <a:gd name="connsiteY4757" fmla="*/ 1824881 h 4115518"/>
              <a:gd name="connsiteX4758" fmla="*/ 3060792 w 6282234"/>
              <a:gd name="connsiteY4758" fmla="*/ 1831847 h 4115518"/>
              <a:gd name="connsiteX4759" fmla="*/ 3057535 w 6282234"/>
              <a:gd name="connsiteY4759" fmla="*/ 1822227 h 4115518"/>
              <a:gd name="connsiteX4760" fmla="*/ 3073822 w 6282234"/>
              <a:gd name="connsiteY4760" fmla="*/ 1807299 h 4115518"/>
              <a:gd name="connsiteX4761" fmla="*/ 3090108 w 6282234"/>
              <a:gd name="connsiteY4761" fmla="*/ 1805972 h 4115518"/>
              <a:gd name="connsiteX4762" fmla="*/ 3099879 w 6282234"/>
              <a:gd name="connsiteY4762" fmla="*/ 1812938 h 4115518"/>
              <a:gd name="connsiteX4763" fmla="*/ 3099879 w 6282234"/>
              <a:gd name="connsiteY4763" fmla="*/ 1800664 h 4115518"/>
              <a:gd name="connsiteX4764" fmla="*/ 3112909 w 6282234"/>
              <a:gd name="connsiteY4764" fmla="*/ 1798010 h 4115518"/>
              <a:gd name="connsiteX4765" fmla="*/ 3116166 w 6282234"/>
              <a:gd name="connsiteY4765" fmla="*/ 1803318 h 4115518"/>
              <a:gd name="connsiteX4766" fmla="*/ 3129195 w 6282234"/>
              <a:gd name="connsiteY4766" fmla="*/ 1785735 h 4115518"/>
              <a:gd name="connsiteX4767" fmla="*/ 3129195 w 6282234"/>
              <a:gd name="connsiteY4767" fmla="*/ 1776447 h 4115518"/>
              <a:gd name="connsiteX4768" fmla="*/ 3122681 w 6282234"/>
              <a:gd name="connsiteY4768" fmla="*/ 1761520 h 4115518"/>
              <a:gd name="connsiteX4769" fmla="*/ 3122681 w 6282234"/>
              <a:gd name="connsiteY4769" fmla="*/ 1746923 h 4115518"/>
              <a:gd name="connsiteX4770" fmla="*/ 3112909 w 6282234"/>
              <a:gd name="connsiteY4770" fmla="*/ 1742610 h 4115518"/>
              <a:gd name="connsiteX4771" fmla="*/ 3116166 w 6282234"/>
              <a:gd name="connsiteY4771" fmla="*/ 1733321 h 4115518"/>
              <a:gd name="connsiteX4772" fmla="*/ 3112909 w 6282234"/>
              <a:gd name="connsiteY4772" fmla="*/ 1725360 h 4115518"/>
              <a:gd name="connsiteX4773" fmla="*/ 3112909 w 6282234"/>
              <a:gd name="connsiteY4773" fmla="*/ 1710431 h 4115518"/>
              <a:gd name="connsiteX4774" fmla="*/ 3119424 w 6282234"/>
              <a:gd name="connsiteY4774" fmla="*/ 1710431 h 4115518"/>
              <a:gd name="connsiteX4775" fmla="*/ 3135710 w 6282234"/>
              <a:gd name="connsiteY4775" fmla="*/ 1696831 h 4115518"/>
              <a:gd name="connsiteX4776" fmla="*/ 3145482 w 6282234"/>
              <a:gd name="connsiteY4776" fmla="*/ 1694176 h 4115518"/>
              <a:gd name="connsiteX4777" fmla="*/ 3151997 w 6282234"/>
              <a:gd name="connsiteY4777" fmla="*/ 1698158 h 4115518"/>
              <a:gd name="connsiteX4778" fmla="*/ 3151997 w 6282234"/>
              <a:gd name="connsiteY4778" fmla="*/ 1709105 h 4115518"/>
              <a:gd name="connsiteX4779" fmla="*/ 3165025 w 6282234"/>
              <a:gd name="connsiteY4779" fmla="*/ 1715740 h 4115518"/>
              <a:gd name="connsiteX4780" fmla="*/ 3158511 w 6282234"/>
              <a:gd name="connsiteY4780" fmla="*/ 1722374 h 4115518"/>
              <a:gd name="connsiteX4781" fmla="*/ 3151997 w 6282234"/>
              <a:gd name="connsiteY4781" fmla="*/ 1728013 h 4115518"/>
              <a:gd name="connsiteX4782" fmla="*/ 3138967 w 6282234"/>
              <a:gd name="connsiteY4782" fmla="*/ 1746923 h 4115518"/>
              <a:gd name="connsiteX4783" fmla="*/ 3135710 w 6282234"/>
              <a:gd name="connsiteY4783" fmla="*/ 1764173 h 4115518"/>
              <a:gd name="connsiteX4784" fmla="*/ 3145482 w 6282234"/>
              <a:gd name="connsiteY4784" fmla="*/ 1767158 h 4115518"/>
              <a:gd name="connsiteX4785" fmla="*/ 3148739 w 6282234"/>
              <a:gd name="connsiteY4785" fmla="*/ 1776447 h 4115518"/>
              <a:gd name="connsiteX4786" fmla="*/ 3161768 w 6282234"/>
              <a:gd name="connsiteY4786" fmla="*/ 1781755 h 4115518"/>
              <a:gd name="connsiteX4787" fmla="*/ 3171540 w 6282234"/>
              <a:gd name="connsiteY4787" fmla="*/ 1794029 h 4115518"/>
              <a:gd name="connsiteX4788" fmla="*/ 3174798 w 6282234"/>
              <a:gd name="connsiteY4788" fmla="*/ 1785735 h 4115518"/>
              <a:gd name="connsiteX4789" fmla="*/ 3184569 w 6282234"/>
              <a:gd name="connsiteY4789" fmla="*/ 1783082 h 4115518"/>
              <a:gd name="connsiteX4790" fmla="*/ 3187826 w 6282234"/>
              <a:gd name="connsiteY4790" fmla="*/ 1776447 h 4115518"/>
              <a:gd name="connsiteX4791" fmla="*/ 3197598 w 6282234"/>
              <a:gd name="connsiteY4791" fmla="*/ 1776447 h 4115518"/>
              <a:gd name="connsiteX4792" fmla="*/ 3207370 w 6282234"/>
              <a:gd name="connsiteY4792" fmla="*/ 1785735 h 4115518"/>
              <a:gd name="connsiteX4793" fmla="*/ 3210627 w 6282234"/>
              <a:gd name="connsiteY4793" fmla="*/ 1785735 h 4115518"/>
              <a:gd name="connsiteX4794" fmla="*/ 3213884 w 6282234"/>
              <a:gd name="connsiteY4794" fmla="*/ 1798010 h 4115518"/>
              <a:gd name="connsiteX4795" fmla="*/ 3220399 w 6282234"/>
              <a:gd name="connsiteY4795" fmla="*/ 1800664 h 4115518"/>
              <a:gd name="connsiteX4796" fmla="*/ 3220399 w 6282234"/>
              <a:gd name="connsiteY4796" fmla="*/ 1794029 h 4115518"/>
              <a:gd name="connsiteX4797" fmla="*/ 3249715 w 6282234"/>
              <a:gd name="connsiteY4797" fmla="*/ 1783082 h 4115518"/>
              <a:gd name="connsiteX4798" fmla="*/ 3252971 w 6282234"/>
              <a:gd name="connsiteY4798" fmla="*/ 1781755 h 4115518"/>
              <a:gd name="connsiteX4799" fmla="*/ 3259486 w 6282234"/>
              <a:gd name="connsiteY4799" fmla="*/ 1773793 h 4115518"/>
              <a:gd name="connsiteX4800" fmla="*/ 3272516 w 6282234"/>
              <a:gd name="connsiteY4800" fmla="*/ 1769813 h 4115518"/>
              <a:gd name="connsiteX4801" fmla="*/ 3292059 w 6282234"/>
              <a:gd name="connsiteY4801" fmla="*/ 1764173 h 4115518"/>
              <a:gd name="connsiteX4802" fmla="*/ 3295316 w 6282234"/>
              <a:gd name="connsiteY4802" fmla="*/ 1776447 h 4115518"/>
              <a:gd name="connsiteX4803" fmla="*/ 3301831 w 6282234"/>
              <a:gd name="connsiteY4803" fmla="*/ 1779101 h 4115518"/>
              <a:gd name="connsiteX4804" fmla="*/ 3318117 w 6282234"/>
              <a:gd name="connsiteY4804" fmla="*/ 1776447 h 4115518"/>
              <a:gd name="connsiteX4805" fmla="*/ 3321375 w 6282234"/>
              <a:gd name="connsiteY4805" fmla="*/ 1761520 h 4115518"/>
              <a:gd name="connsiteX4806" fmla="*/ 3340918 w 6282234"/>
              <a:gd name="connsiteY4806" fmla="*/ 1761520 h 4115518"/>
              <a:gd name="connsiteX4807" fmla="*/ 3340918 w 6282234"/>
              <a:gd name="connsiteY4807" fmla="*/ 1752230 h 4115518"/>
              <a:gd name="connsiteX4808" fmla="*/ 3340918 w 6282234"/>
              <a:gd name="connsiteY4808" fmla="*/ 1725360 h 4115518"/>
              <a:gd name="connsiteX4809" fmla="*/ 3337661 w 6282234"/>
              <a:gd name="connsiteY4809" fmla="*/ 1718393 h 4115518"/>
              <a:gd name="connsiteX4810" fmla="*/ 3340918 w 6282234"/>
              <a:gd name="connsiteY4810" fmla="*/ 1700811 h 4115518"/>
              <a:gd name="connsiteX4811" fmla="*/ 3344175 w 6282234"/>
              <a:gd name="connsiteY4811" fmla="*/ 1694176 h 4115518"/>
              <a:gd name="connsiteX4812" fmla="*/ 3350690 w 6282234"/>
              <a:gd name="connsiteY4812" fmla="*/ 1676594 h 4115518"/>
              <a:gd name="connsiteX4813" fmla="*/ 3363719 w 6282234"/>
              <a:gd name="connsiteY4813" fmla="*/ 1672614 h 4115518"/>
              <a:gd name="connsiteX4814" fmla="*/ 3376747 w 6282234"/>
              <a:gd name="connsiteY4814" fmla="*/ 1684888 h 4115518"/>
              <a:gd name="connsiteX4815" fmla="*/ 3376747 w 6282234"/>
              <a:gd name="connsiteY4815" fmla="*/ 1694176 h 4115518"/>
              <a:gd name="connsiteX4816" fmla="*/ 3383262 w 6282234"/>
              <a:gd name="connsiteY4816" fmla="*/ 1696831 h 4115518"/>
              <a:gd name="connsiteX4817" fmla="*/ 3396292 w 6282234"/>
              <a:gd name="connsiteY4817" fmla="*/ 1688869 h 4115518"/>
              <a:gd name="connsiteX4818" fmla="*/ 3396292 w 6282234"/>
              <a:gd name="connsiteY4818" fmla="*/ 1667306 h 4115518"/>
              <a:gd name="connsiteX4819" fmla="*/ 3399549 w 6282234"/>
              <a:gd name="connsiteY4819" fmla="*/ 1655032 h 4115518"/>
              <a:gd name="connsiteX4820" fmla="*/ 3383262 w 6282234"/>
              <a:gd name="connsiteY4820" fmla="*/ 1649724 h 4115518"/>
              <a:gd name="connsiteX4821" fmla="*/ 3383262 w 6282234"/>
              <a:gd name="connsiteY4821" fmla="*/ 1643089 h 4115518"/>
              <a:gd name="connsiteX4822" fmla="*/ 3380005 w 6282234"/>
              <a:gd name="connsiteY4822" fmla="*/ 1624180 h 4115518"/>
              <a:gd name="connsiteX4823" fmla="*/ 3389777 w 6282234"/>
              <a:gd name="connsiteY4823" fmla="*/ 1618872 h 4115518"/>
              <a:gd name="connsiteX4824" fmla="*/ 3396292 w 6282234"/>
              <a:gd name="connsiteY4824" fmla="*/ 1613233 h 4115518"/>
              <a:gd name="connsiteX4825" fmla="*/ 3425607 w 6282234"/>
              <a:gd name="connsiteY4825" fmla="*/ 1606598 h 4115518"/>
              <a:gd name="connsiteX4826" fmla="*/ 3441893 w 6282234"/>
              <a:gd name="connsiteY4826" fmla="*/ 1613233 h 4115518"/>
              <a:gd name="connsiteX4827" fmla="*/ 3454923 w 6282234"/>
              <a:gd name="connsiteY4827" fmla="*/ 1615887 h 4115518"/>
              <a:gd name="connsiteX4828" fmla="*/ 3461437 w 6282234"/>
              <a:gd name="connsiteY4828" fmla="*/ 1613233 h 4115518"/>
              <a:gd name="connsiteX4829" fmla="*/ 3480981 w 6282234"/>
              <a:gd name="connsiteY4829" fmla="*/ 1594324 h 4115518"/>
              <a:gd name="connsiteX4830" fmla="*/ 3474466 w 6282234"/>
              <a:gd name="connsiteY4830" fmla="*/ 1577074 h 4115518"/>
              <a:gd name="connsiteX4831" fmla="*/ 3454923 w 6282234"/>
              <a:gd name="connsiteY4831" fmla="*/ 1575747 h 4115518"/>
              <a:gd name="connsiteX4832" fmla="*/ 3422350 w 6282234"/>
              <a:gd name="connsiteY4832" fmla="*/ 1582382 h 4115518"/>
              <a:gd name="connsiteX4833" fmla="*/ 3412578 w 6282234"/>
              <a:gd name="connsiteY4833" fmla="*/ 1587690 h 4115518"/>
              <a:gd name="connsiteX4834" fmla="*/ 3376747 w 6282234"/>
              <a:gd name="connsiteY4834" fmla="*/ 1601290 h 4115518"/>
              <a:gd name="connsiteX4835" fmla="*/ 3366976 w 6282234"/>
              <a:gd name="connsiteY4835" fmla="*/ 1582382 h 4115518"/>
              <a:gd name="connsiteX4836" fmla="*/ 3360461 w 6282234"/>
              <a:gd name="connsiteY4836" fmla="*/ 1579728 h 4115518"/>
              <a:gd name="connsiteX4837" fmla="*/ 3344175 w 6282234"/>
              <a:gd name="connsiteY4837" fmla="*/ 1572761 h 4115518"/>
              <a:gd name="connsiteX4838" fmla="*/ 3344175 w 6282234"/>
              <a:gd name="connsiteY4838" fmla="*/ 1563473 h 4115518"/>
              <a:gd name="connsiteX4839" fmla="*/ 3347433 w 6282234"/>
              <a:gd name="connsiteY4839" fmla="*/ 1548545 h 4115518"/>
              <a:gd name="connsiteX4840" fmla="*/ 3347433 w 6282234"/>
              <a:gd name="connsiteY4840" fmla="*/ 1528308 h 4115518"/>
              <a:gd name="connsiteX4841" fmla="*/ 3340918 w 6282234"/>
              <a:gd name="connsiteY4841" fmla="*/ 1521674 h 4115518"/>
              <a:gd name="connsiteX4842" fmla="*/ 3344175 w 6282234"/>
              <a:gd name="connsiteY4842" fmla="*/ 1515039 h 4115518"/>
              <a:gd name="connsiteX4843" fmla="*/ 3340918 w 6282234"/>
              <a:gd name="connsiteY4843" fmla="*/ 1504091 h 4115518"/>
              <a:gd name="connsiteX4844" fmla="*/ 3340918 w 6282234"/>
              <a:gd name="connsiteY4844" fmla="*/ 1492149 h 4115518"/>
              <a:gd name="connsiteX4845" fmla="*/ 3344175 w 6282234"/>
              <a:gd name="connsiteY4845" fmla="*/ 1488169 h 4115518"/>
              <a:gd name="connsiteX4846" fmla="*/ 3347433 w 6282234"/>
              <a:gd name="connsiteY4846" fmla="*/ 1475894 h 4115518"/>
              <a:gd name="connsiteX4847" fmla="*/ 3360461 w 6282234"/>
              <a:gd name="connsiteY4847" fmla="*/ 1473241 h 4115518"/>
              <a:gd name="connsiteX4848" fmla="*/ 3366976 w 6282234"/>
              <a:gd name="connsiteY4848" fmla="*/ 1455659 h 4115518"/>
              <a:gd name="connsiteX4849" fmla="*/ 3376747 w 6282234"/>
              <a:gd name="connsiteY4849" fmla="*/ 1449024 h 4115518"/>
              <a:gd name="connsiteX4850" fmla="*/ 3389777 w 6282234"/>
              <a:gd name="connsiteY4850" fmla="*/ 1427461 h 4115518"/>
              <a:gd name="connsiteX4851" fmla="*/ 3396292 w 6282234"/>
              <a:gd name="connsiteY4851" fmla="*/ 1421822 h 4115518"/>
              <a:gd name="connsiteX4852" fmla="*/ 3399549 w 6282234"/>
              <a:gd name="connsiteY4852" fmla="*/ 1409879 h 4115518"/>
              <a:gd name="connsiteX4853" fmla="*/ 3415835 w 6282234"/>
              <a:gd name="connsiteY4853" fmla="*/ 1405898 h 4115518"/>
              <a:gd name="connsiteX4854" fmla="*/ 3412578 w 6282234"/>
              <a:gd name="connsiteY4854" fmla="*/ 1394950 h 4115518"/>
              <a:gd name="connsiteX4855" fmla="*/ 3412578 w 6282234"/>
              <a:gd name="connsiteY4855" fmla="*/ 1383008 h 4115518"/>
              <a:gd name="connsiteX4856" fmla="*/ 3389777 w 6282234"/>
              <a:gd name="connsiteY4856" fmla="*/ 1369407 h 4115518"/>
              <a:gd name="connsiteX4857" fmla="*/ 3383262 w 6282234"/>
              <a:gd name="connsiteY4857" fmla="*/ 1369407 h 4115518"/>
              <a:gd name="connsiteX4858" fmla="*/ 3373491 w 6282234"/>
              <a:gd name="connsiteY4858" fmla="*/ 1373388 h 4115518"/>
              <a:gd name="connsiteX4859" fmla="*/ 3360461 w 6282234"/>
              <a:gd name="connsiteY4859" fmla="*/ 1366753 h 4115518"/>
              <a:gd name="connsiteX4860" fmla="*/ 3353947 w 6282234"/>
              <a:gd name="connsiteY4860" fmla="*/ 1385662 h 4115518"/>
              <a:gd name="connsiteX4861" fmla="*/ 3347433 w 6282234"/>
              <a:gd name="connsiteY4861" fmla="*/ 1385662 h 4115518"/>
              <a:gd name="connsiteX4862" fmla="*/ 3347433 w 6282234"/>
              <a:gd name="connsiteY4862" fmla="*/ 1400258 h 4115518"/>
              <a:gd name="connsiteX4863" fmla="*/ 3340918 w 6282234"/>
              <a:gd name="connsiteY4863" fmla="*/ 1405898 h 4115518"/>
              <a:gd name="connsiteX4864" fmla="*/ 3340918 w 6282234"/>
              <a:gd name="connsiteY4864" fmla="*/ 1417840 h 4115518"/>
              <a:gd name="connsiteX4865" fmla="*/ 3347433 w 6282234"/>
              <a:gd name="connsiteY4865" fmla="*/ 1424807 h 4115518"/>
              <a:gd name="connsiteX4866" fmla="*/ 3337661 w 6282234"/>
              <a:gd name="connsiteY4866" fmla="*/ 1436749 h 4115518"/>
              <a:gd name="connsiteX4867" fmla="*/ 3334403 w 6282234"/>
              <a:gd name="connsiteY4867" fmla="*/ 1449024 h 4115518"/>
              <a:gd name="connsiteX4868" fmla="*/ 3324632 w 6282234"/>
              <a:gd name="connsiteY4868" fmla="*/ 1455659 h 4115518"/>
              <a:gd name="connsiteX4869" fmla="*/ 3311602 w 6282234"/>
              <a:gd name="connsiteY4869" fmla="*/ 1460966 h 4115518"/>
              <a:gd name="connsiteX4870" fmla="*/ 3305089 w 6282234"/>
              <a:gd name="connsiteY4870" fmla="*/ 1470586 h 4115518"/>
              <a:gd name="connsiteX4871" fmla="*/ 3292059 w 6282234"/>
              <a:gd name="connsiteY4871" fmla="*/ 1482529 h 4115518"/>
              <a:gd name="connsiteX4872" fmla="*/ 3285544 w 6282234"/>
              <a:gd name="connsiteY4872" fmla="*/ 1500111 h 4115518"/>
              <a:gd name="connsiteX4873" fmla="*/ 3279029 w 6282234"/>
              <a:gd name="connsiteY4873" fmla="*/ 1504091 h 4115518"/>
              <a:gd name="connsiteX4874" fmla="*/ 3272516 w 6282234"/>
              <a:gd name="connsiteY4874" fmla="*/ 1543237 h 4115518"/>
              <a:gd name="connsiteX4875" fmla="*/ 3269258 w 6282234"/>
              <a:gd name="connsiteY4875" fmla="*/ 1560818 h 4115518"/>
              <a:gd name="connsiteX4876" fmla="*/ 3272516 w 6282234"/>
              <a:gd name="connsiteY4876" fmla="*/ 1570107 h 4115518"/>
              <a:gd name="connsiteX4877" fmla="*/ 3285544 w 6282234"/>
              <a:gd name="connsiteY4877" fmla="*/ 1572761 h 4115518"/>
              <a:gd name="connsiteX4878" fmla="*/ 3295316 w 6282234"/>
              <a:gd name="connsiteY4878" fmla="*/ 1589017 h 4115518"/>
              <a:gd name="connsiteX4879" fmla="*/ 3301831 w 6282234"/>
              <a:gd name="connsiteY4879" fmla="*/ 1597310 h 4115518"/>
              <a:gd name="connsiteX4880" fmla="*/ 3301831 w 6282234"/>
              <a:gd name="connsiteY4880" fmla="*/ 1603944 h 4115518"/>
              <a:gd name="connsiteX4881" fmla="*/ 3292059 w 6282234"/>
              <a:gd name="connsiteY4881" fmla="*/ 1613233 h 4115518"/>
              <a:gd name="connsiteX4882" fmla="*/ 3269258 w 6282234"/>
              <a:gd name="connsiteY4882" fmla="*/ 1615887 h 4115518"/>
              <a:gd name="connsiteX4883" fmla="*/ 3292059 w 6282234"/>
              <a:gd name="connsiteY4883" fmla="*/ 1625507 h 4115518"/>
              <a:gd name="connsiteX4884" fmla="*/ 3269258 w 6282234"/>
              <a:gd name="connsiteY4884" fmla="*/ 1643089 h 4115518"/>
              <a:gd name="connsiteX4885" fmla="*/ 3262743 w 6282234"/>
              <a:gd name="connsiteY4885" fmla="*/ 1649724 h 4115518"/>
              <a:gd name="connsiteX4886" fmla="*/ 3262743 w 6282234"/>
              <a:gd name="connsiteY4886" fmla="*/ 1682234 h 4115518"/>
              <a:gd name="connsiteX4887" fmla="*/ 3259486 w 6282234"/>
              <a:gd name="connsiteY4887" fmla="*/ 1694176 h 4115518"/>
              <a:gd name="connsiteX4888" fmla="*/ 3249715 w 6282234"/>
              <a:gd name="connsiteY4888" fmla="*/ 1722374 h 4115518"/>
              <a:gd name="connsiteX4889" fmla="*/ 3239943 w 6282234"/>
              <a:gd name="connsiteY4889" fmla="*/ 1725360 h 4115518"/>
              <a:gd name="connsiteX4890" fmla="*/ 3226913 w 6282234"/>
              <a:gd name="connsiteY4890" fmla="*/ 1722374 h 4115518"/>
              <a:gd name="connsiteX4891" fmla="*/ 3223657 w 6282234"/>
              <a:gd name="connsiteY4891" fmla="*/ 1730668 h 4115518"/>
              <a:gd name="connsiteX4892" fmla="*/ 3220399 w 6282234"/>
              <a:gd name="connsiteY4892" fmla="*/ 1746923 h 4115518"/>
              <a:gd name="connsiteX4893" fmla="*/ 3200855 w 6282234"/>
              <a:gd name="connsiteY4893" fmla="*/ 1746923 h 4115518"/>
              <a:gd name="connsiteX4894" fmla="*/ 3200855 w 6282234"/>
              <a:gd name="connsiteY4894" fmla="*/ 1737302 h 4115518"/>
              <a:gd name="connsiteX4895" fmla="*/ 3187826 w 6282234"/>
              <a:gd name="connsiteY4895" fmla="*/ 1718393 h 4115518"/>
              <a:gd name="connsiteX4896" fmla="*/ 3197598 w 6282234"/>
              <a:gd name="connsiteY4896" fmla="*/ 1710431 h 4115518"/>
              <a:gd name="connsiteX4897" fmla="*/ 3187826 w 6282234"/>
              <a:gd name="connsiteY4897" fmla="*/ 1698158 h 4115518"/>
              <a:gd name="connsiteX4898" fmla="*/ 3181311 w 6282234"/>
              <a:gd name="connsiteY4898" fmla="*/ 1682234 h 4115518"/>
              <a:gd name="connsiteX4899" fmla="*/ 3174798 w 6282234"/>
              <a:gd name="connsiteY4899" fmla="*/ 1673941 h 4115518"/>
              <a:gd name="connsiteX4900" fmla="*/ 3178055 w 6282234"/>
              <a:gd name="connsiteY4900" fmla="*/ 1657686 h 4115518"/>
              <a:gd name="connsiteX4901" fmla="*/ 3168283 w 6282234"/>
              <a:gd name="connsiteY4901" fmla="*/ 1649724 h 4115518"/>
              <a:gd name="connsiteX4902" fmla="*/ 3165025 w 6282234"/>
              <a:gd name="connsiteY4902" fmla="*/ 1630815 h 4115518"/>
              <a:gd name="connsiteX4903" fmla="*/ 3171540 w 6282234"/>
              <a:gd name="connsiteY4903" fmla="*/ 1630815 h 4115518"/>
              <a:gd name="connsiteX4904" fmla="*/ 3171540 w 6282234"/>
              <a:gd name="connsiteY4904" fmla="*/ 1625507 h 4115518"/>
              <a:gd name="connsiteX4905" fmla="*/ 3151997 w 6282234"/>
              <a:gd name="connsiteY4905" fmla="*/ 1621527 h 4115518"/>
              <a:gd name="connsiteX4906" fmla="*/ 3151997 w 6282234"/>
              <a:gd name="connsiteY4906" fmla="*/ 1628161 h 4115518"/>
              <a:gd name="connsiteX4907" fmla="*/ 3142224 w 6282234"/>
              <a:gd name="connsiteY4907" fmla="*/ 1628161 h 4115518"/>
              <a:gd name="connsiteX4908" fmla="*/ 3116166 w 6282234"/>
              <a:gd name="connsiteY4908" fmla="*/ 1660671 h 4115518"/>
              <a:gd name="connsiteX4909" fmla="*/ 3106394 w 6282234"/>
              <a:gd name="connsiteY4909" fmla="*/ 1661999 h 4115518"/>
              <a:gd name="connsiteX4910" fmla="*/ 3093365 w 6282234"/>
              <a:gd name="connsiteY4910" fmla="*/ 1660671 h 4115518"/>
              <a:gd name="connsiteX4911" fmla="*/ 3070565 w 6282234"/>
              <a:gd name="connsiteY4911" fmla="*/ 1645744 h 4115518"/>
              <a:gd name="connsiteX4912" fmla="*/ 3070565 w 6282234"/>
              <a:gd name="connsiteY4912" fmla="*/ 1628161 h 4115518"/>
              <a:gd name="connsiteX4913" fmla="*/ 3064050 w 6282234"/>
              <a:gd name="connsiteY4913" fmla="*/ 1611906 h 4115518"/>
              <a:gd name="connsiteX4914" fmla="*/ 3067307 w 6282234"/>
              <a:gd name="connsiteY4914" fmla="*/ 1603944 h 4115518"/>
              <a:gd name="connsiteX4915" fmla="*/ 3073822 w 6282234"/>
              <a:gd name="connsiteY4915" fmla="*/ 1603944 h 4115518"/>
              <a:gd name="connsiteX4916" fmla="*/ 3070565 w 6282234"/>
              <a:gd name="connsiteY4916" fmla="*/ 1589017 h 4115518"/>
              <a:gd name="connsiteX4917" fmla="*/ 3064050 w 6282234"/>
              <a:gd name="connsiteY4917" fmla="*/ 1582382 h 4115518"/>
              <a:gd name="connsiteX4918" fmla="*/ 3064050 w 6282234"/>
              <a:gd name="connsiteY4918" fmla="*/ 1575747 h 4115518"/>
              <a:gd name="connsiteX4919" fmla="*/ 3060792 w 6282234"/>
              <a:gd name="connsiteY4919" fmla="*/ 1548545 h 4115518"/>
              <a:gd name="connsiteX4920" fmla="*/ 3070565 w 6282234"/>
              <a:gd name="connsiteY4920" fmla="*/ 1515039 h 4115518"/>
              <a:gd name="connsiteX4921" fmla="*/ 3080337 w 6282234"/>
              <a:gd name="connsiteY4921" fmla="*/ 1506746 h 4115518"/>
              <a:gd name="connsiteX4922" fmla="*/ 3080337 w 6282234"/>
              <a:gd name="connsiteY4922" fmla="*/ 1497457 h 4115518"/>
              <a:gd name="connsiteX4923" fmla="*/ 3093365 w 6282234"/>
              <a:gd name="connsiteY4923" fmla="*/ 1494803 h 4115518"/>
              <a:gd name="connsiteX4924" fmla="*/ 3093365 w 6282234"/>
              <a:gd name="connsiteY4924" fmla="*/ 1485183 h 4115518"/>
              <a:gd name="connsiteX4925" fmla="*/ 3109651 w 6282234"/>
              <a:gd name="connsiteY4925" fmla="*/ 1485183 h 4115518"/>
              <a:gd name="connsiteX4926" fmla="*/ 3122681 w 6282234"/>
              <a:gd name="connsiteY4926" fmla="*/ 1475894 h 4115518"/>
              <a:gd name="connsiteX4927" fmla="*/ 3122681 w 6282234"/>
              <a:gd name="connsiteY4927" fmla="*/ 1466274 h 4115518"/>
              <a:gd name="connsiteX4928" fmla="*/ 3142224 w 6282234"/>
              <a:gd name="connsiteY4928" fmla="*/ 1458312 h 4115518"/>
              <a:gd name="connsiteX4929" fmla="*/ 3148739 w 6282234"/>
              <a:gd name="connsiteY4929" fmla="*/ 1436749 h 4115518"/>
              <a:gd name="connsiteX4930" fmla="*/ 3155253 w 6282234"/>
              <a:gd name="connsiteY4930" fmla="*/ 1427461 h 4115518"/>
              <a:gd name="connsiteX4931" fmla="*/ 3171540 w 6282234"/>
              <a:gd name="connsiteY4931" fmla="*/ 1419167 h 4115518"/>
              <a:gd name="connsiteX4932" fmla="*/ 3171540 w 6282234"/>
              <a:gd name="connsiteY4932" fmla="*/ 1407225 h 4115518"/>
              <a:gd name="connsiteX4933" fmla="*/ 3187826 w 6282234"/>
              <a:gd name="connsiteY4933" fmla="*/ 1394950 h 4115518"/>
              <a:gd name="connsiteX4934" fmla="*/ 3191084 w 6282234"/>
              <a:gd name="connsiteY4934" fmla="*/ 1381682 h 4115518"/>
              <a:gd name="connsiteX4935" fmla="*/ 3187826 w 6282234"/>
              <a:gd name="connsiteY4935" fmla="*/ 1376042 h 4115518"/>
              <a:gd name="connsiteX4936" fmla="*/ 3197598 w 6282234"/>
              <a:gd name="connsiteY4936" fmla="*/ 1354478 h 4115518"/>
              <a:gd name="connsiteX4937" fmla="*/ 3207370 w 6282234"/>
              <a:gd name="connsiteY4937" fmla="*/ 1349171 h 4115518"/>
              <a:gd name="connsiteX4938" fmla="*/ 3200855 w 6282234"/>
              <a:gd name="connsiteY4938" fmla="*/ 1330262 h 4115518"/>
              <a:gd name="connsiteX4939" fmla="*/ 3220399 w 6282234"/>
              <a:gd name="connsiteY4939" fmla="*/ 1315334 h 4115518"/>
              <a:gd name="connsiteX4940" fmla="*/ 3230171 w 6282234"/>
              <a:gd name="connsiteY4940" fmla="*/ 1285809 h 4115518"/>
              <a:gd name="connsiteX4941" fmla="*/ 3236685 w 6282234"/>
              <a:gd name="connsiteY4941" fmla="*/ 1276521 h 4115518"/>
              <a:gd name="connsiteX4942" fmla="*/ 3259486 w 6282234"/>
              <a:gd name="connsiteY4942" fmla="*/ 1260266 h 4115518"/>
              <a:gd name="connsiteX4943" fmla="*/ 3259486 w 6282234"/>
              <a:gd name="connsiteY4943" fmla="*/ 1242684 h 4115518"/>
              <a:gd name="connsiteX4944" fmla="*/ 3246457 w 6282234"/>
              <a:gd name="connsiteY4944" fmla="*/ 1251972 h 4115518"/>
              <a:gd name="connsiteX4945" fmla="*/ 3233428 w 6282234"/>
              <a:gd name="connsiteY4945" fmla="*/ 1254958 h 4115518"/>
              <a:gd name="connsiteX4946" fmla="*/ 3243200 w 6282234"/>
              <a:gd name="connsiteY4946" fmla="*/ 1237376 h 4115518"/>
              <a:gd name="connsiteX4947" fmla="*/ 3243200 w 6282234"/>
              <a:gd name="connsiteY4947" fmla="*/ 1230409 h 4115518"/>
              <a:gd name="connsiteX4948" fmla="*/ 3259486 w 6282234"/>
              <a:gd name="connsiteY4948" fmla="*/ 1227756 h 4115518"/>
              <a:gd name="connsiteX4949" fmla="*/ 3259486 w 6282234"/>
              <a:gd name="connsiteY4949" fmla="*/ 1237376 h 4115518"/>
              <a:gd name="connsiteX4950" fmla="*/ 3272516 w 6282234"/>
              <a:gd name="connsiteY4950" fmla="*/ 1233395 h 4115518"/>
              <a:gd name="connsiteX4951" fmla="*/ 3279029 w 6282234"/>
              <a:gd name="connsiteY4951" fmla="*/ 1215813 h 4115518"/>
              <a:gd name="connsiteX4952" fmla="*/ 3285544 w 6282234"/>
              <a:gd name="connsiteY4952" fmla="*/ 1213159 h 4115518"/>
              <a:gd name="connsiteX4953" fmla="*/ 3288802 w 6282234"/>
              <a:gd name="connsiteY4953" fmla="*/ 1199558 h 4115518"/>
              <a:gd name="connsiteX4954" fmla="*/ 3301831 w 6282234"/>
              <a:gd name="connsiteY4954" fmla="*/ 1194250 h 4115518"/>
              <a:gd name="connsiteX4955" fmla="*/ 3308345 w 6282234"/>
              <a:gd name="connsiteY4955" fmla="*/ 1181976 h 4115518"/>
              <a:gd name="connsiteX4956" fmla="*/ 3321375 w 6282234"/>
              <a:gd name="connsiteY4956" fmla="*/ 1179322 h 4115518"/>
              <a:gd name="connsiteX4957" fmla="*/ 3324632 w 6282234"/>
              <a:gd name="connsiteY4957" fmla="*/ 1187284 h 4115518"/>
              <a:gd name="connsiteX4958" fmla="*/ 3340918 w 6282234"/>
              <a:gd name="connsiteY4958" fmla="*/ 1181976 h 4115518"/>
              <a:gd name="connsiteX4959" fmla="*/ 3340918 w 6282234"/>
              <a:gd name="connsiteY4959" fmla="*/ 1160413 h 4115518"/>
              <a:gd name="connsiteX4960" fmla="*/ 3353947 w 6282234"/>
              <a:gd name="connsiteY4960" fmla="*/ 1152451 h 4115518"/>
              <a:gd name="connsiteX4961" fmla="*/ 3376747 w 6282234"/>
              <a:gd name="connsiteY4961" fmla="*/ 1157760 h 4115518"/>
              <a:gd name="connsiteX4962" fmla="*/ 3393034 w 6282234"/>
              <a:gd name="connsiteY4962" fmla="*/ 1136196 h 4115518"/>
              <a:gd name="connsiteX4963" fmla="*/ 3399549 w 6282234"/>
              <a:gd name="connsiteY4963" fmla="*/ 1121268 h 4115518"/>
              <a:gd name="connsiteX4964" fmla="*/ 3415835 w 6282234"/>
              <a:gd name="connsiteY4964" fmla="*/ 1118614 h 4115518"/>
              <a:gd name="connsiteX4965" fmla="*/ 3422350 w 6282234"/>
              <a:gd name="connsiteY4965" fmla="*/ 1123923 h 4115518"/>
              <a:gd name="connsiteX4966" fmla="*/ 3409320 w 6282234"/>
              <a:gd name="connsiteY4966" fmla="*/ 1142831 h 4115518"/>
              <a:gd name="connsiteX4967" fmla="*/ 3415835 w 6282234"/>
              <a:gd name="connsiteY4967" fmla="*/ 1152451 h 4115518"/>
              <a:gd name="connsiteX4968" fmla="*/ 3435379 w 6282234"/>
              <a:gd name="connsiteY4968" fmla="*/ 1121268 h 4115518"/>
              <a:gd name="connsiteX4969" fmla="*/ 3438636 w 6282234"/>
              <a:gd name="connsiteY4969" fmla="*/ 1123923 h 4115518"/>
              <a:gd name="connsiteX4970" fmla="*/ 3435379 w 6282234"/>
              <a:gd name="connsiteY4970" fmla="*/ 1148471 h 4115518"/>
              <a:gd name="connsiteX4971" fmla="*/ 3441893 w 6282234"/>
              <a:gd name="connsiteY4971" fmla="*/ 1145485 h 4115518"/>
              <a:gd name="connsiteX4972" fmla="*/ 3451665 w 6282234"/>
              <a:gd name="connsiteY4972" fmla="*/ 1115961 h 4115518"/>
              <a:gd name="connsiteX4973" fmla="*/ 3461437 w 6282234"/>
              <a:gd name="connsiteY4973" fmla="*/ 1111980 h 4115518"/>
              <a:gd name="connsiteX4974" fmla="*/ 3474466 w 6282234"/>
              <a:gd name="connsiteY4974" fmla="*/ 1123923 h 4115518"/>
              <a:gd name="connsiteX4975" fmla="*/ 3490752 w 6282234"/>
              <a:gd name="connsiteY4975" fmla="*/ 1130888 h 4115518"/>
              <a:gd name="connsiteX4976" fmla="*/ 3510296 w 6282234"/>
              <a:gd name="connsiteY4976" fmla="*/ 1145485 h 4115518"/>
              <a:gd name="connsiteX4977" fmla="*/ 3513553 w 6282234"/>
              <a:gd name="connsiteY4977" fmla="*/ 1155105 h 4115518"/>
              <a:gd name="connsiteX4978" fmla="*/ 3487495 w 6282234"/>
              <a:gd name="connsiteY4978" fmla="*/ 1172687 h 4115518"/>
              <a:gd name="connsiteX4979" fmla="*/ 3490752 w 6282234"/>
              <a:gd name="connsiteY4979" fmla="*/ 1179322 h 4115518"/>
              <a:gd name="connsiteX4980" fmla="*/ 3510296 w 6282234"/>
              <a:gd name="connsiteY4980" fmla="*/ 1179322 h 4115518"/>
              <a:gd name="connsiteX4981" fmla="*/ 3523325 w 6282234"/>
              <a:gd name="connsiteY4981" fmla="*/ 1187284 h 4115518"/>
              <a:gd name="connsiteX4982" fmla="*/ 3529839 w 6282234"/>
              <a:gd name="connsiteY4982" fmla="*/ 1172687 h 4115518"/>
              <a:gd name="connsiteX4983" fmla="*/ 3549384 w 6282234"/>
              <a:gd name="connsiteY4983" fmla="*/ 1188942 h 4115518"/>
              <a:gd name="connsiteX4984" fmla="*/ 3552641 w 6282234"/>
              <a:gd name="connsiteY4984" fmla="*/ 1203539 h 4115518"/>
              <a:gd name="connsiteX4985" fmla="*/ 3588470 w 6282234"/>
              <a:gd name="connsiteY4985" fmla="*/ 1206193 h 4115518"/>
              <a:gd name="connsiteX4986" fmla="*/ 3598243 w 6282234"/>
              <a:gd name="connsiteY4986" fmla="*/ 1211832 h 4115518"/>
              <a:gd name="connsiteX4987" fmla="*/ 3630815 w 6282234"/>
              <a:gd name="connsiteY4987" fmla="*/ 1237376 h 4115518"/>
              <a:gd name="connsiteX4988" fmla="*/ 3660130 w 6282234"/>
              <a:gd name="connsiteY4988" fmla="*/ 1266901 h 4115518"/>
              <a:gd name="connsiteX4989" fmla="*/ 3686188 w 6282234"/>
              <a:gd name="connsiteY4989" fmla="*/ 1281829 h 4115518"/>
              <a:gd name="connsiteX4990" fmla="*/ 3689446 w 6282234"/>
              <a:gd name="connsiteY4990" fmla="*/ 1322301 h 4115518"/>
              <a:gd name="connsiteX4991" fmla="*/ 3676417 w 6282234"/>
              <a:gd name="connsiteY4991" fmla="*/ 1342536 h 4115518"/>
              <a:gd name="connsiteX4992" fmla="*/ 3643844 w 6282234"/>
              <a:gd name="connsiteY4992" fmla="*/ 1357133 h 4115518"/>
              <a:gd name="connsiteX4993" fmla="*/ 3617786 w 6282234"/>
              <a:gd name="connsiteY4993" fmla="*/ 1346517 h 4115518"/>
              <a:gd name="connsiteX4994" fmla="*/ 3588470 w 6282234"/>
              <a:gd name="connsiteY4994" fmla="*/ 1342536 h 4115518"/>
              <a:gd name="connsiteX4995" fmla="*/ 3578699 w 6282234"/>
              <a:gd name="connsiteY4995" fmla="*/ 1332916 h 4115518"/>
              <a:gd name="connsiteX4996" fmla="*/ 3552641 w 6282234"/>
              <a:gd name="connsiteY4996" fmla="*/ 1327608 h 4115518"/>
              <a:gd name="connsiteX4997" fmla="*/ 3552641 w 6282234"/>
              <a:gd name="connsiteY4997" fmla="*/ 1334243 h 4115518"/>
              <a:gd name="connsiteX4998" fmla="*/ 3581957 w 6282234"/>
              <a:gd name="connsiteY4998" fmla="*/ 1364100 h 4115518"/>
              <a:gd name="connsiteX4999" fmla="*/ 3575442 w 6282234"/>
              <a:gd name="connsiteY4999" fmla="*/ 1393624 h 4115518"/>
              <a:gd name="connsiteX5000" fmla="*/ 3581957 w 6282234"/>
              <a:gd name="connsiteY5000" fmla="*/ 1409879 h 4115518"/>
              <a:gd name="connsiteX5001" fmla="*/ 3578699 w 6282234"/>
              <a:gd name="connsiteY5001" fmla="*/ 1421822 h 4115518"/>
              <a:gd name="connsiteX5002" fmla="*/ 3591728 w 6282234"/>
              <a:gd name="connsiteY5002" fmla="*/ 1427461 h 4115518"/>
              <a:gd name="connsiteX5003" fmla="*/ 3604757 w 6282234"/>
              <a:gd name="connsiteY5003" fmla="*/ 1443384 h 4115518"/>
              <a:gd name="connsiteX5004" fmla="*/ 3624301 w 6282234"/>
              <a:gd name="connsiteY5004" fmla="*/ 1451677 h 4115518"/>
              <a:gd name="connsiteX5005" fmla="*/ 3634072 w 6282234"/>
              <a:gd name="connsiteY5005" fmla="*/ 1442057 h 4115518"/>
              <a:gd name="connsiteX5006" fmla="*/ 3627557 w 6282234"/>
              <a:gd name="connsiteY5006" fmla="*/ 1427461 h 4115518"/>
              <a:gd name="connsiteX5007" fmla="*/ 3617786 w 6282234"/>
              <a:gd name="connsiteY5007" fmla="*/ 1427461 h 4115518"/>
              <a:gd name="connsiteX5008" fmla="*/ 3604757 w 6282234"/>
              <a:gd name="connsiteY5008" fmla="*/ 1407225 h 4115518"/>
              <a:gd name="connsiteX5009" fmla="*/ 3617786 w 6282234"/>
              <a:gd name="connsiteY5009" fmla="*/ 1393624 h 4115518"/>
              <a:gd name="connsiteX5010" fmla="*/ 3634072 w 6282234"/>
              <a:gd name="connsiteY5010" fmla="*/ 1407225 h 4115518"/>
              <a:gd name="connsiteX5011" fmla="*/ 3660130 w 6282234"/>
              <a:gd name="connsiteY5011" fmla="*/ 1419167 h 4115518"/>
              <a:gd name="connsiteX5012" fmla="*/ 3676417 w 6282234"/>
              <a:gd name="connsiteY5012" fmla="*/ 1409879 h 4115518"/>
              <a:gd name="connsiteX5013" fmla="*/ 3663388 w 6282234"/>
              <a:gd name="connsiteY5013" fmla="*/ 1385662 h 4115518"/>
              <a:gd name="connsiteX5014" fmla="*/ 3666645 w 6282234"/>
              <a:gd name="connsiteY5014" fmla="*/ 1376042 h 4115518"/>
              <a:gd name="connsiteX5015" fmla="*/ 3679675 w 6282234"/>
              <a:gd name="connsiteY5015" fmla="*/ 1361445 h 4115518"/>
              <a:gd name="connsiteX5016" fmla="*/ 3692703 w 6282234"/>
              <a:gd name="connsiteY5016" fmla="*/ 1357133 h 4115518"/>
              <a:gd name="connsiteX5017" fmla="*/ 3705733 w 6282234"/>
              <a:gd name="connsiteY5017" fmla="*/ 1336897 h 4115518"/>
              <a:gd name="connsiteX5018" fmla="*/ 3725276 w 6282234"/>
              <a:gd name="connsiteY5018" fmla="*/ 1339883 h 4115518"/>
              <a:gd name="connsiteX5019" fmla="*/ 3738305 w 6282234"/>
              <a:gd name="connsiteY5019" fmla="*/ 1357133 h 4115518"/>
              <a:gd name="connsiteX5020" fmla="*/ 3748077 w 6282234"/>
              <a:gd name="connsiteY5020" fmla="*/ 1330262 h 4115518"/>
              <a:gd name="connsiteX5021" fmla="*/ 3748077 w 6282234"/>
              <a:gd name="connsiteY5021" fmla="*/ 1318320 h 4115518"/>
              <a:gd name="connsiteX5022" fmla="*/ 3731791 w 6282234"/>
              <a:gd name="connsiteY5022" fmla="*/ 1303391 h 4115518"/>
              <a:gd name="connsiteX5023" fmla="*/ 3738305 w 6282234"/>
              <a:gd name="connsiteY5023" fmla="*/ 1284483 h 4115518"/>
              <a:gd name="connsiteX5024" fmla="*/ 3741562 w 6282234"/>
              <a:gd name="connsiteY5024" fmla="*/ 1242684 h 4115518"/>
              <a:gd name="connsiteX5025" fmla="*/ 3757849 w 6282234"/>
              <a:gd name="connsiteY5025" fmla="*/ 1242684 h 4115518"/>
              <a:gd name="connsiteX5026" fmla="*/ 3770878 w 6282234"/>
              <a:gd name="connsiteY5026" fmla="*/ 1245337 h 4115518"/>
              <a:gd name="connsiteX5027" fmla="*/ 3783907 w 6282234"/>
              <a:gd name="connsiteY5027" fmla="*/ 1261593 h 4115518"/>
              <a:gd name="connsiteX5028" fmla="*/ 3783907 w 6282234"/>
              <a:gd name="connsiteY5028" fmla="*/ 1276521 h 4115518"/>
              <a:gd name="connsiteX5029" fmla="*/ 3761106 w 6282234"/>
              <a:gd name="connsiteY5029" fmla="*/ 1281829 h 4115518"/>
              <a:gd name="connsiteX5030" fmla="*/ 3754591 w 6282234"/>
              <a:gd name="connsiteY5030" fmla="*/ 1298084 h 4115518"/>
              <a:gd name="connsiteX5031" fmla="*/ 3764363 w 6282234"/>
              <a:gd name="connsiteY5031" fmla="*/ 1308699 h 4115518"/>
              <a:gd name="connsiteX5032" fmla="*/ 3770878 w 6282234"/>
              <a:gd name="connsiteY5032" fmla="*/ 1322301 h 4115518"/>
              <a:gd name="connsiteX5033" fmla="*/ 3790421 w 6282234"/>
              <a:gd name="connsiteY5033" fmla="*/ 1322301 h 4115518"/>
              <a:gd name="connsiteX5034" fmla="*/ 3800193 w 6282234"/>
              <a:gd name="connsiteY5034" fmla="*/ 1315334 h 4115518"/>
              <a:gd name="connsiteX5035" fmla="*/ 3806707 w 6282234"/>
              <a:gd name="connsiteY5035" fmla="*/ 1285809 h 4115518"/>
              <a:gd name="connsiteX5036" fmla="*/ 3822994 w 6282234"/>
              <a:gd name="connsiteY5036" fmla="*/ 1281829 h 4115518"/>
              <a:gd name="connsiteX5037" fmla="*/ 3852310 w 6282234"/>
              <a:gd name="connsiteY5037" fmla="*/ 1257612 h 4115518"/>
              <a:gd name="connsiteX5038" fmla="*/ 3907683 w 6282234"/>
              <a:gd name="connsiteY5038" fmla="*/ 1223775 h 4115518"/>
              <a:gd name="connsiteX5039" fmla="*/ 3907683 w 6282234"/>
              <a:gd name="connsiteY5039" fmla="*/ 1237376 h 4115518"/>
              <a:gd name="connsiteX5040" fmla="*/ 3914198 w 6282234"/>
              <a:gd name="connsiteY5040" fmla="*/ 1260266 h 4115518"/>
              <a:gd name="connsiteX5041" fmla="*/ 3933741 w 6282234"/>
              <a:gd name="connsiteY5041" fmla="*/ 1245337 h 4115518"/>
              <a:gd name="connsiteX5042" fmla="*/ 3959799 w 6282234"/>
              <a:gd name="connsiteY5042" fmla="*/ 1237376 h 4115518"/>
              <a:gd name="connsiteX5043" fmla="*/ 3969571 w 6282234"/>
              <a:gd name="connsiteY5043" fmla="*/ 1242684 h 4115518"/>
              <a:gd name="connsiteX5044" fmla="*/ 3979344 w 6282234"/>
              <a:gd name="connsiteY5044" fmla="*/ 1227756 h 4115518"/>
              <a:gd name="connsiteX5045" fmla="*/ 3998887 w 6282234"/>
              <a:gd name="connsiteY5045" fmla="*/ 1221121 h 4115518"/>
              <a:gd name="connsiteX5046" fmla="*/ 4011916 w 6282234"/>
              <a:gd name="connsiteY5046" fmla="*/ 1237376 h 4115518"/>
              <a:gd name="connsiteX5047" fmla="*/ 4034717 w 6282234"/>
              <a:gd name="connsiteY5047" fmla="*/ 1225102 h 4115518"/>
              <a:gd name="connsiteX5048" fmla="*/ 4018430 w 6282234"/>
              <a:gd name="connsiteY5048" fmla="*/ 1188942 h 4115518"/>
              <a:gd name="connsiteX5049" fmla="*/ 4034717 w 6282234"/>
              <a:gd name="connsiteY5049" fmla="*/ 1176668 h 4115518"/>
              <a:gd name="connsiteX5050" fmla="*/ 4077061 w 6282234"/>
              <a:gd name="connsiteY5050" fmla="*/ 1187284 h 4115518"/>
              <a:gd name="connsiteX5051" fmla="*/ 4086833 w 6282234"/>
              <a:gd name="connsiteY5051" fmla="*/ 1194250 h 4115518"/>
              <a:gd name="connsiteX5052" fmla="*/ 4116148 w 6282234"/>
              <a:gd name="connsiteY5052" fmla="*/ 1215813 h 4115518"/>
              <a:gd name="connsiteX5053" fmla="*/ 4138949 w 6282234"/>
              <a:gd name="connsiteY5053" fmla="*/ 1227756 h 4115518"/>
              <a:gd name="connsiteX5054" fmla="*/ 4158493 w 6282234"/>
              <a:gd name="connsiteY5054" fmla="*/ 1251972 h 4115518"/>
              <a:gd name="connsiteX5055" fmla="*/ 4165009 w 6282234"/>
              <a:gd name="connsiteY5055" fmla="*/ 1251972 h 4115518"/>
              <a:gd name="connsiteX5056" fmla="*/ 4174780 w 6282234"/>
              <a:gd name="connsiteY5056" fmla="*/ 1227756 h 4115518"/>
              <a:gd name="connsiteX5057" fmla="*/ 4165009 w 6282234"/>
              <a:gd name="connsiteY5057" fmla="*/ 1221121 h 4115518"/>
              <a:gd name="connsiteX5058" fmla="*/ 4155235 w 6282234"/>
              <a:gd name="connsiteY5058" fmla="*/ 1200885 h 4115518"/>
              <a:gd name="connsiteX5059" fmla="*/ 4135693 w 6282234"/>
              <a:gd name="connsiteY5059" fmla="*/ 1181976 h 4115518"/>
              <a:gd name="connsiteX5060" fmla="*/ 4145464 w 6282234"/>
              <a:gd name="connsiteY5060" fmla="*/ 1130888 h 4115518"/>
              <a:gd name="connsiteX5061" fmla="*/ 4132435 w 6282234"/>
              <a:gd name="connsiteY5061" fmla="*/ 1128235 h 4115518"/>
              <a:gd name="connsiteX5062" fmla="*/ 4135693 w 6282234"/>
              <a:gd name="connsiteY5062" fmla="*/ 1102359 h 4115518"/>
              <a:gd name="connsiteX5063" fmla="*/ 4151979 w 6282234"/>
              <a:gd name="connsiteY5063" fmla="*/ 1087763 h 4115518"/>
              <a:gd name="connsiteX5064" fmla="*/ 4165009 w 6282234"/>
              <a:gd name="connsiteY5064" fmla="*/ 1070181 h 4115518"/>
              <a:gd name="connsiteX5065" fmla="*/ 4174780 w 6282234"/>
              <a:gd name="connsiteY5065" fmla="*/ 1019094 h 4115518"/>
              <a:gd name="connsiteX5066" fmla="*/ 4184551 w 6282234"/>
              <a:gd name="connsiteY5066" fmla="*/ 1009473 h 4115518"/>
              <a:gd name="connsiteX5067" fmla="*/ 4217124 w 6282234"/>
              <a:gd name="connsiteY5067" fmla="*/ 1006819 h 4115518"/>
              <a:gd name="connsiteX5068" fmla="*/ 4239925 w 6282234"/>
              <a:gd name="connsiteY5068" fmla="*/ 1019094 h 4115518"/>
              <a:gd name="connsiteX5069" fmla="*/ 4239925 w 6282234"/>
              <a:gd name="connsiteY5069" fmla="*/ 1043310 h 4115518"/>
              <a:gd name="connsiteX5070" fmla="*/ 4226896 w 6282234"/>
              <a:gd name="connsiteY5070" fmla="*/ 1085109 h 4115518"/>
              <a:gd name="connsiteX5071" fmla="*/ 4239925 w 6282234"/>
              <a:gd name="connsiteY5071" fmla="*/ 1126908 h 4115518"/>
              <a:gd name="connsiteX5072" fmla="*/ 4236667 w 6282234"/>
              <a:gd name="connsiteY5072" fmla="*/ 1148471 h 4115518"/>
              <a:gd name="connsiteX5073" fmla="*/ 4233411 w 6282234"/>
              <a:gd name="connsiteY5073" fmla="*/ 1155105 h 4115518"/>
              <a:gd name="connsiteX5074" fmla="*/ 4236667 w 6282234"/>
              <a:gd name="connsiteY5074" fmla="*/ 1176668 h 4115518"/>
              <a:gd name="connsiteX5075" fmla="*/ 4233411 w 6282234"/>
              <a:gd name="connsiteY5075" fmla="*/ 1211832 h 4115518"/>
              <a:gd name="connsiteX5076" fmla="*/ 4236667 w 6282234"/>
              <a:gd name="connsiteY5076" fmla="*/ 1227756 h 4115518"/>
              <a:gd name="connsiteX5077" fmla="*/ 4252953 w 6282234"/>
              <a:gd name="connsiteY5077" fmla="*/ 1245337 h 4115518"/>
              <a:gd name="connsiteX5078" fmla="*/ 4246440 w 6282234"/>
              <a:gd name="connsiteY5078" fmla="*/ 1260266 h 4115518"/>
              <a:gd name="connsiteX5079" fmla="*/ 4246440 w 6282234"/>
              <a:gd name="connsiteY5079" fmla="*/ 1276521 h 4115518"/>
              <a:gd name="connsiteX5080" fmla="*/ 4236667 w 6282234"/>
              <a:gd name="connsiteY5080" fmla="*/ 1288463 h 4115518"/>
              <a:gd name="connsiteX5081" fmla="*/ 4233411 w 6282234"/>
              <a:gd name="connsiteY5081" fmla="*/ 1300738 h 4115518"/>
              <a:gd name="connsiteX5082" fmla="*/ 4217124 w 6282234"/>
              <a:gd name="connsiteY5082" fmla="*/ 1332916 h 4115518"/>
              <a:gd name="connsiteX5083" fmla="*/ 4200838 w 6282234"/>
              <a:gd name="connsiteY5083" fmla="*/ 1336897 h 4115518"/>
              <a:gd name="connsiteX5084" fmla="*/ 4187809 w 6282234"/>
              <a:gd name="connsiteY5084" fmla="*/ 1322301 h 4115518"/>
              <a:gd name="connsiteX5085" fmla="*/ 4174780 w 6282234"/>
              <a:gd name="connsiteY5085" fmla="*/ 1332916 h 4115518"/>
              <a:gd name="connsiteX5086" fmla="*/ 4197581 w 6282234"/>
              <a:gd name="connsiteY5086" fmla="*/ 1345190 h 4115518"/>
              <a:gd name="connsiteX5087" fmla="*/ 4230153 w 6282234"/>
              <a:gd name="connsiteY5087" fmla="*/ 1346517 h 4115518"/>
              <a:gd name="connsiteX5088" fmla="*/ 4230153 w 6282234"/>
              <a:gd name="connsiteY5088" fmla="*/ 1336897 h 4115518"/>
              <a:gd name="connsiteX5089" fmla="*/ 4252953 w 6282234"/>
              <a:gd name="connsiteY5089" fmla="*/ 1322301 h 4115518"/>
              <a:gd name="connsiteX5090" fmla="*/ 4259469 w 6282234"/>
              <a:gd name="connsiteY5090" fmla="*/ 1300738 h 4115518"/>
              <a:gd name="connsiteX5091" fmla="*/ 4272498 w 6282234"/>
              <a:gd name="connsiteY5091" fmla="*/ 1284483 h 4115518"/>
              <a:gd name="connsiteX5092" fmla="*/ 4272498 w 6282234"/>
              <a:gd name="connsiteY5092" fmla="*/ 1261593 h 4115518"/>
              <a:gd name="connsiteX5093" fmla="*/ 4265983 w 6282234"/>
              <a:gd name="connsiteY5093" fmla="*/ 1251972 h 4115518"/>
              <a:gd name="connsiteX5094" fmla="*/ 4269240 w 6282234"/>
              <a:gd name="connsiteY5094" fmla="*/ 1236049 h 4115518"/>
              <a:gd name="connsiteX5095" fmla="*/ 4298556 w 6282234"/>
              <a:gd name="connsiteY5095" fmla="*/ 1221121 h 4115518"/>
              <a:gd name="connsiteX5096" fmla="*/ 4318099 w 6282234"/>
              <a:gd name="connsiteY5096" fmla="*/ 1245337 h 4115518"/>
              <a:gd name="connsiteX5097" fmla="*/ 4321357 w 6282234"/>
              <a:gd name="connsiteY5097" fmla="*/ 1264247 h 4115518"/>
              <a:gd name="connsiteX5098" fmla="*/ 4331129 w 6282234"/>
              <a:gd name="connsiteY5098" fmla="*/ 1257612 h 4115518"/>
              <a:gd name="connsiteX5099" fmla="*/ 4321357 w 6282234"/>
              <a:gd name="connsiteY5099" fmla="*/ 1227756 h 4115518"/>
              <a:gd name="connsiteX5100" fmla="*/ 4305071 w 6282234"/>
              <a:gd name="connsiteY5100" fmla="*/ 1213159 h 4115518"/>
              <a:gd name="connsiteX5101" fmla="*/ 4285527 w 6282234"/>
              <a:gd name="connsiteY5101" fmla="*/ 1208847 h 4115518"/>
              <a:gd name="connsiteX5102" fmla="*/ 4272498 w 6282234"/>
              <a:gd name="connsiteY5102" fmla="*/ 1215813 h 4115518"/>
              <a:gd name="connsiteX5103" fmla="*/ 4252953 w 6282234"/>
              <a:gd name="connsiteY5103" fmla="*/ 1211832 h 4115518"/>
              <a:gd name="connsiteX5104" fmla="*/ 4256211 w 6282234"/>
              <a:gd name="connsiteY5104" fmla="*/ 1196904 h 4115518"/>
              <a:gd name="connsiteX5105" fmla="*/ 4252953 w 6282234"/>
              <a:gd name="connsiteY5105" fmla="*/ 1184630 h 4115518"/>
              <a:gd name="connsiteX5106" fmla="*/ 4252953 w 6282234"/>
              <a:gd name="connsiteY5106" fmla="*/ 1163067 h 4115518"/>
              <a:gd name="connsiteX5107" fmla="*/ 4265983 w 6282234"/>
              <a:gd name="connsiteY5107" fmla="*/ 1142831 h 4115518"/>
              <a:gd name="connsiteX5108" fmla="*/ 4252953 w 6282234"/>
              <a:gd name="connsiteY5108" fmla="*/ 1104018 h 4115518"/>
              <a:gd name="connsiteX5109" fmla="*/ 4243182 w 6282234"/>
              <a:gd name="connsiteY5109" fmla="*/ 1094398 h 4115518"/>
              <a:gd name="connsiteX5110" fmla="*/ 4252953 w 6282234"/>
              <a:gd name="connsiteY5110" fmla="*/ 1072834 h 4115518"/>
              <a:gd name="connsiteX5111" fmla="*/ 4275755 w 6282234"/>
              <a:gd name="connsiteY5111" fmla="*/ 1053926 h 4115518"/>
              <a:gd name="connsiteX5112" fmla="*/ 4285527 w 6282234"/>
              <a:gd name="connsiteY5112" fmla="*/ 1017767 h 4115518"/>
              <a:gd name="connsiteX5113" fmla="*/ 4288785 w 6282234"/>
              <a:gd name="connsiteY5113" fmla="*/ 1045964 h 4115518"/>
              <a:gd name="connsiteX5114" fmla="*/ 4279013 w 6282234"/>
              <a:gd name="connsiteY5114" fmla="*/ 1072834 h 4115518"/>
              <a:gd name="connsiteX5115" fmla="*/ 4282269 w 6282234"/>
              <a:gd name="connsiteY5115" fmla="*/ 1097051 h 4115518"/>
              <a:gd name="connsiteX5116" fmla="*/ 4301813 w 6282234"/>
              <a:gd name="connsiteY5116" fmla="*/ 1106672 h 4115518"/>
              <a:gd name="connsiteX5117" fmla="*/ 4314843 w 6282234"/>
              <a:gd name="connsiteY5117" fmla="*/ 1099706 h 4115518"/>
              <a:gd name="connsiteX5118" fmla="*/ 4298556 w 6282234"/>
              <a:gd name="connsiteY5118" fmla="*/ 1082456 h 4115518"/>
              <a:gd name="connsiteX5119" fmla="*/ 4295299 w 6282234"/>
              <a:gd name="connsiteY5119" fmla="*/ 1067527 h 4115518"/>
              <a:gd name="connsiteX5120" fmla="*/ 4311585 w 6282234"/>
              <a:gd name="connsiteY5120" fmla="*/ 1057907 h 4115518"/>
              <a:gd name="connsiteX5121" fmla="*/ 4321357 w 6282234"/>
              <a:gd name="connsiteY5121" fmla="*/ 1070181 h 4115518"/>
              <a:gd name="connsiteX5122" fmla="*/ 4324614 w 6282234"/>
              <a:gd name="connsiteY5122" fmla="*/ 1048618 h 4115518"/>
              <a:gd name="connsiteX5123" fmla="*/ 4340900 w 6282234"/>
              <a:gd name="connsiteY5123" fmla="*/ 1039329 h 4115518"/>
              <a:gd name="connsiteX5124" fmla="*/ 4353929 w 6282234"/>
              <a:gd name="connsiteY5124" fmla="*/ 1039329 h 4115518"/>
              <a:gd name="connsiteX5125" fmla="*/ 4393017 w 6282234"/>
              <a:gd name="connsiteY5125" fmla="*/ 1078143 h 4115518"/>
              <a:gd name="connsiteX5126" fmla="*/ 4412561 w 6282234"/>
              <a:gd name="connsiteY5126" fmla="*/ 1072834 h 4115518"/>
              <a:gd name="connsiteX5127" fmla="*/ 4415817 w 6282234"/>
              <a:gd name="connsiteY5127" fmla="*/ 1094398 h 4115518"/>
              <a:gd name="connsiteX5128" fmla="*/ 4402789 w 6282234"/>
              <a:gd name="connsiteY5128" fmla="*/ 1102359 h 4115518"/>
              <a:gd name="connsiteX5129" fmla="*/ 4402789 w 6282234"/>
              <a:gd name="connsiteY5129" fmla="*/ 1115961 h 4115518"/>
              <a:gd name="connsiteX5130" fmla="*/ 4419075 w 6282234"/>
              <a:gd name="connsiteY5130" fmla="*/ 1123923 h 4115518"/>
              <a:gd name="connsiteX5131" fmla="*/ 4415817 w 6282234"/>
              <a:gd name="connsiteY5131" fmla="*/ 1152451 h 4115518"/>
              <a:gd name="connsiteX5132" fmla="*/ 4428847 w 6282234"/>
              <a:gd name="connsiteY5132" fmla="*/ 1145485 h 4115518"/>
              <a:gd name="connsiteX5133" fmla="*/ 4419075 w 6282234"/>
              <a:gd name="connsiteY5133" fmla="*/ 1104018 h 4115518"/>
              <a:gd name="connsiteX5134" fmla="*/ 4428847 w 6282234"/>
              <a:gd name="connsiteY5134" fmla="*/ 1082456 h 4115518"/>
              <a:gd name="connsiteX5135" fmla="*/ 4412561 w 6282234"/>
              <a:gd name="connsiteY5135" fmla="*/ 1067527 h 4115518"/>
              <a:gd name="connsiteX5136" fmla="*/ 4402789 w 6282234"/>
              <a:gd name="connsiteY5136" fmla="*/ 1045964 h 4115518"/>
              <a:gd name="connsiteX5137" fmla="*/ 4386503 w 6282234"/>
              <a:gd name="connsiteY5137" fmla="*/ 1041984 h 4115518"/>
              <a:gd name="connsiteX5138" fmla="*/ 4376731 w 6282234"/>
              <a:gd name="connsiteY5138" fmla="*/ 1029709 h 4115518"/>
              <a:gd name="connsiteX5139" fmla="*/ 4379987 w 6282234"/>
              <a:gd name="connsiteY5139" fmla="*/ 1005492 h 4115518"/>
              <a:gd name="connsiteX5140" fmla="*/ 4373473 w 6282234"/>
              <a:gd name="connsiteY5140" fmla="*/ 966348 h 4115518"/>
              <a:gd name="connsiteX5141" fmla="*/ 4389759 w 6282234"/>
              <a:gd name="connsiteY5141" fmla="*/ 963693 h 4115518"/>
              <a:gd name="connsiteX5142" fmla="*/ 4422332 w 6282234"/>
              <a:gd name="connsiteY5142" fmla="*/ 961040 h 4115518"/>
              <a:gd name="connsiteX5143" fmla="*/ 4480963 w 6282234"/>
              <a:gd name="connsiteY5143" fmla="*/ 946111 h 4115518"/>
              <a:gd name="connsiteX5144" fmla="*/ 4474449 w 6282234"/>
              <a:gd name="connsiteY5144" fmla="*/ 909621 h 4115518"/>
              <a:gd name="connsiteX5145" fmla="*/ 4477706 w 6282234"/>
              <a:gd name="connsiteY5145" fmla="*/ 893698 h 4115518"/>
              <a:gd name="connsiteX5146" fmla="*/ 4497249 w 6282234"/>
              <a:gd name="connsiteY5146" fmla="*/ 876116 h 4115518"/>
              <a:gd name="connsiteX5147" fmla="*/ 4520050 w 6282234"/>
              <a:gd name="connsiteY5147" fmla="*/ 842279 h 4115518"/>
              <a:gd name="connsiteX5148" fmla="*/ 4601482 w 6282234"/>
              <a:gd name="connsiteY5148" fmla="*/ 811427 h 4115518"/>
              <a:gd name="connsiteX5149" fmla="*/ 4598225 w 6282234"/>
              <a:gd name="connsiteY5149" fmla="*/ 800480 h 4115518"/>
              <a:gd name="connsiteX5150" fmla="*/ 4630797 w 6282234"/>
              <a:gd name="connsiteY5150" fmla="*/ 791190 h 4115518"/>
              <a:gd name="connsiteX5151" fmla="*/ 4656855 w 6282234"/>
              <a:gd name="connsiteY5151" fmla="*/ 808773 h 4115518"/>
              <a:gd name="connsiteX5152" fmla="*/ 4695943 w 6282234"/>
              <a:gd name="connsiteY5152" fmla="*/ 776263 h 4115518"/>
              <a:gd name="connsiteX5153" fmla="*/ 4702458 w 6282234"/>
              <a:gd name="connsiteY5153" fmla="*/ 766975 h 4115518"/>
              <a:gd name="connsiteX5154" fmla="*/ 4718744 w 6282234"/>
              <a:gd name="connsiteY5154" fmla="*/ 766975 h 4115518"/>
              <a:gd name="connsiteX5155" fmla="*/ 4731773 w 6282234"/>
              <a:gd name="connsiteY5155" fmla="*/ 757353 h 4115518"/>
              <a:gd name="connsiteX5156" fmla="*/ 4725259 w 6282234"/>
              <a:gd name="connsiteY5156" fmla="*/ 735791 h 4115518"/>
              <a:gd name="connsiteX5157" fmla="*/ 4731773 w 6282234"/>
              <a:gd name="connsiteY5157" fmla="*/ 718541 h 4115518"/>
              <a:gd name="connsiteX5158" fmla="*/ 4767603 w 6282234"/>
              <a:gd name="connsiteY5158" fmla="*/ 675414 h 4115518"/>
              <a:gd name="connsiteX5159" fmla="*/ 1309358 w 6282234"/>
              <a:gd name="connsiteY5159" fmla="*/ 665794 h 4115518"/>
              <a:gd name="connsiteX5160" fmla="*/ 1353331 w 6282234"/>
              <a:gd name="connsiteY5160" fmla="*/ 669776 h 4115518"/>
              <a:gd name="connsiteX5161" fmla="*/ 1345188 w 6282234"/>
              <a:gd name="connsiteY5161" fmla="*/ 691338 h 4115518"/>
              <a:gd name="connsiteX5162" fmla="*/ 1305449 w 6282234"/>
              <a:gd name="connsiteY5162" fmla="*/ 690011 h 4115518"/>
              <a:gd name="connsiteX5163" fmla="*/ 1036073 w 6282234"/>
              <a:gd name="connsiteY5163" fmla="*/ 638924 h 4115518"/>
              <a:gd name="connsiteX5164" fmla="*/ 1064737 w 6282234"/>
              <a:gd name="connsiteY5164" fmla="*/ 638924 h 4115518"/>
              <a:gd name="connsiteX5165" fmla="*/ 1057571 w 6282234"/>
              <a:gd name="connsiteY5165" fmla="*/ 682049 h 4115518"/>
              <a:gd name="connsiteX5166" fmla="*/ 1024347 w 6282234"/>
              <a:gd name="connsiteY5166" fmla="*/ 702286 h 4115518"/>
              <a:gd name="connsiteX5167" fmla="*/ 1002849 w 6282234"/>
              <a:gd name="connsiteY5167" fmla="*/ 684704 h 4115518"/>
              <a:gd name="connsiteX5168" fmla="*/ 1002849 w 6282234"/>
              <a:gd name="connsiteY5168" fmla="*/ 653852 h 4115518"/>
              <a:gd name="connsiteX5169" fmla="*/ 3370234 w 6282234"/>
              <a:gd name="connsiteY5169" fmla="*/ 623996 h 4115518"/>
              <a:gd name="connsiteX5170" fmla="*/ 3376747 w 6282234"/>
              <a:gd name="connsiteY5170" fmla="*/ 645559 h 4115518"/>
              <a:gd name="connsiteX5171" fmla="*/ 3393034 w 6282234"/>
              <a:gd name="connsiteY5171" fmla="*/ 672429 h 4115518"/>
              <a:gd name="connsiteX5172" fmla="*/ 3389777 w 6282234"/>
              <a:gd name="connsiteY5172" fmla="*/ 687358 h 4115518"/>
              <a:gd name="connsiteX5173" fmla="*/ 3366976 w 6282234"/>
              <a:gd name="connsiteY5173" fmla="*/ 706266 h 4115518"/>
              <a:gd name="connsiteX5174" fmla="*/ 3357205 w 6282234"/>
              <a:gd name="connsiteY5174" fmla="*/ 687358 h 4115518"/>
              <a:gd name="connsiteX5175" fmla="*/ 3337661 w 6282234"/>
              <a:gd name="connsiteY5175" fmla="*/ 691338 h 4115518"/>
              <a:gd name="connsiteX5176" fmla="*/ 3347433 w 6282234"/>
              <a:gd name="connsiteY5176" fmla="*/ 653852 h 4115518"/>
              <a:gd name="connsiteX5177" fmla="*/ 3337661 w 6282234"/>
              <a:gd name="connsiteY5177" fmla="*/ 633616 h 4115518"/>
              <a:gd name="connsiteX5178" fmla="*/ 3353947 w 6282234"/>
              <a:gd name="connsiteY5178" fmla="*/ 594472 h 4115518"/>
              <a:gd name="connsiteX5179" fmla="*/ 3357205 w 6282234"/>
              <a:gd name="connsiteY5179" fmla="*/ 621342 h 4115518"/>
              <a:gd name="connsiteX5180" fmla="*/ 3340918 w 6282234"/>
              <a:gd name="connsiteY5180" fmla="*/ 629304 h 4115518"/>
              <a:gd name="connsiteX5181" fmla="*/ 3321375 w 6282234"/>
              <a:gd name="connsiteY5181" fmla="*/ 605087 h 4115518"/>
              <a:gd name="connsiteX5182" fmla="*/ 1053010 w 6282234"/>
              <a:gd name="connsiteY5182" fmla="*/ 578216 h 4115518"/>
              <a:gd name="connsiteX5183" fmla="*/ 1071903 w 6282234"/>
              <a:gd name="connsiteY5183" fmla="*/ 602433 h 4115518"/>
              <a:gd name="connsiteX5184" fmla="*/ 1069622 w 6282234"/>
              <a:gd name="connsiteY5184" fmla="*/ 618688 h 4115518"/>
              <a:gd name="connsiteX5185" fmla="*/ 1033793 w 6282234"/>
              <a:gd name="connsiteY5185" fmla="*/ 621342 h 4115518"/>
              <a:gd name="connsiteX5186" fmla="*/ 1007735 w 6282234"/>
              <a:gd name="connsiteY5186" fmla="*/ 623996 h 4115518"/>
              <a:gd name="connsiteX5187" fmla="*/ 1005128 w 6282234"/>
              <a:gd name="connsiteY5187" fmla="*/ 614707 h 4115518"/>
              <a:gd name="connsiteX5188" fmla="*/ 1273853 w 6282234"/>
              <a:gd name="connsiteY5188" fmla="*/ 572908 h 4115518"/>
              <a:gd name="connsiteX5189" fmla="*/ 1321410 w 6282234"/>
              <a:gd name="connsiteY5189" fmla="*/ 609067 h 4115518"/>
              <a:gd name="connsiteX5190" fmla="*/ 1314895 w 6282234"/>
              <a:gd name="connsiteY5190" fmla="*/ 648212 h 4115518"/>
              <a:gd name="connsiteX5191" fmla="*/ 1285580 w 6282234"/>
              <a:gd name="connsiteY5191" fmla="*/ 663141 h 4115518"/>
              <a:gd name="connsiteX5192" fmla="*/ 1272550 w 6282234"/>
              <a:gd name="connsiteY5192" fmla="*/ 642905 h 4115518"/>
              <a:gd name="connsiteX5193" fmla="*/ 1261802 w 6282234"/>
              <a:gd name="connsiteY5193" fmla="*/ 606414 h 4115518"/>
              <a:gd name="connsiteX5194" fmla="*/ 1261802 w 6282234"/>
              <a:gd name="connsiteY5194" fmla="*/ 578216 h 4115518"/>
              <a:gd name="connsiteX5195" fmla="*/ 4738287 w 6282234"/>
              <a:gd name="connsiteY5195" fmla="*/ 524475 h 4115518"/>
              <a:gd name="connsiteX5196" fmla="*/ 4764345 w 6282234"/>
              <a:gd name="connsiteY5196" fmla="*/ 524475 h 4115518"/>
              <a:gd name="connsiteX5197" fmla="*/ 4761089 w 6282234"/>
              <a:gd name="connsiteY5197" fmla="*/ 551346 h 4115518"/>
              <a:gd name="connsiteX5198" fmla="*/ 4780631 w 6282234"/>
              <a:gd name="connsiteY5198" fmla="*/ 544379 h 4115518"/>
              <a:gd name="connsiteX5199" fmla="*/ 4803433 w 6282234"/>
              <a:gd name="connsiteY5199" fmla="*/ 572908 h 4115518"/>
              <a:gd name="connsiteX5200" fmla="*/ 4803433 w 6282234"/>
              <a:gd name="connsiteY5200" fmla="*/ 602433 h 4115518"/>
              <a:gd name="connsiteX5201" fmla="*/ 4777375 w 6282234"/>
              <a:gd name="connsiteY5201" fmla="*/ 621342 h 4115518"/>
              <a:gd name="connsiteX5202" fmla="*/ 4731773 w 6282234"/>
              <a:gd name="connsiteY5202" fmla="*/ 630630 h 4115518"/>
              <a:gd name="connsiteX5203" fmla="*/ 4712229 w 6282234"/>
              <a:gd name="connsiteY5203" fmla="*/ 648212 h 4115518"/>
              <a:gd name="connsiteX5204" fmla="*/ 4705715 w 6282234"/>
              <a:gd name="connsiteY5204" fmla="*/ 630630 h 4115518"/>
              <a:gd name="connsiteX5205" fmla="*/ 1165386 w 6282234"/>
              <a:gd name="connsiteY5205" fmla="*/ 521489 h 4115518"/>
              <a:gd name="connsiteX5206" fmla="*/ 1226298 w 6282234"/>
              <a:gd name="connsiteY5206" fmla="*/ 572908 h 4115518"/>
              <a:gd name="connsiteX5207" fmla="*/ 1240629 w 6282234"/>
              <a:gd name="connsiteY5207" fmla="*/ 594472 h 4115518"/>
              <a:gd name="connsiteX5208" fmla="*/ 1236721 w 6282234"/>
              <a:gd name="connsiteY5208" fmla="*/ 618688 h 4115518"/>
              <a:gd name="connsiteX5209" fmla="*/ 1252682 w 6282234"/>
              <a:gd name="connsiteY5209" fmla="*/ 641577 h 4115518"/>
              <a:gd name="connsiteX5210" fmla="*/ 1234115 w 6282234"/>
              <a:gd name="connsiteY5210" fmla="*/ 663141 h 4115518"/>
              <a:gd name="connsiteX5211" fmla="*/ 1222063 w 6282234"/>
              <a:gd name="connsiteY5211" fmla="*/ 655179 h 4115518"/>
              <a:gd name="connsiteX5212" fmla="*/ 1214246 w 6282234"/>
              <a:gd name="connsiteY5212" fmla="*/ 629304 h 4115518"/>
              <a:gd name="connsiteX5213" fmla="*/ 1178416 w 6282234"/>
              <a:gd name="connsiteY5213" fmla="*/ 612053 h 4115518"/>
              <a:gd name="connsiteX5214" fmla="*/ 1154638 w 6282234"/>
              <a:gd name="connsiteY5214" fmla="*/ 621342 h 4115518"/>
              <a:gd name="connsiteX5215" fmla="*/ 1150729 w 6282234"/>
              <a:gd name="connsiteY5215" fmla="*/ 594472 h 4115518"/>
              <a:gd name="connsiteX5216" fmla="*/ 1166689 w 6282234"/>
              <a:gd name="connsiteY5216" fmla="*/ 580870 h 4115518"/>
              <a:gd name="connsiteX5217" fmla="*/ 1162781 w 6282234"/>
              <a:gd name="connsiteY5217" fmla="*/ 557980 h 4115518"/>
              <a:gd name="connsiteX5218" fmla="*/ 1136071 w 6282234"/>
              <a:gd name="connsiteY5218" fmla="*/ 551346 h 4115518"/>
              <a:gd name="connsiteX5219" fmla="*/ 1138677 w 6282234"/>
              <a:gd name="connsiteY5219" fmla="*/ 527129 h 4115518"/>
              <a:gd name="connsiteX5220" fmla="*/ 4555881 w 6282234"/>
              <a:gd name="connsiteY5220" fmla="*/ 454147 h 4115518"/>
              <a:gd name="connsiteX5221" fmla="*/ 4588453 w 6282234"/>
              <a:gd name="connsiteY5221" fmla="*/ 456801 h 4115518"/>
              <a:gd name="connsiteX5222" fmla="*/ 4601482 w 6282234"/>
              <a:gd name="connsiteY5222" fmla="*/ 473056 h 4115518"/>
              <a:gd name="connsiteX5223" fmla="*/ 4581939 w 6282234"/>
              <a:gd name="connsiteY5223" fmla="*/ 493292 h 4115518"/>
              <a:gd name="connsiteX5224" fmla="*/ 4555881 w 6282234"/>
              <a:gd name="connsiteY5224" fmla="*/ 475709 h 4115518"/>
              <a:gd name="connsiteX5225" fmla="*/ 3259486 w 6282234"/>
              <a:gd name="connsiteY5225" fmla="*/ 454147 h 4115518"/>
              <a:gd name="connsiteX5226" fmla="*/ 3279029 w 6282234"/>
              <a:gd name="connsiteY5226" fmla="*/ 469075 h 4115518"/>
              <a:gd name="connsiteX5227" fmla="*/ 3301831 w 6282234"/>
              <a:gd name="connsiteY5227" fmla="*/ 512201 h 4115518"/>
              <a:gd name="connsiteX5228" fmla="*/ 3301831 w 6282234"/>
              <a:gd name="connsiteY5228" fmla="*/ 541725 h 4115518"/>
              <a:gd name="connsiteX5229" fmla="*/ 3347433 w 6282234"/>
              <a:gd name="connsiteY5229" fmla="*/ 570255 h 4115518"/>
              <a:gd name="connsiteX5230" fmla="*/ 3344175 w 6282234"/>
              <a:gd name="connsiteY5230" fmla="*/ 584851 h 4115518"/>
              <a:gd name="connsiteX5231" fmla="*/ 3314860 w 6282234"/>
              <a:gd name="connsiteY5231" fmla="*/ 590490 h 4115518"/>
              <a:gd name="connsiteX5232" fmla="*/ 3305089 w 6282234"/>
              <a:gd name="connsiteY5232" fmla="*/ 605087 h 4115518"/>
              <a:gd name="connsiteX5233" fmla="*/ 3305089 w 6282234"/>
              <a:gd name="connsiteY5233" fmla="*/ 636270 h 4115518"/>
              <a:gd name="connsiteX5234" fmla="*/ 3292059 w 6282234"/>
              <a:gd name="connsiteY5234" fmla="*/ 642905 h 4115518"/>
              <a:gd name="connsiteX5235" fmla="*/ 3292059 w 6282234"/>
              <a:gd name="connsiteY5235" fmla="*/ 684704 h 4115518"/>
              <a:gd name="connsiteX5236" fmla="*/ 3282287 w 6282234"/>
              <a:gd name="connsiteY5236" fmla="*/ 687358 h 4115518"/>
              <a:gd name="connsiteX5237" fmla="*/ 3272516 w 6282234"/>
              <a:gd name="connsiteY5237" fmla="*/ 750719 h 4115518"/>
              <a:gd name="connsiteX5238" fmla="*/ 3259486 w 6282234"/>
              <a:gd name="connsiteY5238" fmla="*/ 760340 h 4115518"/>
              <a:gd name="connsiteX5239" fmla="*/ 3223657 w 6282234"/>
              <a:gd name="connsiteY5239" fmla="*/ 714228 h 4115518"/>
              <a:gd name="connsiteX5240" fmla="*/ 3213884 w 6282234"/>
              <a:gd name="connsiteY5240" fmla="*/ 684704 h 4115518"/>
              <a:gd name="connsiteX5241" fmla="*/ 3223657 w 6282234"/>
              <a:gd name="connsiteY5241" fmla="*/ 665794 h 4115518"/>
              <a:gd name="connsiteX5242" fmla="*/ 3223657 w 6282234"/>
              <a:gd name="connsiteY5242" fmla="*/ 648212 h 4115518"/>
              <a:gd name="connsiteX5243" fmla="*/ 3246457 w 6282234"/>
              <a:gd name="connsiteY5243" fmla="*/ 617361 h 4115518"/>
              <a:gd name="connsiteX5244" fmla="*/ 3236685 w 6282234"/>
              <a:gd name="connsiteY5244" fmla="*/ 593145 h 4115518"/>
              <a:gd name="connsiteX5245" fmla="*/ 3223657 w 6282234"/>
              <a:gd name="connsiteY5245" fmla="*/ 618688 h 4115518"/>
              <a:gd name="connsiteX5246" fmla="*/ 3197598 w 6282234"/>
              <a:gd name="connsiteY5246" fmla="*/ 623996 h 4115518"/>
              <a:gd name="connsiteX5247" fmla="*/ 3178055 w 6282234"/>
              <a:gd name="connsiteY5247" fmla="*/ 590490 h 4115518"/>
              <a:gd name="connsiteX5248" fmla="*/ 3171540 w 6282234"/>
              <a:gd name="connsiteY5248" fmla="*/ 557980 h 4115518"/>
              <a:gd name="connsiteX5249" fmla="*/ 3158511 w 6282234"/>
              <a:gd name="connsiteY5249" fmla="*/ 508220 h 4115518"/>
              <a:gd name="connsiteX5250" fmla="*/ 3168283 w 6282234"/>
              <a:gd name="connsiteY5250" fmla="*/ 481018 h 4115518"/>
              <a:gd name="connsiteX5251" fmla="*/ 3200855 w 6282234"/>
              <a:gd name="connsiteY5251" fmla="*/ 490638 h 4115518"/>
              <a:gd name="connsiteX5252" fmla="*/ 3207370 w 6282234"/>
              <a:gd name="connsiteY5252" fmla="*/ 509546 h 4115518"/>
              <a:gd name="connsiteX5253" fmla="*/ 3223657 w 6282234"/>
              <a:gd name="connsiteY5253" fmla="*/ 478364 h 4115518"/>
              <a:gd name="connsiteX5254" fmla="*/ 3243200 w 6282234"/>
              <a:gd name="connsiteY5254" fmla="*/ 475709 h 4115518"/>
              <a:gd name="connsiteX5255" fmla="*/ 4669885 w 6282234"/>
              <a:gd name="connsiteY5255" fmla="*/ 442204 h 4115518"/>
              <a:gd name="connsiteX5256" fmla="*/ 4676399 w 6282234"/>
              <a:gd name="connsiteY5256" fmla="*/ 469075 h 4115518"/>
              <a:gd name="connsiteX5257" fmla="*/ 4699200 w 6282234"/>
              <a:gd name="connsiteY5257" fmla="*/ 454147 h 4115518"/>
              <a:gd name="connsiteX5258" fmla="*/ 4712229 w 6282234"/>
              <a:gd name="connsiteY5258" fmla="*/ 481018 h 4115518"/>
              <a:gd name="connsiteX5259" fmla="*/ 4705715 w 6282234"/>
              <a:gd name="connsiteY5259" fmla="*/ 529783 h 4115518"/>
              <a:gd name="connsiteX5260" fmla="*/ 4712229 w 6282234"/>
              <a:gd name="connsiteY5260" fmla="*/ 557980 h 4115518"/>
              <a:gd name="connsiteX5261" fmla="*/ 4689429 w 6282234"/>
              <a:gd name="connsiteY5261" fmla="*/ 575562 h 4115518"/>
              <a:gd name="connsiteX5262" fmla="*/ 4663371 w 6282234"/>
              <a:gd name="connsiteY5262" fmla="*/ 570255 h 4115518"/>
              <a:gd name="connsiteX5263" fmla="*/ 4653599 w 6282234"/>
              <a:gd name="connsiteY5263" fmla="*/ 556653 h 4115518"/>
              <a:gd name="connsiteX5264" fmla="*/ 4627540 w 6282234"/>
              <a:gd name="connsiteY5264" fmla="*/ 551346 h 4115518"/>
              <a:gd name="connsiteX5265" fmla="*/ 4614511 w 6282234"/>
              <a:gd name="connsiteY5265" fmla="*/ 532436 h 4115518"/>
              <a:gd name="connsiteX5266" fmla="*/ 4614511 w 6282234"/>
              <a:gd name="connsiteY5266" fmla="*/ 512201 h 4115518"/>
              <a:gd name="connsiteX5267" fmla="*/ 4601482 w 6282234"/>
              <a:gd name="connsiteY5267" fmla="*/ 497273 h 4115518"/>
              <a:gd name="connsiteX5268" fmla="*/ 4627540 w 6282234"/>
              <a:gd name="connsiteY5268" fmla="*/ 448839 h 4115518"/>
              <a:gd name="connsiteX5269" fmla="*/ 3966314 w 6282234"/>
              <a:gd name="connsiteY5269" fmla="*/ 423295 h 4115518"/>
              <a:gd name="connsiteX5270" fmla="*/ 3966314 w 6282234"/>
              <a:gd name="connsiteY5270" fmla="*/ 448839 h 4115518"/>
              <a:gd name="connsiteX5271" fmla="*/ 3940256 w 6282234"/>
              <a:gd name="connsiteY5271" fmla="*/ 447512 h 4115518"/>
              <a:gd name="connsiteX5272" fmla="*/ 3946771 w 6282234"/>
              <a:gd name="connsiteY5272" fmla="*/ 424622 h 4115518"/>
              <a:gd name="connsiteX5273" fmla="*/ 3360461 w 6282234"/>
              <a:gd name="connsiteY5273" fmla="*/ 423295 h 4115518"/>
              <a:gd name="connsiteX5274" fmla="*/ 3399549 w 6282234"/>
              <a:gd name="connsiteY5274" fmla="*/ 424622 h 4115518"/>
              <a:gd name="connsiteX5275" fmla="*/ 3419093 w 6282234"/>
              <a:gd name="connsiteY5275" fmla="*/ 439550 h 4115518"/>
              <a:gd name="connsiteX5276" fmla="*/ 3448408 w 6282234"/>
              <a:gd name="connsiteY5276" fmla="*/ 448839 h 4115518"/>
              <a:gd name="connsiteX5277" fmla="*/ 3445151 w 6282234"/>
              <a:gd name="connsiteY5277" fmla="*/ 475709 h 4115518"/>
              <a:gd name="connsiteX5278" fmla="*/ 3419093 w 6282234"/>
              <a:gd name="connsiteY5278" fmla="*/ 497273 h 4115518"/>
              <a:gd name="connsiteX5279" fmla="*/ 3425607 w 6282234"/>
              <a:gd name="connsiteY5279" fmla="*/ 508220 h 4115518"/>
              <a:gd name="connsiteX5280" fmla="*/ 3383262 w 6282234"/>
              <a:gd name="connsiteY5280" fmla="*/ 539071 h 4115518"/>
              <a:gd name="connsiteX5281" fmla="*/ 3366976 w 6282234"/>
              <a:gd name="connsiteY5281" fmla="*/ 517508 h 4115518"/>
              <a:gd name="connsiteX5282" fmla="*/ 3334403 w 6282234"/>
              <a:gd name="connsiteY5282" fmla="*/ 520163 h 4115518"/>
              <a:gd name="connsiteX5283" fmla="*/ 3298574 w 6282234"/>
              <a:gd name="connsiteY5283" fmla="*/ 487984 h 4115518"/>
              <a:gd name="connsiteX5284" fmla="*/ 3288802 w 6282234"/>
              <a:gd name="connsiteY5284" fmla="*/ 469075 h 4115518"/>
              <a:gd name="connsiteX5285" fmla="*/ 3292059 w 6282234"/>
              <a:gd name="connsiteY5285" fmla="*/ 442204 h 4115518"/>
              <a:gd name="connsiteX5286" fmla="*/ 3350690 w 6282234"/>
              <a:gd name="connsiteY5286" fmla="*/ 439550 h 4115518"/>
              <a:gd name="connsiteX5287" fmla="*/ 3360461 w 6282234"/>
              <a:gd name="connsiteY5287" fmla="*/ 459454 h 4115518"/>
              <a:gd name="connsiteX5288" fmla="*/ 3816480 w 6282234"/>
              <a:gd name="connsiteY5288" fmla="*/ 374862 h 4115518"/>
              <a:gd name="connsiteX5289" fmla="*/ 3770878 w 6282234"/>
              <a:gd name="connsiteY5289" fmla="*/ 412348 h 4115518"/>
              <a:gd name="connsiteX5290" fmla="*/ 3757849 w 6282234"/>
              <a:gd name="connsiteY5290" fmla="*/ 390785 h 4115518"/>
              <a:gd name="connsiteX5291" fmla="*/ 4047746 w 6282234"/>
              <a:gd name="connsiteY5291" fmla="*/ 363915 h 4115518"/>
              <a:gd name="connsiteX5292" fmla="*/ 4057517 w 6282234"/>
              <a:gd name="connsiteY5292" fmla="*/ 376189 h 4115518"/>
              <a:gd name="connsiteX5293" fmla="*/ 4034717 w 6282234"/>
              <a:gd name="connsiteY5293" fmla="*/ 417987 h 4115518"/>
              <a:gd name="connsiteX5294" fmla="*/ 4005401 w 6282234"/>
              <a:gd name="connsiteY5294" fmla="*/ 400405 h 4115518"/>
              <a:gd name="connsiteX5295" fmla="*/ 4011916 w 6282234"/>
              <a:gd name="connsiteY5295" fmla="*/ 371876 h 4115518"/>
              <a:gd name="connsiteX5296" fmla="*/ 3858825 w 6282234"/>
              <a:gd name="connsiteY5296" fmla="*/ 362588 h 4115518"/>
              <a:gd name="connsiteX5297" fmla="*/ 3871853 w 6282234"/>
              <a:gd name="connsiteY5297" fmla="*/ 381497 h 4115518"/>
              <a:gd name="connsiteX5298" fmla="*/ 3858825 w 6282234"/>
              <a:gd name="connsiteY5298" fmla="*/ 403060 h 4115518"/>
              <a:gd name="connsiteX5299" fmla="*/ 3836023 w 6282234"/>
              <a:gd name="connsiteY5299" fmla="*/ 408367 h 4115518"/>
              <a:gd name="connsiteX5300" fmla="*/ 3829509 w 6282234"/>
              <a:gd name="connsiteY5300" fmla="*/ 439550 h 4115518"/>
              <a:gd name="connsiteX5301" fmla="*/ 3809965 w 6282234"/>
              <a:gd name="connsiteY5301" fmla="*/ 444859 h 4115518"/>
              <a:gd name="connsiteX5302" fmla="*/ 3809965 w 6282234"/>
              <a:gd name="connsiteY5302" fmla="*/ 424622 h 4115518"/>
              <a:gd name="connsiteX5303" fmla="*/ 3836023 w 6282234"/>
              <a:gd name="connsiteY5303" fmla="*/ 390785 h 4115518"/>
              <a:gd name="connsiteX5304" fmla="*/ 3829509 w 6282234"/>
              <a:gd name="connsiteY5304" fmla="*/ 374862 h 4115518"/>
              <a:gd name="connsiteX5305" fmla="*/ 4106377 w 6282234"/>
              <a:gd name="connsiteY5305" fmla="*/ 335717 h 4115518"/>
              <a:gd name="connsiteX5306" fmla="*/ 4109635 w 6282234"/>
              <a:gd name="connsiteY5306" fmla="*/ 359933 h 4115518"/>
              <a:gd name="connsiteX5307" fmla="*/ 4093348 w 6282234"/>
              <a:gd name="connsiteY5307" fmla="*/ 381497 h 4115518"/>
              <a:gd name="connsiteX5308" fmla="*/ 4073804 w 6282234"/>
              <a:gd name="connsiteY5308" fmla="*/ 386805 h 4115518"/>
              <a:gd name="connsiteX5309" fmla="*/ 4060775 w 6282234"/>
              <a:gd name="connsiteY5309" fmla="*/ 369223 h 4115518"/>
              <a:gd name="connsiteX5310" fmla="*/ 1368966 w 6282234"/>
              <a:gd name="connsiteY5310" fmla="*/ 326096 h 4115518"/>
              <a:gd name="connsiteX5311" fmla="*/ 1392744 w 6282234"/>
              <a:gd name="connsiteY5311" fmla="*/ 400405 h 4115518"/>
              <a:gd name="connsiteX5312" fmla="*/ 1448443 w 6282234"/>
              <a:gd name="connsiteY5312" fmla="*/ 415002 h 4115518"/>
              <a:gd name="connsiteX5313" fmla="*/ 1451049 w 6282234"/>
              <a:gd name="connsiteY5313" fmla="*/ 439550 h 4115518"/>
              <a:gd name="connsiteX5314" fmla="*/ 1467010 w 6282234"/>
              <a:gd name="connsiteY5314" fmla="*/ 493292 h 4115518"/>
              <a:gd name="connsiteX5315" fmla="*/ 1484273 w 6282234"/>
              <a:gd name="connsiteY5315" fmla="*/ 497273 h 4115518"/>
              <a:gd name="connsiteX5316" fmla="*/ 1496000 w 6282234"/>
              <a:gd name="connsiteY5316" fmla="*/ 532436 h 4115518"/>
              <a:gd name="connsiteX5317" fmla="*/ 1472222 w 6282234"/>
              <a:gd name="connsiteY5317" fmla="*/ 548692 h 4115518"/>
              <a:gd name="connsiteX5318" fmla="*/ 1443231 w 6282234"/>
              <a:gd name="connsiteY5318" fmla="*/ 602433 h 4115518"/>
              <a:gd name="connsiteX5319" fmla="*/ 1400887 w 6282234"/>
              <a:gd name="connsiteY5319" fmla="*/ 630630 h 4115518"/>
              <a:gd name="connsiteX5320" fmla="*/ 1368966 w 6282234"/>
              <a:gd name="connsiteY5320" fmla="*/ 626650 h 4115518"/>
              <a:gd name="connsiteX5321" fmla="*/ 1355937 w 6282234"/>
              <a:gd name="connsiteY5321" fmla="*/ 606414 h 4115518"/>
              <a:gd name="connsiteX5322" fmla="*/ 1333462 w 6282234"/>
              <a:gd name="connsiteY5322" fmla="*/ 556653 h 4115518"/>
              <a:gd name="connsiteX5323" fmla="*/ 1347794 w 6282234"/>
              <a:gd name="connsiteY5323" fmla="*/ 541725 h 4115518"/>
              <a:gd name="connsiteX5324" fmla="*/ 1368966 w 6282234"/>
              <a:gd name="connsiteY5324" fmla="*/ 536418 h 4115518"/>
              <a:gd name="connsiteX5325" fmla="*/ 1355937 w 6282234"/>
              <a:gd name="connsiteY5325" fmla="*/ 520163 h 4115518"/>
              <a:gd name="connsiteX5326" fmla="*/ 1341279 w 6282234"/>
              <a:gd name="connsiteY5326" fmla="*/ 529783 h 4115518"/>
              <a:gd name="connsiteX5327" fmla="*/ 1317501 w 6282234"/>
              <a:gd name="connsiteY5327" fmla="*/ 529783 h 4115518"/>
              <a:gd name="connsiteX5328" fmla="*/ 1288185 w 6282234"/>
              <a:gd name="connsiteY5328" fmla="*/ 448839 h 4115518"/>
              <a:gd name="connsiteX5329" fmla="*/ 1309358 w 6282234"/>
              <a:gd name="connsiteY5329" fmla="*/ 417987 h 4115518"/>
              <a:gd name="connsiteX5330" fmla="*/ 1302843 w 6282234"/>
              <a:gd name="connsiteY5330" fmla="*/ 399079 h 4115518"/>
              <a:gd name="connsiteX5331" fmla="*/ 1317501 w 6282234"/>
              <a:gd name="connsiteY5331" fmla="*/ 350313 h 4115518"/>
              <a:gd name="connsiteX5332" fmla="*/ 1350400 w 6282234"/>
              <a:gd name="connsiteY5332" fmla="*/ 342352 h 4115518"/>
              <a:gd name="connsiteX5333" fmla="*/ 4637313 w 6282234"/>
              <a:gd name="connsiteY5333" fmla="*/ 318135 h 4115518"/>
              <a:gd name="connsiteX5334" fmla="*/ 4653599 w 6282234"/>
              <a:gd name="connsiteY5334" fmla="*/ 357280 h 4115518"/>
              <a:gd name="connsiteX5335" fmla="*/ 4663371 w 6282234"/>
              <a:gd name="connsiteY5335" fmla="*/ 388132 h 4115518"/>
              <a:gd name="connsiteX5336" fmla="*/ 4663371 w 6282234"/>
              <a:gd name="connsiteY5336" fmla="*/ 435238 h 4115518"/>
              <a:gd name="connsiteX5337" fmla="*/ 4640569 w 6282234"/>
              <a:gd name="connsiteY5337" fmla="*/ 436565 h 4115518"/>
              <a:gd name="connsiteX5338" fmla="*/ 4601482 w 6282234"/>
              <a:gd name="connsiteY5338" fmla="*/ 459454 h 4115518"/>
              <a:gd name="connsiteX5339" fmla="*/ 4594967 w 6282234"/>
              <a:gd name="connsiteY5339" fmla="*/ 432584 h 4115518"/>
              <a:gd name="connsiteX5340" fmla="*/ 4562395 w 6282234"/>
              <a:gd name="connsiteY5340" fmla="*/ 429930 h 4115518"/>
              <a:gd name="connsiteX5341" fmla="*/ 4585195 w 6282234"/>
              <a:gd name="connsiteY5341" fmla="*/ 405713 h 4115518"/>
              <a:gd name="connsiteX5342" fmla="*/ 4581939 w 6282234"/>
              <a:gd name="connsiteY5342" fmla="*/ 376189 h 4115518"/>
              <a:gd name="connsiteX5343" fmla="*/ 4591711 w 6282234"/>
              <a:gd name="connsiteY5343" fmla="*/ 351640 h 4115518"/>
              <a:gd name="connsiteX5344" fmla="*/ 4621026 w 6282234"/>
              <a:gd name="connsiteY5344" fmla="*/ 338371 h 4115518"/>
              <a:gd name="connsiteX5345" fmla="*/ 2166997 w 6282234"/>
              <a:gd name="connsiteY5345" fmla="*/ 144305 h 4115518"/>
              <a:gd name="connsiteX5346" fmla="*/ 2201525 w 6282234"/>
              <a:gd name="connsiteY5346" fmla="*/ 180465 h 4115518"/>
              <a:gd name="connsiteX5347" fmla="*/ 2189472 w 6282234"/>
              <a:gd name="connsiteY5347" fmla="*/ 205013 h 4115518"/>
              <a:gd name="connsiteX5348" fmla="*/ 2189472 w 6282234"/>
              <a:gd name="connsiteY5348" fmla="*/ 223590 h 4115518"/>
              <a:gd name="connsiteX5349" fmla="*/ 2155271 w 6282234"/>
              <a:gd name="connsiteY5349" fmla="*/ 180465 h 4115518"/>
              <a:gd name="connsiteX5350" fmla="*/ 2141916 w 6282234"/>
              <a:gd name="connsiteY5350" fmla="*/ 148286 h 4115518"/>
              <a:gd name="connsiteX5351" fmla="*/ 1717168 w 6282234"/>
              <a:gd name="connsiteY5351" fmla="*/ 80944 h 4115518"/>
              <a:gd name="connsiteX5352" fmla="*/ 1785896 w 6282234"/>
              <a:gd name="connsiteY5352" fmla="*/ 102506 h 4115518"/>
              <a:gd name="connsiteX5353" fmla="*/ 1865374 w 6282234"/>
              <a:gd name="connsiteY5353" fmla="*/ 120088 h 4115518"/>
              <a:gd name="connsiteX5354" fmla="*/ 1877426 w 6282234"/>
              <a:gd name="connsiteY5354" fmla="*/ 156248 h 4115518"/>
              <a:gd name="connsiteX5355" fmla="*/ 1903810 w 6282234"/>
              <a:gd name="connsiteY5355" fmla="*/ 169849 h 4115518"/>
              <a:gd name="connsiteX5356" fmla="*/ 1910325 w 6282234"/>
              <a:gd name="connsiteY5356" fmla="*/ 196720 h 4115518"/>
              <a:gd name="connsiteX5357" fmla="*/ 1889152 w 6282234"/>
              <a:gd name="connsiteY5357" fmla="*/ 229230 h 4115518"/>
              <a:gd name="connsiteX5358" fmla="*/ 1850716 w 6282234"/>
              <a:gd name="connsiteY5358" fmla="*/ 266716 h 4115518"/>
              <a:gd name="connsiteX5359" fmla="*/ 1848110 w 6282234"/>
              <a:gd name="connsiteY5359" fmla="*/ 303207 h 4115518"/>
              <a:gd name="connsiteX5360" fmla="*/ 1797949 w 6282234"/>
              <a:gd name="connsiteY5360" fmla="*/ 359933 h 4115518"/>
              <a:gd name="connsiteX5361" fmla="*/ 1767330 w 6282234"/>
              <a:gd name="connsiteY5361" fmla="*/ 415002 h 4115518"/>
              <a:gd name="connsiteX5362" fmla="*/ 1740946 w 6282234"/>
              <a:gd name="connsiteY5362" fmla="*/ 444859 h 4115518"/>
              <a:gd name="connsiteX5363" fmla="*/ 1737037 w 6282234"/>
              <a:gd name="connsiteY5363" fmla="*/ 481018 h 4115518"/>
              <a:gd name="connsiteX5364" fmla="*/ 1701208 w 6282234"/>
              <a:gd name="connsiteY5364" fmla="*/ 505566 h 4115518"/>
              <a:gd name="connsiteX5365" fmla="*/ 1677429 w 6282234"/>
              <a:gd name="connsiteY5365" fmla="*/ 533763 h 4115518"/>
              <a:gd name="connsiteX5366" fmla="*/ 1672218 w 6282234"/>
              <a:gd name="connsiteY5366" fmla="*/ 593145 h 4115518"/>
              <a:gd name="connsiteX5367" fmla="*/ 1657561 w 6282234"/>
              <a:gd name="connsiteY5367" fmla="*/ 633616 h 4115518"/>
              <a:gd name="connsiteX5368" fmla="*/ 1617822 w 6282234"/>
              <a:gd name="connsiteY5368" fmla="*/ 663141 h 4115518"/>
              <a:gd name="connsiteX5369" fmla="*/ 1612610 w 6282234"/>
              <a:gd name="connsiteY5369" fmla="*/ 696978 h 4115518"/>
              <a:gd name="connsiteX5370" fmla="*/ 1594044 w 6282234"/>
              <a:gd name="connsiteY5370" fmla="*/ 708921 h 4115518"/>
              <a:gd name="connsiteX5371" fmla="*/ 1600558 w 6282234"/>
              <a:gd name="connsiteY5371" fmla="*/ 733137 h 4115518"/>
              <a:gd name="connsiteX5372" fmla="*/ 1617822 w 6282234"/>
              <a:gd name="connsiteY5372" fmla="*/ 730483 h 4115518"/>
              <a:gd name="connsiteX5373" fmla="*/ 1619125 w 6282234"/>
              <a:gd name="connsiteY5373" fmla="*/ 752046 h 4115518"/>
              <a:gd name="connsiteX5374" fmla="*/ 1570265 w 6282234"/>
              <a:gd name="connsiteY5374" fmla="*/ 791190 h 4115518"/>
              <a:gd name="connsiteX5375" fmla="*/ 1559517 w 6282234"/>
              <a:gd name="connsiteY5375" fmla="*/ 762993 h 4115518"/>
              <a:gd name="connsiteX5376" fmla="*/ 1534436 w 6282234"/>
              <a:gd name="connsiteY5376" fmla="*/ 774935 h 4115518"/>
              <a:gd name="connsiteX5377" fmla="*/ 1508051 w 6282234"/>
              <a:gd name="connsiteY5377" fmla="*/ 769628 h 4115518"/>
              <a:gd name="connsiteX5378" fmla="*/ 1490788 w 6282234"/>
              <a:gd name="connsiteY5378" fmla="*/ 781902 h 4115518"/>
              <a:gd name="connsiteX5379" fmla="*/ 1452352 w 6282234"/>
              <a:gd name="connsiteY5379" fmla="*/ 772282 h 4115518"/>
              <a:gd name="connsiteX5380" fmla="*/ 1422060 w 6282234"/>
              <a:gd name="connsiteY5380" fmla="*/ 769628 h 4115518"/>
              <a:gd name="connsiteX5381" fmla="*/ 1415545 w 6282234"/>
              <a:gd name="connsiteY5381" fmla="*/ 738776 h 4115518"/>
              <a:gd name="connsiteX5382" fmla="*/ 1448443 w 6282234"/>
              <a:gd name="connsiteY5382" fmla="*/ 699631 h 4115518"/>
              <a:gd name="connsiteX5383" fmla="*/ 1440626 w 6282234"/>
              <a:gd name="connsiteY5383" fmla="*/ 660487 h 4115518"/>
              <a:gd name="connsiteX5384" fmla="*/ 1454958 w 6282234"/>
              <a:gd name="connsiteY5384" fmla="*/ 653852 h 4115518"/>
              <a:gd name="connsiteX5385" fmla="*/ 1472222 w 6282234"/>
              <a:gd name="connsiteY5385" fmla="*/ 663141 h 4115518"/>
              <a:gd name="connsiteX5386" fmla="*/ 1481668 w 6282234"/>
              <a:gd name="connsiteY5386" fmla="*/ 690011 h 4115518"/>
              <a:gd name="connsiteX5387" fmla="*/ 1502840 w 6282234"/>
              <a:gd name="connsiteY5387" fmla="*/ 703613 h 4115518"/>
              <a:gd name="connsiteX5388" fmla="*/ 1490788 w 6282234"/>
              <a:gd name="connsiteY5388" fmla="*/ 663141 h 4115518"/>
              <a:gd name="connsiteX5389" fmla="*/ 1474827 w 6282234"/>
              <a:gd name="connsiteY5389" fmla="*/ 641577 h 4115518"/>
              <a:gd name="connsiteX5390" fmla="*/ 1451049 w 6282234"/>
              <a:gd name="connsiteY5390" fmla="*/ 633616 h 4115518"/>
              <a:gd name="connsiteX5391" fmla="*/ 1451049 w 6282234"/>
              <a:gd name="connsiteY5391" fmla="*/ 609067 h 4115518"/>
              <a:gd name="connsiteX5392" fmla="*/ 1467010 w 6282234"/>
              <a:gd name="connsiteY5392" fmla="*/ 572908 h 4115518"/>
              <a:gd name="connsiteX5393" fmla="*/ 1498931 w 6282234"/>
              <a:gd name="connsiteY5393" fmla="*/ 568928 h 4115518"/>
              <a:gd name="connsiteX5394" fmla="*/ 1505446 w 6282234"/>
              <a:gd name="connsiteY5394" fmla="*/ 557980 h 4115518"/>
              <a:gd name="connsiteX5395" fmla="*/ 1502840 w 6282234"/>
              <a:gd name="connsiteY5395" fmla="*/ 517508 h 4115518"/>
              <a:gd name="connsiteX5396" fmla="*/ 1486880 w 6282234"/>
              <a:gd name="connsiteY5396" fmla="*/ 487984 h 4115518"/>
              <a:gd name="connsiteX5397" fmla="*/ 1467010 w 6282234"/>
              <a:gd name="connsiteY5397" fmla="*/ 481018 h 4115518"/>
              <a:gd name="connsiteX5398" fmla="*/ 1467010 w 6282234"/>
              <a:gd name="connsiteY5398" fmla="*/ 427277 h 4115518"/>
              <a:gd name="connsiteX5399" fmla="*/ 1514566 w 6282234"/>
              <a:gd name="connsiteY5399" fmla="*/ 432584 h 4115518"/>
              <a:gd name="connsiteX5400" fmla="*/ 1570265 w 6282234"/>
              <a:gd name="connsiteY5400" fmla="*/ 411022 h 4115518"/>
              <a:gd name="connsiteX5401" fmla="*/ 1565053 w 6282234"/>
              <a:gd name="connsiteY5401" fmla="*/ 390785 h 4115518"/>
              <a:gd name="connsiteX5402" fmla="*/ 1541275 w 6282234"/>
              <a:gd name="connsiteY5402" fmla="*/ 400405 h 4115518"/>
              <a:gd name="connsiteX5403" fmla="*/ 1517171 w 6282234"/>
              <a:gd name="connsiteY5403" fmla="*/ 378843 h 4115518"/>
              <a:gd name="connsiteX5404" fmla="*/ 1505446 w 6282234"/>
              <a:gd name="connsiteY5404" fmla="*/ 405713 h 4115518"/>
              <a:gd name="connsiteX5405" fmla="*/ 1474827 w 6282234"/>
              <a:gd name="connsiteY5405" fmla="*/ 403060 h 4115518"/>
              <a:gd name="connsiteX5406" fmla="*/ 1439323 w 6282234"/>
              <a:gd name="connsiteY5406" fmla="*/ 386805 h 4115518"/>
              <a:gd name="connsiteX5407" fmla="*/ 1419453 w 6282234"/>
              <a:gd name="connsiteY5407" fmla="*/ 369223 h 4115518"/>
              <a:gd name="connsiteX5408" fmla="*/ 1400887 w 6282234"/>
              <a:gd name="connsiteY5408" fmla="*/ 333063 h 4115518"/>
              <a:gd name="connsiteX5409" fmla="*/ 1410007 w 6282234"/>
              <a:gd name="connsiteY5409" fmla="*/ 315481 h 4115518"/>
              <a:gd name="connsiteX5410" fmla="*/ 1374504 w 6282234"/>
              <a:gd name="connsiteY5410" fmla="*/ 277663 h 4115518"/>
              <a:gd name="connsiteX5411" fmla="*/ 1400887 w 6282234"/>
              <a:gd name="connsiteY5411" fmla="*/ 245154 h 4115518"/>
              <a:gd name="connsiteX5412" fmla="*/ 1431180 w 6282234"/>
              <a:gd name="connsiteY5412" fmla="*/ 223590 h 4115518"/>
              <a:gd name="connsiteX5413" fmla="*/ 1463101 w 6282234"/>
              <a:gd name="connsiteY5413" fmla="*/ 223590 h 4115518"/>
              <a:gd name="connsiteX5414" fmla="*/ 1500234 w 6282234"/>
              <a:gd name="connsiteY5414" fmla="*/ 172503 h 4115518"/>
              <a:gd name="connsiteX5415" fmla="*/ 1529224 w 6282234"/>
              <a:gd name="connsiteY5415" fmla="*/ 202027 h 4115518"/>
              <a:gd name="connsiteX5416" fmla="*/ 1543882 w 6282234"/>
              <a:gd name="connsiteY5416" fmla="*/ 144305 h 4115518"/>
              <a:gd name="connsiteX5417" fmla="*/ 1591438 w 6282234"/>
              <a:gd name="connsiteY5417" fmla="*/ 99853 h 4115518"/>
              <a:gd name="connsiteX5418" fmla="*/ 1612610 w 6282234"/>
              <a:gd name="connsiteY5418" fmla="*/ 117103 h 4115518"/>
              <a:gd name="connsiteX5419" fmla="*/ 1651046 w 6282234"/>
              <a:gd name="connsiteY5419" fmla="*/ 87579 h 4115518"/>
              <a:gd name="connsiteX5420" fmla="*/ 1690785 w 6282234"/>
              <a:gd name="connsiteY5420" fmla="*/ 105161 h 4115518"/>
              <a:gd name="connsiteX5421" fmla="*/ 2405430 w 6282234"/>
              <a:gd name="connsiteY5421" fmla="*/ 0 h 4115518"/>
              <a:gd name="connsiteX5422" fmla="*/ 2452986 w 6282234"/>
              <a:gd name="connsiteY5422" fmla="*/ 7962 h 4115518"/>
              <a:gd name="connsiteX5423" fmla="*/ 2517806 w 6282234"/>
              <a:gd name="connsiteY5423" fmla="*/ 39145 h 4115518"/>
              <a:gd name="connsiteX5424" fmla="*/ 2544190 w 6282234"/>
              <a:gd name="connsiteY5424" fmla="*/ 109141 h 4115518"/>
              <a:gd name="connsiteX5425" fmla="*/ 2601192 w 6282234"/>
              <a:gd name="connsiteY5425" fmla="*/ 148286 h 4115518"/>
              <a:gd name="connsiteX5426" fmla="*/ 2582626 w 6282234"/>
              <a:gd name="connsiteY5426" fmla="*/ 187431 h 4115518"/>
              <a:gd name="connsiteX5427" fmla="*/ 2536372 w 6282234"/>
              <a:gd name="connsiteY5427" fmla="*/ 211648 h 4115518"/>
              <a:gd name="connsiteX5428" fmla="*/ 2491421 w 6282234"/>
              <a:gd name="connsiteY5428" fmla="*/ 206340 h 4115518"/>
              <a:gd name="connsiteX5429" fmla="*/ 2467644 w 6282234"/>
              <a:gd name="connsiteY5429" fmla="*/ 230557 h 4115518"/>
              <a:gd name="connsiteX5430" fmla="*/ 2535069 w 6282234"/>
              <a:gd name="connsiteY5430" fmla="*/ 233210 h 4115518"/>
              <a:gd name="connsiteX5431" fmla="*/ 2529857 w 6282234"/>
              <a:gd name="connsiteY5431" fmla="*/ 262735 h 4115518"/>
              <a:gd name="connsiteX5432" fmla="*/ 2551030 w 6282234"/>
              <a:gd name="connsiteY5432" fmla="*/ 266716 h 4115518"/>
              <a:gd name="connsiteX5433" fmla="*/ 2553636 w 6282234"/>
              <a:gd name="connsiteY5433" fmla="*/ 230557 h 4115518"/>
              <a:gd name="connsiteX5434" fmla="*/ 2583928 w 6282234"/>
              <a:gd name="connsiteY5434" fmla="*/ 220937 h 4115518"/>
              <a:gd name="connsiteX5435" fmla="*/ 2592072 w 6282234"/>
              <a:gd name="connsiteY5435" fmla="*/ 260081 h 4115518"/>
              <a:gd name="connsiteX5436" fmla="*/ 2610312 w 6282234"/>
              <a:gd name="connsiteY5436" fmla="*/ 284298 h 4115518"/>
              <a:gd name="connsiteX5437" fmla="*/ 2646142 w 6282234"/>
              <a:gd name="connsiteY5437" fmla="*/ 289606 h 4115518"/>
              <a:gd name="connsiteX5438" fmla="*/ 2681972 w 6282234"/>
              <a:gd name="connsiteY5438" fmla="*/ 241172 h 4115518"/>
              <a:gd name="connsiteX5439" fmla="*/ 2714871 w 6282234"/>
              <a:gd name="connsiteY5439" fmla="*/ 241172 h 4115518"/>
              <a:gd name="connsiteX5440" fmla="*/ 2762753 w 6282234"/>
              <a:gd name="connsiteY5440" fmla="*/ 284298 h 4115518"/>
              <a:gd name="connsiteX5441" fmla="*/ 2717802 w 6282234"/>
              <a:gd name="connsiteY5441" fmla="*/ 357280 h 4115518"/>
              <a:gd name="connsiteX5442" fmla="*/ 2681972 w 6282234"/>
              <a:gd name="connsiteY5442" fmla="*/ 384150 h 4115518"/>
              <a:gd name="connsiteX5443" fmla="*/ 2691092 w 6282234"/>
              <a:gd name="connsiteY5443" fmla="*/ 403060 h 4115518"/>
              <a:gd name="connsiteX5444" fmla="*/ 2658194 w 6282234"/>
              <a:gd name="connsiteY5444" fmla="*/ 478364 h 4115518"/>
              <a:gd name="connsiteX5445" fmla="*/ 2639628 w 6282234"/>
              <a:gd name="connsiteY5445" fmla="*/ 481018 h 4115518"/>
              <a:gd name="connsiteX5446" fmla="*/ 2627576 w 6282234"/>
              <a:gd name="connsiteY5446" fmla="*/ 512201 h 4115518"/>
              <a:gd name="connsiteX5447" fmla="*/ 2631485 w 6282234"/>
              <a:gd name="connsiteY5447" fmla="*/ 544379 h 4115518"/>
              <a:gd name="connsiteX5448" fmla="*/ 2607707 w 6282234"/>
              <a:gd name="connsiteY5448" fmla="*/ 590490 h 4115518"/>
              <a:gd name="connsiteX5449" fmla="*/ 2589139 w 6282234"/>
              <a:gd name="connsiteY5449" fmla="*/ 669776 h 4115518"/>
              <a:gd name="connsiteX5450" fmla="*/ 2606404 w 6282234"/>
              <a:gd name="connsiteY5450" fmla="*/ 648212 h 4115518"/>
              <a:gd name="connsiteX5451" fmla="*/ 2624970 w 6282234"/>
              <a:gd name="connsiteY5451" fmla="*/ 669776 h 4115518"/>
              <a:gd name="connsiteX5452" fmla="*/ 2618455 w 6282234"/>
              <a:gd name="connsiteY5452" fmla="*/ 687358 h 4115518"/>
              <a:gd name="connsiteX5453" fmla="*/ 2631485 w 6282234"/>
              <a:gd name="connsiteY5453" fmla="*/ 699631 h 4115518"/>
              <a:gd name="connsiteX5454" fmla="*/ 2654285 w 6282234"/>
              <a:gd name="connsiteY5454" fmla="*/ 699631 h 4115518"/>
              <a:gd name="connsiteX5455" fmla="*/ 2658194 w 6282234"/>
              <a:gd name="connsiteY5455" fmla="*/ 730483 h 4115518"/>
              <a:gd name="connsiteX5456" fmla="*/ 2654285 w 6282234"/>
              <a:gd name="connsiteY5456" fmla="*/ 742758 h 4115518"/>
              <a:gd name="connsiteX5457" fmla="*/ 2627576 w 6282234"/>
              <a:gd name="connsiteY5457" fmla="*/ 730483 h 4115518"/>
              <a:gd name="connsiteX5458" fmla="*/ 2606404 w 6282234"/>
              <a:gd name="connsiteY5458" fmla="*/ 738776 h 4115518"/>
              <a:gd name="connsiteX5459" fmla="*/ 2595980 w 6282234"/>
              <a:gd name="connsiteY5459" fmla="*/ 754700 h 4115518"/>
              <a:gd name="connsiteX5460" fmla="*/ 2595980 w 6282234"/>
              <a:gd name="connsiteY5460" fmla="*/ 769628 h 4115518"/>
              <a:gd name="connsiteX5461" fmla="*/ 2630181 w 6282234"/>
              <a:gd name="connsiteY5461" fmla="*/ 793845 h 4115518"/>
              <a:gd name="connsiteX5462" fmla="*/ 2634416 w 6282234"/>
              <a:gd name="connsiteY5462" fmla="*/ 854552 h 4115518"/>
              <a:gd name="connsiteX5463" fmla="*/ 2615850 w 6282234"/>
              <a:gd name="connsiteY5463" fmla="*/ 859860 h 4115518"/>
              <a:gd name="connsiteX5464" fmla="*/ 2610312 w 6282234"/>
              <a:gd name="connsiteY5464" fmla="*/ 884077 h 4115518"/>
              <a:gd name="connsiteX5465" fmla="*/ 2622365 w 6282234"/>
              <a:gd name="connsiteY5465" fmla="*/ 896351 h 4115518"/>
              <a:gd name="connsiteX5466" fmla="*/ 2639628 w 6282234"/>
              <a:gd name="connsiteY5466" fmla="*/ 908294 h 4115518"/>
              <a:gd name="connsiteX5467" fmla="*/ 2631485 w 6282234"/>
              <a:gd name="connsiteY5467" fmla="*/ 921895 h 4115518"/>
              <a:gd name="connsiteX5468" fmla="*/ 2622365 w 6282234"/>
              <a:gd name="connsiteY5468" fmla="*/ 921895 h 4115518"/>
              <a:gd name="connsiteX5469" fmla="*/ 2618455 w 6282234"/>
              <a:gd name="connsiteY5469" fmla="*/ 909953 h 4115518"/>
              <a:gd name="connsiteX5470" fmla="*/ 2595980 w 6282234"/>
              <a:gd name="connsiteY5470" fmla="*/ 909953 h 4115518"/>
              <a:gd name="connsiteX5471" fmla="*/ 2586534 w 6282234"/>
              <a:gd name="connsiteY5471" fmla="*/ 932843 h 4115518"/>
              <a:gd name="connsiteX5472" fmla="*/ 2610312 w 6282234"/>
              <a:gd name="connsiteY5472" fmla="*/ 946111 h 4115518"/>
              <a:gd name="connsiteX5473" fmla="*/ 2613243 w 6282234"/>
              <a:gd name="connsiteY5473" fmla="*/ 972982 h 4115518"/>
              <a:gd name="connsiteX5474" fmla="*/ 2595980 w 6282234"/>
              <a:gd name="connsiteY5474" fmla="*/ 972982 h 4115518"/>
              <a:gd name="connsiteX5475" fmla="*/ 2586534 w 6282234"/>
              <a:gd name="connsiteY5475" fmla="*/ 987910 h 4115518"/>
              <a:gd name="connsiteX5476" fmla="*/ 2565362 w 6282234"/>
              <a:gd name="connsiteY5476" fmla="*/ 978622 h 4115518"/>
              <a:gd name="connsiteX5477" fmla="*/ 2556241 w 6282234"/>
              <a:gd name="connsiteY5477" fmla="*/ 966348 h 4115518"/>
              <a:gd name="connsiteX5478" fmla="*/ 2532463 w 6282234"/>
              <a:gd name="connsiteY5478" fmla="*/ 972982 h 4115518"/>
              <a:gd name="connsiteX5479" fmla="*/ 2520411 w 6282234"/>
              <a:gd name="connsiteY5479" fmla="*/ 990564 h 4115518"/>
              <a:gd name="connsiteX5480" fmla="*/ 2538978 w 6282234"/>
              <a:gd name="connsiteY5480" fmla="*/ 1000185 h 4115518"/>
              <a:gd name="connsiteX5481" fmla="*/ 2548098 w 6282234"/>
              <a:gd name="connsiteY5481" fmla="*/ 1039329 h 4115518"/>
              <a:gd name="connsiteX5482" fmla="*/ 2582626 w 6282234"/>
              <a:gd name="connsiteY5482" fmla="*/ 1067527 h 4115518"/>
              <a:gd name="connsiteX5483" fmla="*/ 2583928 w 6282234"/>
              <a:gd name="connsiteY5483" fmla="*/ 1091744 h 4115518"/>
              <a:gd name="connsiteX5484" fmla="*/ 2594677 w 6282234"/>
              <a:gd name="connsiteY5484" fmla="*/ 1102359 h 4115518"/>
              <a:gd name="connsiteX5485" fmla="*/ 2598585 w 6282234"/>
              <a:gd name="connsiteY5485" fmla="*/ 1133543 h 4115518"/>
              <a:gd name="connsiteX5486" fmla="*/ 2583928 w 6282234"/>
              <a:gd name="connsiteY5486" fmla="*/ 1148471 h 4115518"/>
              <a:gd name="connsiteX5487" fmla="*/ 2567968 w 6282234"/>
              <a:gd name="connsiteY5487" fmla="*/ 1148471 h 4115518"/>
              <a:gd name="connsiteX5488" fmla="*/ 2551030 w 6282234"/>
              <a:gd name="connsiteY5488" fmla="*/ 1128235 h 4115518"/>
              <a:gd name="connsiteX5489" fmla="*/ 2551030 w 6282234"/>
              <a:gd name="connsiteY5489" fmla="*/ 1111980 h 4115518"/>
              <a:gd name="connsiteX5490" fmla="*/ 2541583 w 6282234"/>
              <a:gd name="connsiteY5490" fmla="*/ 1099706 h 4115518"/>
              <a:gd name="connsiteX5491" fmla="*/ 2529857 w 6282234"/>
              <a:gd name="connsiteY5491" fmla="*/ 1097051 h 4115518"/>
              <a:gd name="connsiteX5492" fmla="*/ 2526926 w 6282234"/>
              <a:gd name="connsiteY5492" fmla="*/ 1106672 h 4115518"/>
              <a:gd name="connsiteX5493" fmla="*/ 2512594 w 6282234"/>
              <a:gd name="connsiteY5493" fmla="*/ 1118614 h 4115518"/>
              <a:gd name="connsiteX5494" fmla="*/ 2488816 w 6282234"/>
              <a:gd name="connsiteY5494" fmla="*/ 1121268 h 4115518"/>
              <a:gd name="connsiteX5495" fmla="*/ 2481975 w 6282234"/>
              <a:gd name="connsiteY5495" fmla="*/ 1151125 h 4115518"/>
              <a:gd name="connsiteX5496" fmla="*/ 2505754 w 6282234"/>
              <a:gd name="connsiteY5496" fmla="*/ 1145485 h 4115518"/>
              <a:gd name="connsiteX5497" fmla="*/ 2515199 w 6282234"/>
              <a:gd name="connsiteY5497" fmla="*/ 1160413 h 4115518"/>
              <a:gd name="connsiteX5498" fmla="*/ 2526926 w 6282234"/>
              <a:gd name="connsiteY5498" fmla="*/ 1151125 h 4115518"/>
              <a:gd name="connsiteX5499" fmla="*/ 2538978 w 6282234"/>
              <a:gd name="connsiteY5499" fmla="*/ 1151125 h 4115518"/>
              <a:gd name="connsiteX5500" fmla="*/ 2562756 w 6282234"/>
              <a:gd name="connsiteY5500" fmla="*/ 1164394 h 4115518"/>
              <a:gd name="connsiteX5501" fmla="*/ 2570899 w 6282234"/>
              <a:gd name="connsiteY5501" fmla="*/ 1176668 h 4115518"/>
              <a:gd name="connsiteX5502" fmla="*/ 2558848 w 6282234"/>
              <a:gd name="connsiteY5502" fmla="*/ 1194250 h 4115518"/>
              <a:gd name="connsiteX5503" fmla="*/ 2512594 w 6282234"/>
              <a:gd name="connsiteY5503" fmla="*/ 1237376 h 4115518"/>
              <a:gd name="connsiteX5504" fmla="*/ 2464712 w 6282234"/>
              <a:gd name="connsiteY5504" fmla="*/ 1251972 h 4115518"/>
              <a:gd name="connsiteX5505" fmla="*/ 2460804 w 6282234"/>
              <a:gd name="connsiteY5505" fmla="*/ 1260266 h 4115518"/>
              <a:gd name="connsiteX5506" fmla="*/ 2431814 w 6282234"/>
              <a:gd name="connsiteY5506" fmla="*/ 1266901 h 4115518"/>
              <a:gd name="connsiteX5507" fmla="*/ 2415853 w 6282234"/>
              <a:gd name="connsiteY5507" fmla="*/ 1264247 h 4115518"/>
              <a:gd name="connsiteX5508" fmla="*/ 2393378 w 6282234"/>
              <a:gd name="connsiteY5508" fmla="*/ 1291117 h 4115518"/>
              <a:gd name="connsiteX5509" fmla="*/ 2392075 w 6282234"/>
              <a:gd name="connsiteY5509" fmla="*/ 1303391 h 4115518"/>
              <a:gd name="connsiteX5510" fmla="*/ 2381652 w 6282234"/>
              <a:gd name="connsiteY5510" fmla="*/ 1315334 h 4115518"/>
              <a:gd name="connsiteX5511" fmla="*/ 2380023 w 6282234"/>
              <a:gd name="connsiteY5511" fmla="*/ 1327608 h 4115518"/>
              <a:gd name="connsiteX5512" fmla="*/ 2368297 w 6282234"/>
              <a:gd name="connsiteY5512" fmla="*/ 1346517 h 4115518"/>
              <a:gd name="connsiteX5513" fmla="*/ 2353639 w 6282234"/>
              <a:gd name="connsiteY5513" fmla="*/ 1349171 h 4115518"/>
              <a:gd name="connsiteX5514" fmla="*/ 2324650 w 6282234"/>
              <a:gd name="connsiteY5514" fmla="*/ 1369407 h 4115518"/>
              <a:gd name="connsiteX5515" fmla="*/ 2308689 w 6282234"/>
              <a:gd name="connsiteY5515" fmla="*/ 1361445 h 4115518"/>
              <a:gd name="connsiteX5516" fmla="*/ 2308689 w 6282234"/>
              <a:gd name="connsiteY5516" fmla="*/ 1376042 h 4115518"/>
              <a:gd name="connsiteX5517" fmla="*/ 2279699 w 6282234"/>
              <a:gd name="connsiteY5517" fmla="*/ 1378695 h 4115518"/>
              <a:gd name="connsiteX5518" fmla="*/ 2282305 w 6282234"/>
              <a:gd name="connsiteY5518" fmla="*/ 1393624 h 4115518"/>
              <a:gd name="connsiteX5519" fmla="*/ 2267647 w 6282234"/>
              <a:gd name="connsiteY5519" fmla="*/ 1417840 h 4115518"/>
              <a:gd name="connsiteX5520" fmla="*/ 2262435 w 6282234"/>
              <a:gd name="connsiteY5520" fmla="*/ 1458312 h 4115518"/>
              <a:gd name="connsiteX5521" fmla="*/ 2246475 w 6282234"/>
              <a:gd name="connsiteY5521" fmla="*/ 1490823 h 4115518"/>
              <a:gd name="connsiteX5522" fmla="*/ 2234749 w 6282234"/>
              <a:gd name="connsiteY5522" fmla="*/ 1490823 h 4115518"/>
              <a:gd name="connsiteX5523" fmla="*/ 2238657 w 6282234"/>
              <a:gd name="connsiteY5523" fmla="*/ 1521674 h 4115518"/>
              <a:gd name="connsiteX5524" fmla="*/ 2226606 w 6282234"/>
              <a:gd name="connsiteY5524" fmla="*/ 1551198 h 4115518"/>
              <a:gd name="connsiteX5525" fmla="*/ 2226606 w 6282234"/>
              <a:gd name="connsiteY5525" fmla="*/ 1575747 h 4115518"/>
              <a:gd name="connsiteX5526" fmla="*/ 2222697 w 6282234"/>
              <a:gd name="connsiteY5526" fmla="*/ 1591670 h 4115518"/>
              <a:gd name="connsiteX5527" fmla="*/ 2205433 w 6282234"/>
              <a:gd name="connsiteY5527" fmla="*/ 1587690 h 4115518"/>
              <a:gd name="connsiteX5528" fmla="*/ 2196313 w 6282234"/>
              <a:gd name="connsiteY5528" fmla="*/ 1594324 h 4115518"/>
              <a:gd name="connsiteX5529" fmla="*/ 2186867 w 6282234"/>
              <a:gd name="connsiteY5529" fmla="*/ 1587690 h 4115518"/>
              <a:gd name="connsiteX5530" fmla="*/ 2172535 w 6282234"/>
              <a:gd name="connsiteY5530" fmla="*/ 1563473 h 4115518"/>
              <a:gd name="connsiteX5531" fmla="*/ 2148431 w 6282234"/>
              <a:gd name="connsiteY5531" fmla="*/ 1560818 h 4115518"/>
              <a:gd name="connsiteX5532" fmla="*/ 2127259 w 6282234"/>
              <a:gd name="connsiteY5532" fmla="*/ 1551198 h 4115518"/>
              <a:gd name="connsiteX5533" fmla="*/ 2107389 w 6282234"/>
              <a:gd name="connsiteY5533" fmla="*/ 1521674 h 4115518"/>
              <a:gd name="connsiteX5534" fmla="*/ 2098269 w 6282234"/>
              <a:gd name="connsiteY5534" fmla="*/ 1494803 h 4115518"/>
              <a:gd name="connsiteX5535" fmla="*/ 2083611 w 6282234"/>
              <a:gd name="connsiteY5535" fmla="*/ 1475894 h 4115518"/>
              <a:gd name="connsiteX5536" fmla="*/ 2077096 w 6282234"/>
              <a:gd name="connsiteY5536" fmla="*/ 1455659 h 4115518"/>
              <a:gd name="connsiteX5537" fmla="*/ 2079703 w 6282234"/>
              <a:gd name="connsiteY5537" fmla="*/ 1436749 h 4115518"/>
              <a:gd name="connsiteX5538" fmla="*/ 2067976 w 6282234"/>
              <a:gd name="connsiteY5538" fmla="*/ 1427461 h 4115518"/>
              <a:gd name="connsiteX5539" fmla="*/ 2067976 w 6282234"/>
              <a:gd name="connsiteY5539" fmla="*/ 1393624 h 4115518"/>
              <a:gd name="connsiteX5540" fmla="*/ 2048107 w 6282234"/>
              <a:gd name="connsiteY5540" fmla="*/ 1369407 h 4115518"/>
              <a:gd name="connsiteX5541" fmla="*/ 2043872 w 6282234"/>
              <a:gd name="connsiteY5541" fmla="*/ 1346517 h 4115518"/>
              <a:gd name="connsiteX5542" fmla="*/ 2048107 w 6282234"/>
              <a:gd name="connsiteY5542" fmla="*/ 1330262 h 4115518"/>
              <a:gd name="connsiteX5543" fmla="*/ 2038661 w 6282234"/>
              <a:gd name="connsiteY5543" fmla="*/ 1303391 h 4115518"/>
              <a:gd name="connsiteX5544" fmla="*/ 2046805 w 6282234"/>
              <a:gd name="connsiteY5544" fmla="*/ 1284483 h 4115518"/>
              <a:gd name="connsiteX5545" fmla="*/ 2048107 w 6282234"/>
              <a:gd name="connsiteY5545" fmla="*/ 1260266 h 4115518"/>
              <a:gd name="connsiteX5546" fmla="*/ 2059833 w 6282234"/>
              <a:gd name="connsiteY5546" fmla="*/ 1260266 h 4115518"/>
              <a:gd name="connsiteX5547" fmla="*/ 2065045 w 6282234"/>
              <a:gd name="connsiteY5547" fmla="*/ 1242684 h 4115518"/>
              <a:gd name="connsiteX5548" fmla="*/ 2083611 w 6282234"/>
              <a:gd name="connsiteY5548" fmla="*/ 1240030 h 4115518"/>
              <a:gd name="connsiteX5549" fmla="*/ 2083611 w 6282234"/>
              <a:gd name="connsiteY5549" fmla="*/ 1213159 h 4115518"/>
              <a:gd name="connsiteX5550" fmla="*/ 2089149 w 6282234"/>
              <a:gd name="connsiteY5550" fmla="*/ 1184630 h 4115518"/>
              <a:gd name="connsiteX5551" fmla="*/ 2082308 w 6282234"/>
              <a:gd name="connsiteY5551" fmla="*/ 1167380 h 4115518"/>
              <a:gd name="connsiteX5552" fmla="*/ 2070583 w 6282234"/>
              <a:gd name="connsiteY5552" fmla="*/ 1170033 h 4115518"/>
              <a:gd name="connsiteX5553" fmla="*/ 2048107 w 6282234"/>
              <a:gd name="connsiteY5553" fmla="*/ 1152451 h 4115518"/>
              <a:gd name="connsiteX5554" fmla="*/ 2034752 w 6282234"/>
              <a:gd name="connsiteY5554" fmla="*/ 1151125 h 4115518"/>
              <a:gd name="connsiteX5555" fmla="*/ 2024329 w 6282234"/>
              <a:gd name="connsiteY5555" fmla="*/ 1136196 h 4115518"/>
              <a:gd name="connsiteX5556" fmla="*/ 2034752 w 6282234"/>
              <a:gd name="connsiteY5556" fmla="*/ 1126908 h 4115518"/>
              <a:gd name="connsiteX5557" fmla="*/ 2059833 w 6282234"/>
              <a:gd name="connsiteY5557" fmla="*/ 1133543 h 4115518"/>
              <a:gd name="connsiteX5558" fmla="*/ 2071885 w 6282234"/>
              <a:gd name="connsiteY5558" fmla="*/ 1145485 h 4115518"/>
              <a:gd name="connsiteX5559" fmla="*/ 2094360 w 6282234"/>
              <a:gd name="connsiteY5559" fmla="*/ 1152451 h 4115518"/>
              <a:gd name="connsiteX5560" fmla="*/ 2082308 w 6282234"/>
              <a:gd name="connsiteY5560" fmla="*/ 1126908 h 4115518"/>
              <a:gd name="connsiteX5561" fmla="*/ 2070583 w 6282234"/>
              <a:gd name="connsiteY5561" fmla="*/ 1115961 h 4115518"/>
              <a:gd name="connsiteX5562" fmla="*/ 2055925 w 6282234"/>
              <a:gd name="connsiteY5562" fmla="*/ 1087763 h 4115518"/>
              <a:gd name="connsiteX5563" fmla="*/ 2036055 w 6282234"/>
              <a:gd name="connsiteY5563" fmla="*/ 1078143 h 4115518"/>
              <a:gd name="connsiteX5564" fmla="*/ 2034752 w 6282234"/>
              <a:gd name="connsiteY5564" fmla="*/ 1091744 h 4115518"/>
              <a:gd name="connsiteX5565" fmla="*/ 2020094 w 6282234"/>
              <a:gd name="connsiteY5565" fmla="*/ 1097051 h 4115518"/>
              <a:gd name="connsiteX5566" fmla="*/ 2000225 w 6282234"/>
              <a:gd name="connsiteY5566" fmla="*/ 1082456 h 4115518"/>
              <a:gd name="connsiteX5567" fmla="*/ 2005762 w 6282234"/>
              <a:gd name="connsiteY5567" fmla="*/ 1057907 h 4115518"/>
              <a:gd name="connsiteX5568" fmla="*/ 2017489 w 6282234"/>
              <a:gd name="connsiteY5568" fmla="*/ 1048618 h 4115518"/>
              <a:gd name="connsiteX5569" fmla="*/ 2014883 w 6282234"/>
              <a:gd name="connsiteY5569" fmla="*/ 1033690 h 4115518"/>
              <a:gd name="connsiteX5570" fmla="*/ 2022701 w 6282234"/>
              <a:gd name="connsiteY5570" fmla="*/ 1012127 h 4115518"/>
              <a:gd name="connsiteX5571" fmla="*/ 2008368 w 6282234"/>
              <a:gd name="connsiteY5571" fmla="*/ 997530 h 4115518"/>
              <a:gd name="connsiteX5572" fmla="*/ 2010974 w 6282234"/>
              <a:gd name="connsiteY5572" fmla="*/ 978622 h 4115518"/>
              <a:gd name="connsiteX5573" fmla="*/ 1998923 w 6282234"/>
              <a:gd name="connsiteY5573" fmla="*/ 961040 h 4115518"/>
              <a:gd name="connsiteX5574" fmla="*/ 1993711 w 6282234"/>
              <a:gd name="connsiteY5574" fmla="*/ 936823 h 4115518"/>
              <a:gd name="connsiteX5575" fmla="*/ 1993711 w 6282234"/>
              <a:gd name="connsiteY5575" fmla="*/ 908294 h 4115518"/>
              <a:gd name="connsiteX5576" fmla="*/ 1981659 w 6282234"/>
              <a:gd name="connsiteY5576" fmla="*/ 891043 h 4115518"/>
              <a:gd name="connsiteX5577" fmla="*/ 1981659 w 6282234"/>
              <a:gd name="connsiteY5577" fmla="*/ 878769 h 4115518"/>
              <a:gd name="connsiteX5578" fmla="*/ 1967327 w 6282234"/>
              <a:gd name="connsiteY5578" fmla="*/ 881423 h 4115518"/>
              <a:gd name="connsiteX5579" fmla="*/ 1964720 w 6282234"/>
              <a:gd name="connsiteY5579" fmla="*/ 863841 h 4115518"/>
              <a:gd name="connsiteX5580" fmla="*/ 1957881 w 6282234"/>
              <a:gd name="connsiteY5580" fmla="*/ 859860 h 4115518"/>
              <a:gd name="connsiteX5581" fmla="*/ 1960487 w 6282234"/>
              <a:gd name="connsiteY5581" fmla="*/ 836970 h 4115518"/>
              <a:gd name="connsiteX5582" fmla="*/ 1946154 w 6282234"/>
              <a:gd name="connsiteY5582" fmla="*/ 820715 h 4115518"/>
              <a:gd name="connsiteX5583" fmla="*/ 1934103 w 6282234"/>
              <a:gd name="connsiteY5583" fmla="*/ 806119 h 4115518"/>
              <a:gd name="connsiteX5584" fmla="*/ 1915536 w 6282234"/>
              <a:gd name="connsiteY5584" fmla="*/ 791190 h 4115518"/>
              <a:gd name="connsiteX5585" fmla="*/ 1862768 w 6282234"/>
              <a:gd name="connsiteY5585" fmla="*/ 791190 h 4115518"/>
              <a:gd name="connsiteX5586" fmla="*/ 1850716 w 6282234"/>
              <a:gd name="connsiteY5586" fmla="*/ 787210 h 4115518"/>
              <a:gd name="connsiteX5587" fmla="*/ 1844202 w 6282234"/>
              <a:gd name="connsiteY5587" fmla="*/ 799152 h 4115518"/>
              <a:gd name="connsiteX5588" fmla="*/ 1832150 w 6282234"/>
              <a:gd name="connsiteY5588" fmla="*/ 800480 h 4115518"/>
              <a:gd name="connsiteX5589" fmla="*/ 1829544 w 6282234"/>
              <a:gd name="connsiteY5589" fmla="*/ 788537 h 4115518"/>
              <a:gd name="connsiteX5590" fmla="*/ 1821727 w 6282234"/>
              <a:gd name="connsiteY5590" fmla="*/ 781902 h 4115518"/>
              <a:gd name="connsiteX5591" fmla="*/ 1812281 w 6282234"/>
              <a:gd name="connsiteY5591" fmla="*/ 806119 h 4115518"/>
              <a:gd name="connsiteX5592" fmla="*/ 1784594 w 6282234"/>
              <a:gd name="connsiteY5592" fmla="*/ 796499 h 4115518"/>
              <a:gd name="connsiteX5593" fmla="*/ 1762118 w 6282234"/>
              <a:gd name="connsiteY5593" fmla="*/ 776263 h 4115518"/>
              <a:gd name="connsiteX5594" fmla="*/ 1774171 w 6282234"/>
              <a:gd name="connsiteY5594" fmla="*/ 760340 h 4115518"/>
              <a:gd name="connsiteX5595" fmla="*/ 1743552 w 6282234"/>
              <a:gd name="connsiteY5595" fmla="*/ 742758 h 4115518"/>
              <a:gd name="connsiteX5596" fmla="*/ 1731826 w 6282234"/>
              <a:gd name="connsiteY5596" fmla="*/ 726503 h 4115518"/>
              <a:gd name="connsiteX5597" fmla="*/ 1738341 w 6282234"/>
              <a:gd name="connsiteY5597" fmla="*/ 711574 h 4115518"/>
              <a:gd name="connsiteX5598" fmla="*/ 1767330 w 6282234"/>
              <a:gd name="connsiteY5598" fmla="*/ 708921 h 4115518"/>
              <a:gd name="connsiteX5599" fmla="*/ 1781988 w 6282234"/>
              <a:gd name="connsiteY5599" fmla="*/ 699631 h 4115518"/>
              <a:gd name="connsiteX5600" fmla="*/ 1809674 w 6282234"/>
              <a:gd name="connsiteY5600" fmla="*/ 699631 h 4115518"/>
              <a:gd name="connsiteX5601" fmla="*/ 1805766 w 6282234"/>
              <a:gd name="connsiteY5601" fmla="*/ 672429 h 4115518"/>
              <a:gd name="connsiteX5602" fmla="*/ 1797949 w 6282234"/>
              <a:gd name="connsiteY5602" fmla="*/ 684704 h 4115518"/>
              <a:gd name="connsiteX5603" fmla="*/ 1769937 w 6282234"/>
              <a:gd name="connsiteY5603" fmla="*/ 691338 h 4115518"/>
              <a:gd name="connsiteX5604" fmla="*/ 1750067 w 6282234"/>
              <a:gd name="connsiteY5604" fmla="*/ 682049 h 4115518"/>
              <a:gd name="connsiteX5605" fmla="*/ 1743552 w 6282234"/>
              <a:gd name="connsiteY5605" fmla="*/ 663141 h 4115518"/>
              <a:gd name="connsiteX5606" fmla="*/ 1722380 w 6282234"/>
              <a:gd name="connsiteY5606" fmla="*/ 655179 h 4115518"/>
              <a:gd name="connsiteX5607" fmla="*/ 1705116 w 6282234"/>
              <a:gd name="connsiteY5607" fmla="*/ 630630 h 4115518"/>
              <a:gd name="connsiteX5608" fmla="*/ 1710654 w 6282234"/>
              <a:gd name="connsiteY5608" fmla="*/ 599779 h 4115518"/>
              <a:gd name="connsiteX5609" fmla="*/ 1764725 w 6282234"/>
              <a:gd name="connsiteY5609" fmla="*/ 572908 h 4115518"/>
              <a:gd name="connsiteX5610" fmla="*/ 1772868 w 6282234"/>
              <a:gd name="connsiteY5610" fmla="*/ 557980 h 4115518"/>
              <a:gd name="connsiteX5611" fmla="*/ 1797949 w 6282234"/>
              <a:gd name="connsiteY5611" fmla="*/ 544379 h 4115518"/>
              <a:gd name="connsiteX5612" fmla="*/ 1817818 w 6282234"/>
              <a:gd name="connsiteY5612" fmla="*/ 544379 h 4115518"/>
              <a:gd name="connsiteX5613" fmla="*/ 1844202 w 6282234"/>
              <a:gd name="connsiteY5613" fmla="*/ 508220 h 4115518"/>
              <a:gd name="connsiteX5614" fmla="*/ 1844202 w 6282234"/>
              <a:gd name="connsiteY5614" fmla="*/ 451493 h 4115518"/>
              <a:gd name="connsiteX5615" fmla="*/ 1808372 w 6282234"/>
              <a:gd name="connsiteY5615" fmla="*/ 451493 h 4115518"/>
              <a:gd name="connsiteX5616" fmla="*/ 1797949 w 6282234"/>
              <a:gd name="connsiteY5616" fmla="*/ 424622 h 4115518"/>
              <a:gd name="connsiteX5617" fmla="*/ 1812281 w 6282234"/>
              <a:gd name="connsiteY5617" fmla="*/ 400405 h 4115518"/>
              <a:gd name="connsiteX5618" fmla="*/ 1838990 w 6282234"/>
              <a:gd name="connsiteY5618" fmla="*/ 376189 h 4115518"/>
              <a:gd name="connsiteX5619" fmla="*/ 1845505 w 6282234"/>
              <a:gd name="connsiteY5619" fmla="*/ 351640 h 4115518"/>
              <a:gd name="connsiteX5620" fmla="*/ 1877426 w 6282234"/>
              <a:gd name="connsiteY5620" fmla="*/ 326096 h 4115518"/>
              <a:gd name="connsiteX5621" fmla="*/ 1901204 w 6282234"/>
              <a:gd name="connsiteY5621" fmla="*/ 342352 h 4115518"/>
              <a:gd name="connsiteX5622" fmla="*/ 1912930 w 6282234"/>
              <a:gd name="connsiteY5622" fmla="*/ 333063 h 4115518"/>
              <a:gd name="connsiteX5623" fmla="*/ 1915536 w 6282234"/>
              <a:gd name="connsiteY5623" fmla="*/ 296572 h 4115518"/>
              <a:gd name="connsiteX5624" fmla="*/ 1907718 w 6282234"/>
              <a:gd name="connsiteY5624" fmla="*/ 254774 h 4115518"/>
              <a:gd name="connsiteX5625" fmla="*/ 1952669 w 6282234"/>
              <a:gd name="connsiteY5625" fmla="*/ 218282 h 4115518"/>
              <a:gd name="connsiteX5626" fmla="*/ 2024329 w 6282234"/>
              <a:gd name="connsiteY5626" fmla="*/ 184777 h 4115518"/>
              <a:gd name="connsiteX5627" fmla="*/ 2053318 w 6282234"/>
              <a:gd name="connsiteY5627" fmla="*/ 248139 h 4115518"/>
              <a:gd name="connsiteX5628" fmla="*/ 2112927 w 6282234"/>
              <a:gd name="connsiteY5628" fmla="*/ 241172 h 4115518"/>
              <a:gd name="connsiteX5629" fmla="*/ 2091754 w 6282234"/>
              <a:gd name="connsiteY5629" fmla="*/ 208994 h 4115518"/>
              <a:gd name="connsiteX5630" fmla="*/ 2083611 w 6282234"/>
              <a:gd name="connsiteY5630" fmla="*/ 165868 h 4115518"/>
              <a:gd name="connsiteX5631" fmla="*/ 2110320 w 6282234"/>
              <a:gd name="connsiteY5631" fmla="*/ 165868 h 4115518"/>
              <a:gd name="connsiteX5632" fmla="*/ 2145825 w 6282234"/>
              <a:gd name="connsiteY5632" fmla="*/ 208994 h 4115518"/>
              <a:gd name="connsiteX5633" fmla="*/ 2190775 w 6282234"/>
              <a:gd name="connsiteY5633" fmla="*/ 233210 h 4115518"/>
              <a:gd name="connsiteX5634" fmla="*/ 2196313 w 6282234"/>
              <a:gd name="connsiteY5634" fmla="*/ 199374 h 4115518"/>
              <a:gd name="connsiteX5635" fmla="*/ 2210645 w 6282234"/>
              <a:gd name="connsiteY5635" fmla="*/ 187431 h 4115518"/>
              <a:gd name="connsiteX5636" fmla="*/ 2165694 w 6282234"/>
              <a:gd name="connsiteY5636" fmla="*/ 87579 h 4115518"/>
              <a:gd name="connsiteX5637" fmla="*/ 2220091 w 6282234"/>
              <a:gd name="connsiteY5637" fmla="*/ 56727 h 4115518"/>
              <a:gd name="connsiteX5638" fmla="*/ 2241264 w 6282234"/>
              <a:gd name="connsiteY5638" fmla="*/ 63362 h 4115518"/>
              <a:gd name="connsiteX5639" fmla="*/ 2265042 w 6282234"/>
              <a:gd name="connsiteY5639" fmla="*/ 96867 h 4115518"/>
              <a:gd name="connsiteX5640" fmla="*/ 2291426 w 6282234"/>
              <a:gd name="connsiteY5640" fmla="*/ 99853 h 4115518"/>
              <a:gd name="connsiteX5641" fmla="*/ 2298266 w 6282234"/>
              <a:gd name="connsiteY5641" fmla="*/ 29525 h 41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</a:cxnLst>
            <a:rect l="l" t="t" r="r" b="b"/>
            <a:pathLst>
              <a:path w="6282234" h="4115518">
                <a:moveTo>
                  <a:pt x="1785896" y="4102249"/>
                </a:moveTo>
                <a:lnTo>
                  <a:pt x="1800554" y="4102249"/>
                </a:lnTo>
                <a:lnTo>
                  <a:pt x="1803161" y="4115518"/>
                </a:lnTo>
                <a:lnTo>
                  <a:pt x="1788503" y="4115518"/>
                </a:lnTo>
                <a:close/>
                <a:moveTo>
                  <a:pt x="1764725" y="4019315"/>
                </a:moveTo>
                <a:lnTo>
                  <a:pt x="1769937" y="4032584"/>
                </a:lnTo>
                <a:lnTo>
                  <a:pt x="1779383" y="4032584"/>
                </a:lnTo>
                <a:lnTo>
                  <a:pt x="1784594" y="4032584"/>
                </a:lnTo>
                <a:lnTo>
                  <a:pt x="1794039" y="4062441"/>
                </a:lnTo>
                <a:lnTo>
                  <a:pt x="1800554" y="4075711"/>
                </a:lnTo>
                <a:lnTo>
                  <a:pt x="1820424" y="4088979"/>
                </a:lnTo>
                <a:lnTo>
                  <a:pt x="1826939" y="4088979"/>
                </a:lnTo>
                <a:lnTo>
                  <a:pt x="1817818" y="4102249"/>
                </a:lnTo>
                <a:lnTo>
                  <a:pt x="1809674" y="4102249"/>
                </a:lnTo>
                <a:lnTo>
                  <a:pt x="1779383" y="4088979"/>
                </a:lnTo>
                <a:lnTo>
                  <a:pt x="1769937" y="4102249"/>
                </a:lnTo>
                <a:lnTo>
                  <a:pt x="1781988" y="4102249"/>
                </a:lnTo>
                <a:lnTo>
                  <a:pt x="1788503" y="4115518"/>
                </a:lnTo>
                <a:lnTo>
                  <a:pt x="1764725" y="4115518"/>
                </a:lnTo>
                <a:lnTo>
                  <a:pt x="1758210" y="4102249"/>
                </a:lnTo>
                <a:lnTo>
                  <a:pt x="1750067" y="4102249"/>
                </a:lnTo>
                <a:lnTo>
                  <a:pt x="1726289" y="4088979"/>
                </a:lnTo>
                <a:lnTo>
                  <a:pt x="1740946" y="4075711"/>
                </a:lnTo>
                <a:lnTo>
                  <a:pt x="1748764" y="4075711"/>
                </a:lnTo>
                <a:lnTo>
                  <a:pt x="1752998" y="4062441"/>
                </a:lnTo>
                <a:lnTo>
                  <a:pt x="1764725" y="4062441"/>
                </a:lnTo>
                <a:lnTo>
                  <a:pt x="1764725" y="4049171"/>
                </a:lnTo>
                <a:lnTo>
                  <a:pt x="1748764" y="4049171"/>
                </a:lnTo>
                <a:lnTo>
                  <a:pt x="1752998" y="4032584"/>
                </a:lnTo>
                <a:close/>
                <a:moveTo>
                  <a:pt x="1946154" y="3992777"/>
                </a:moveTo>
                <a:lnTo>
                  <a:pt x="1964720" y="3992777"/>
                </a:lnTo>
                <a:lnTo>
                  <a:pt x="1967327" y="4006045"/>
                </a:lnTo>
                <a:lnTo>
                  <a:pt x="1946154" y="4019315"/>
                </a:lnTo>
                <a:lnTo>
                  <a:pt x="1940943" y="4019315"/>
                </a:lnTo>
                <a:lnTo>
                  <a:pt x="1934103" y="4019315"/>
                </a:lnTo>
                <a:close/>
                <a:moveTo>
                  <a:pt x="1928891" y="3992777"/>
                </a:moveTo>
                <a:lnTo>
                  <a:pt x="1939314" y="3992777"/>
                </a:lnTo>
                <a:lnTo>
                  <a:pt x="1928891" y="4006045"/>
                </a:lnTo>
                <a:lnTo>
                  <a:pt x="1922376" y="4006045"/>
                </a:lnTo>
                <a:close/>
                <a:moveTo>
                  <a:pt x="1674824" y="3926429"/>
                </a:moveTo>
                <a:lnTo>
                  <a:pt x="1677429" y="3956285"/>
                </a:lnTo>
                <a:lnTo>
                  <a:pt x="1665378" y="3956285"/>
                </a:lnTo>
                <a:lnTo>
                  <a:pt x="1665378" y="3939698"/>
                </a:lnTo>
                <a:close/>
                <a:moveTo>
                  <a:pt x="1681339" y="3753926"/>
                </a:moveTo>
                <a:lnTo>
                  <a:pt x="1690785" y="3753926"/>
                </a:lnTo>
                <a:lnTo>
                  <a:pt x="1695996" y="3767195"/>
                </a:lnTo>
                <a:lnTo>
                  <a:pt x="1689482" y="3767195"/>
                </a:lnTo>
                <a:lnTo>
                  <a:pt x="1693390" y="3780465"/>
                </a:lnTo>
                <a:lnTo>
                  <a:pt x="1690785" y="3780465"/>
                </a:lnTo>
                <a:lnTo>
                  <a:pt x="1681339" y="3780465"/>
                </a:lnTo>
                <a:close/>
                <a:moveTo>
                  <a:pt x="5966279" y="3724070"/>
                </a:moveTo>
                <a:lnTo>
                  <a:pt x="5972793" y="3724070"/>
                </a:lnTo>
                <a:lnTo>
                  <a:pt x="5982565" y="3740657"/>
                </a:lnTo>
                <a:lnTo>
                  <a:pt x="5995595" y="3724070"/>
                </a:lnTo>
                <a:lnTo>
                  <a:pt x="6005366" y="3753926"/>
                </a:lnTo>
                <a:lnTo>
                  <a:pt x="5985823" y="3780465"/>
                </a:lnTo>
                <a:lnTo>
                  <a:pt x="5979308" y="3780465"/>
                </a:lnTo>
                <a:lnTo>
                  <a:pt x="5979308" y="3793735"/>
                </a:lnTo>
                <a:lnTo>
                  <a:pt x="5953250" y="3807004"/>
                </a:lnTo>
                <a:lnTo>
                  <a:pt x="5949992" y="3820274"/>
                </a:lnTo>
                <a:lnTo>
                  <a:pt x="5940221" y="3846812"/>
                </a:lnTo>
                <a:lnTo>
                  <a:pt x="5923935" y="3860082"/>
                </a:lnTo>
                <a:lnTo>
                  <a:pt x="5910905" y="3873351"/>
                </a:lnTo>
                <a:lnTo>
                  <a:pt x="5901133" y="3860082"/>
                </a:lnTo>
                <a:lnTo>
                  <a:pt x="5871819" y="3860082"/>
                </a:lnTo>
                <a:lnTo>
                  <a:pt x="5865303" y="3846812"/>
                </a:lnTo>
                <a:lnTo>
                  <a:pt x="5881590" y="3820274"/>
                </a:lnTo>
                <a:lnTo>
                  <a:pt x="5901133" y="3807004"/>
                </a:lnTo>
                <a:lnTo>
                  <a:pt x="5923935" y="3793735"/>
                </a:lnTo>
                <a:lnTo>
                  <a:pt x="5949992" y="3767195"/>
                </a:lnTo>
                <a:lnTo>
                  <a:pt x="5953250" y="3753926"/>
                </a:lnTo>
                <a:lnTo>
                  <a:pt x="5959764" y="3740657"/>
                </a:lnTo>
                <a:close/>
                <a:moveTo>
                  <a:pt x="5487459" y="3724070"/>
                </a:moveTo>
                <a:lnTo>
                  <a:pt x="5500489" y="3724070"/>
                </a:lnTo>
                <a:lnTo>
                  <a:pt x="5513519" y="3724070"/>
                </a:lnTo>
                <a:lnTo>
                  <a:pt x="5536319" y="3724070"/>
                </a:lnTo>
                <a:lnTo>
                  <a:pt x="5552605" y="3724070"/>
                </a:lnTo>
                <a:lnTo>
                  <a:pt x="5552605" y="3753926"/>
                </a:lnTo>
                <a:lnTo>
                  <a:pt x="5542833" y="3780465"/>
                </a:lnTo>
                <a:lnTo>
                  <a:pt x="5533062" y="3780465"/>
                </a:lnTo>
                <a:lnTo>
                  <a:pt x="5529805" y="3793735"/>
                </a:lnTo>
                <a:lnTo>
                  <a:pt x="5510261" y="3793735"/>
                </a:lnTo>
                <a:lnTo>
                  <a:pt x="5500489" y="3767195"/>
                </a:lnTo>
                <a:lnTo>
                  <a:pt x="5497233" y="3753926"/>
                </a:lnTo>
                <a:close/>
                <a:moveTo>
                  <a:pt x="5989079" y="3591375"/>
                </a:moveTo>
                <a:lnTo>
                  <a:pt x="6005366" y="3604645"/>
                </a:lnTo>
                <a:lnTo>
                  <a:pt x="6011881" y="3617914"/>
                </a:lnTo>
                <a:lnTo>
                  <a:pt x="6011881" y="3631184"/>
                </a:lnTo>
                <a:lnTo>
                  <a:pt x="6021653" y="3631184"/>
                </a:lnTo>
                <a:lnTo>
                  <a:pt x="6031424" y="3631184"/>
                </a:lnTo>
                <a:lnTo>
                  <a:pt x="6031424" y="3657722"/>
                </a:lnTo>
                <a:lnTo>
                  <a:pt x="6054225" y="3657722"/>
                </a:lnTo>
                <a:lnTo>
                  <a:pt x="6067255" y="3644454"/>
                </a:lnTo>
                <a:lnTo>
                  <a:pt x="6073769" y="3657722"/>
                </a:lnTo>
                <a:lnTo>
                  <a:pt x="6073769" y="3670992"/>
                </a:lnTo>
                <a:lnTo>
                  <a:pt x="6067255" y="3684261"/>
                </a:lnTo>
                <a:lnTo>
                  <a:pt x="6054225" y="3684261"/>
                </a:lnTo>
                <a:lnTo>
                  <a:pt x="6047711" y="3710801"/>
                </a:lnTo>
                <a:lnTo>
                  <a:pt x="6034682" y="3724070"/>
                </a:lnTo>
                <a:lnTo>
                  <a:pt x="6021653" y="3740657"/>
                </a:lnTo>
                <a:lnTo>
                  <a:pt x="6011881" y="3740657"/>
                </a:lnTo>
                <a:lnTo>
                  <a:pt x="6021653" y="3710801"/>
                </a:lnTo>
                <a:lnTo>
                  <a:pt x="6018395" y="3697531"/>
                </a:lnTo>
                <a:lnTo>
                  <a:pt x="5995595" y="3697531"/>
                </a:lnTo>
                <a:lnTo>
                  <a:pt x="5995595" y="3684261"/>
                </a:lnTo>
                <a:lnTo>
                  <a:pt x="6008624" y="3684261"/>
                </a:lnTo>
                <a:lnTo>
                  <a:pt x="6015137" y="3657722"/>
                </a:lnTo>
                <a:lnTo>
                  <a:pt x="6008624" y="3631184"/>
                </a:lnTo>
                <a:lnTo>
                  <a:pt x="5998851" y="3617914"/>
                </a:lnTo>
                <a:lnTo>
                  <a:pt x="5982565" y="3604645"/>
                </a:lnTo>
                <a:close/>
                <a:moveTo>
                  <a:pt x="5881590" y="3309400"/>
                </a:moveTo>
                <a:lnTo>
                  <a:pt x="5884847" y="3312718"/>
                </a:lnTo>
                <a:lnTo>
                  <a:pt x="5884847" y="3316035"/>
                </a:lnTo>
                <a:lnTo>
                  <a:pt x="5878332" y="3316035"/>
                </a:lnTo>
                <a:close/>
                <a:moveTo>
                  <a:pt x="3936998" y="3309400"/>
                </a:moveTo>
                <a:lnTo>
                  <a:pt x="3940256" y="3312718"/>
                </a:lnTo>
                <a:lnTo>
                  <a:pt x="3943513" y="3316035"/>
                </a:lnTo>
                <a:lnTo>
                  <a:pt x="3940256" y="3319351"/>
                </a:lnTo>
                <a:lnTo>
                  <a:pt x="3933741" y="3316035"/>
                </a:lnTo>
                <a:lnTo>
                  <a:pt x="3933741" y="3312718"/>
                </a:lnTo>
                <a:close/>
                <a:moveTo>
                  <a:pt x="5829473" y="3299448"/>
                </a:moveTo>
                <a:lnTo>
                  <a:pt x="5832731" y="3299448"/>
                </a:lnTo>
                <a:lnTo>
                  <a:pt x="5842503" y="3306083"/>
                </a:lnTo>
                <a:lnTo>
                  <a:pt x="5845759" y="3309400"/>
                </a:lnTo>
                <a:lnTo>
                  <a:pt x="5852274" y="3316035"/>
                </a:lnTo>
                <a:lnTo>
                  <a:pt x="5858789" y="3319351"/>
                </a:lnTo>
                <a:lnTo>
                  <a:pt x="5871819" y="3329304"/>
                </a:lnTo>
                <a:lnTo>
                  <a:pt x="5875075" y="3332621"/>
                </a:lnTo>
                <a:lnTo>
                  <a:pt x="5875075" y="3339256"/>
                </a:lnTo>
                <a:lnTo>
                  <a:pt x="5865303" y="3332621"/>
                </a:lnTo>
                <a:lnTo>
                  <a:pt x="5855532" y="3325986"/>
                </a:lnTo>
                <a:lnTo>
                  <a:pt x="5849017" y="3322669"/>
                </a:lnTo>
                <a:lnTo>
                  <a:pt x="5842503" y="3316035"/>
                </a:lnTo>
                <a:lnTo>
                  <a:pt x="5839245" y="3316035"/>
                </a:lnTo>
                <a:lnTo>
                  <a:pt x="5832731" y="3309400"/>
                </a:lnTo>
                <a:lnTo>
                  <a:pt x="5829473" y="3302765"/>
                </a:lnTo>
                <a:close/>
                <a:moveTo>
                  <a:pt x="3972829" y="3292813"/>
                </a:moveTo>
                <a:lnTo>
                  <a:pt x="3976086" y="3292813"/>
                </a:lnTo>
                <a:lnTo>
                  <a:pt x="3976086" y="3296131"/>
                </a:lnTo>
                <a:lnTo>
                  <a:pt x="3976086" y="3302765"/>
                </a:lnTo>
                <a:lnTo>
                  <a:pt x="3972829" y="3302765"/>
                </a:lnTo>
                <a:lnTo>
                  <a:pt x="3969571" y="3302765"/>
                </a:lnTo>
                <a:close/>
                <a:moveTo>
                  <a:pt x="5914163" y="3269591"/>
                </a:moveTo>
                <a:lnTo>
                  <a:pt x="5917419" y="3272909"/>
                </a:lnTo>
                <a:lnTo>
                  <a:pt x="5910905" y="3272909"/>
                </a:lnTo>
                <a:close/>
                <a:moveTo>
                  <a:pt x="5901133" y="3246370"/>
                </a:moveTo>
                <a:lnTo>
                  <a:pt x="5904391" y="3249687"/>
                </a:lnTo>
                <a:lnTo>
                  <a:pt x="5901133" y="3249687"/>
                </a:lnTo>
                <a:lnTo>
                  <a:pt x="5897877" y="3249687"/>
                </a:lnTo>
                <a:close/>
                <a:moveTo>
                  <a:pt x="6063997" y="3243052"/>
                </a:moveTo>
                <a:lnTo>
                  <a:pt x="6070511" y="3243052"/>
                </a:lnTo>
                <a:lnTo>
                  <a:pt x="6080283" y="3249687"/>
                </a:lnTo>
                <a:lnTo>
                  <a:pt x="6080283" y="3256322"/>
                </a:lnTo>
                <a:lnTo>
                  <a:pt x="6080283" y="3259639"/>
                </a:lnTo>
                <a:lnTo>
                  <a:pt x="6070511" y="3259639"/>
                </a:lnTo>
                <a:lnTo>
                  <a:pt x="6067255" y="3259639"/>
                </a:lnTo>
                <a:lnTo>
                  <a:pt x="6057483" y="3259639"/>
                </a:lnTo>
                <a:lnTo>
                  <a:pt x="6054225" y="3253004"/>
                </a:lnTo>
                <a:lnTo>
                  <a:pt x="6060740" y="3249687"/>
                </a:lnTo>
                <a:lnTo>
                  <a:pt x="6060740" y="3246370"/>
                </a:lnTo>
                <a:close/>
                <a:moveTo>
                  <a:pt x="6096569" y="3223149"/>
                </a:moveTo>
                <a:lnTo>
                  <a:pt x="6103084" y="3223149"/>
                </a:lnTo>
                <a:lnTo>
                  <a:pt x="6096569" y="3226466"/>
                </a:lnTo>
                <a:lnTo>
                  <a:pt x="6090055" y="3233100"/>
                </a:lnTo>
                <a:lnTo>
                  <a:pt x="6083541" y="3233100"/>
                </a:lnTo>
                <a:lnTo>
                  <a:pt x="6080283" y="3233100"/>
                </a:lnTo>
                <a:lnTo>
                  <a:pt x="6086798" y="3226466"/>
                </a:lnTo>
                <a:lnTo>
                  <a:pt x="6093313" y="3226466"/>
                </a:lnTo>
                <a:close/>
                <a:moveTo>
                  <a:pt x="5884847" y="3219831"/>
                </a:moveTo>
                <a:lnTo>
                  <a:pt x="5891361" y="3223149"/>
                </a:lnTo>
                <a:lnTo>
                  <a:pt x="5884847" y="3229784"/>
                </a:lnTo>
                <a:close/>
                <a:moveTo>
                  <a:pt x="5868561" y="3198268"/>
                </a:moveTo>
                <a:lnTo>
                  <a:pt x="5875075" y="3198268"/>
                </a:lnTo>
                <a:lnTo>
                  <a:pt x="5875075" y="3202580"/>
                </a:lnTo>
                <a:lnTo>
                  <a:pt x="5878332" y="3202580"/>
                </a:lnTo>
                <a:lnTo>
                  <a:pt x="5881590" y="3209879"/>
                </a:lnTo>
                <a:lnTo>
                  <a:pt x="5875075" y="3213197"/>
                </a:lnTo>
                <a:lnTo>
                  <a:pt x="5871819" y="3207889"/>
                </a:lnTo>
                <a:lnTo>
                  <a:pt x="5871819" y="3205235"/>
                </a:lnTo>
                <a:close/>
                <a:moveTo>
                  <a:pt x="3829509" y="3149835"/>
                </a:moveTo>
                <a:lnTo>
                  <a:pt x="3836023" y="3151162"/>
                </a:lnTo>
                <a:lnTo>
                  <a:pt x="3836023" y="3156470"/>
                </a:lnTo>
                <a:lnTo>
                  <a:pt x="3839280" y="3159455"/>
                </a:lnTo>
                <a:lnTo>
                  <a:pt x="3842538" y="3175378"/>
                </a:lnTo>
                <a:lnTo>
                  <a:pt x="3845795" y="3187652"/>
                </a:lnTo>
                <a:lnTo>
                  <a:pt x="3845795" y="3192960"/>
                </a:lnTo>
                <a:lnTo>
                  <a:pt x="3849053" y="3199927"/>
                </a:lnTo>
                <a:lnTo>
                  <a:pt x="3852310" y="3202580"/>
                </a:lnTo>
                <a:lnTo>
                  <a:pt x="3849053" y="3209879"/>
                </a:lnTo>
                <a:lnTo>
                  <a:pt x="3845795" y="3216514"/>
                </a:lnTo>
                <a:lnTo>
                  <a:pt x="3842538" y="3213197"/>
                </a:lnTo>
                <a:lnTo>
                  <a:pt x="3839280" y="3207889"/>
                </a:lnTo>
                <a:lnTo>
                  <a:pt x="3836023" y="3209879"/>
                </a:lnTo>
                <a:lnTo>
                  <a:pt x="3839280" y="3223149"/>
                </a:lnTo>
                <a:lnTo>
                  <a:pt x="3839280" y="3229784"/>
                </a:lnTo>
                <a:lnTo>
                  <a:pt x="3836023" y="3236417"/>
                </a:lnTo>
                <a:lnTo>
                  <a:pt x="3832767" y="3243052"/>
                </a:lnTo>
                <a:lnTo>
                  <a:pt x="3832767" y="3249687"/>
                </a:lnTo>
                <a:lnTo>
                  <a:pt x="3829509" y="3259639"/>
                </a:lnTo>
                <a:lnTo>
                  <a:pt x="3822994" y="3286178"/>
                </a:lnTo>
                <a:lnTo>
                  <a:pt x="3819737" y="3292813"/>
                </a:lnTo>
                <a:lnTo>
                  <a:pt x="3819737" y="3299448"/>
                </a:lnTo>
                <a:lnTo>
                  <a:pt x="3813222" y="3316035"/>
                </a:lnTo>
                <a:lnTo>
                  <a:pt x="3809965" y="3325986"/>
                </a:lnTo>
                <a:lnTo>
                  <a:pt x="3806707" y="3339256"/>
                </a:lnTo>
                <a:lnTo>
                  <a:pt x="3803451" y="3349208"/>
                </a:lnTo>
                <a:lnTo>
                  <a:pt x="3800193" y="3365795"/>
                </a:lnTo>
                <a:lnTo>
                  <a:pt x="3796936" y="3375747"/>
                </a:lnTo>
                <a:lnTo>
                  <a:pt x="3793679" y="3389017"/>
                </a:lnTo>
                <a:lnTo>
                  <a:pt x="3783907" y="3392334"/>
                </a:lnTo>
                <a:lnTo>
                  <a:pt x="3777393" y="3392334"/>
                </a:lnTo>
                <a:lnTo>
                  <a:pt x="3770878" y="3392334"/>
                </a:lnTo>
                <a:lnTo>
                  <a:pt x="3764363" y="3398969"/>
                </a:lnTo>
                <a:lnTo>
                  <a:pt x="3757849" y="3398969"/>
                </a:lnTo>
                <a:lnTo>
                  <a:pt x="3751334" y="3392334"/>
                </a:lnTo>
                <a:lnTo>
                  <a:pt x="3738305" y="3389017"/>
                </a:lnTo>
                <a:lnTo>
                  <a:pt x="3738305" y="3382382"/>
                </a:lnTo>
                <a:lnTo>
                  <a:pt x="3731791" y="3375747"/>
                </a:lnTo>
                <a:lnTo>
                  <a:pt x="3728533" y="3352525"/>
                </a:lnTo>
                <a:lnTo>
                  <a:pt x="3728533" y="3345891"/>
                </a:lnTo>
                <a:lnTo>
                  <a:pt x="3725276" y="3335938"/>
                </a:lnTo>
                <a:lnTo>
                  <a:pt x="3725276" y="3325986"/>
                </a:lnTo>
                <a:lnTo>
                  <a:pt x="3728533" y="3322669"/>
                </a:lnTo>
                <a:lnTo>
                  <a:pt x="3728533" y="3316035"/>
                </a:lnTo>
                <a:lnTo>
                  <a:pt x="3735047" y="3316035"/>
                </a:lnTo>
                <a:lnTo>
                  <a:pt x="3738305" y="3309400"/>
                </a:lnTo>
                <a:lnTo>
                  <a:pt x="3748077" y="3292813"/>
                </a:lnTo>
                <a:lnTo>
                  <a:pt x="3744820" y="3286178"/>
                </a:lnTo>
                <a:lnTo>
                  <a:pt x="3748077" y="3282861"/>
                </a:lnTo>
                <a:lnTo>
                  <a:pt x="3741562" y="3276226"/>
                </a:lnTo>
                <a:lnTo>
                  <a:pt x="3741562" y="3272909"/>
                </a:lnTo>
                <a:lnTo>
                  <a:pt x="3738305" y="3262957"/>
                </a:lnTo>
                <a:lnTo>
                  <a:pt x="3738305" y="3249687"/>
                </a:lnTo>
                <a:lnTo>
                  <a:pt x="3738305" y="3243052"/>
                </a:lnTo>
                <a:lnTo>
                  <a:pt x="3744820" y="3233100"/>
                </a:lnTo>
                <a:lnTo>
                  <a:pt x="3748077" y="3226466"/>
                </a:lnTo>
                <a:lnTo>
                  <a:pt x="3748077" y="3223149"/>
                </a:lnTo>
                <a:lnTo>
                  <a:pt x="3754591" y="3223149"/>
                </a:lnTo>
                <a:lnTo>
                  <a:pt x="3757849" y="3216514"/>
                </a:lnTo>
                <a:lnTo>
                  <a:pt x="3764363" y="3216514"/>
                </a:lnTo>
                <a:lnTo>
                  <a:pt x="3770878" y="3213197"/>
                </a:lnTo>
                <a:lnTo>
                  <a:pt x="3777393" y="3213197"/>
                </a:lnTo>
                <a:lnTo>
                  <a:pt x="3780649" y="3209879"/>
                </a:lnTo>
                <a:lnTo>
                  <a:pt x="3793679" y="3202580"/>
                </a:lnTo>
                <a:lnTo>
                  <a:pt x="3793679" y="3198268"/>
                </a:lnTo>
                <a:lnTo>
                  <a:pt x="3800193" y="3199927"/>
                </a:lnTo>
                <a:lnTo>
                  <a:pt x="3803451" y="3192960"/>
                </a:lnTo>
                <a:lnTo>
                  <a:pt x="3803451" y="3186325"/>
                </a:lnTo>
                <a:lnTo>
                  <a:pt x="3806707" y="3186325"/>
                </a:lnTo>
                <a:lnTo>
                  <a:pt x="3806707" y="3178364"/>
                </a:lnTo>
                <a:lnTo>
                  <a:pt x="3806707" y="3174052"/>
                </a:lnTo>
                <a:lnTo>
                  <a:pt x="3813222" y="3174052"/>
                </a:lnTo>
                <a:lnTo>
                  <a:pt x="3819737" y="3171398"/>
                </a:lnTo>
                <a:lnTo>
                  <a:pt x="3822994" y="3159455"/>
                </a:lnTo>
                <a:lnTo>
                  <a:pt x="3819737" y="3153815"/>
                </a:lnTo>
                <a:close/>
                <a:moveTo>
                  <a:pt x="3725276" y="3134906"/>
                </a:moveTo>
                <a:lnTo>
                  <a:pt x="3728533" y="3134906"/>
                </a:lnTo>
                <a:lnTo>
                  <a:pt x="3728533" y="3139219"/>
                </a:lnTo>
                <a:lnTo>
                  <a:pt x="3728533" y="3144527"/>
                </a:lnTo>
                <a:lnTo>
                  <a:pt x="3725276" y="3141873"/>
                </a:lnTo>
                <a:close/>
                <a:moveTo>
                  <a:pt x="5445115" y="3126945"/>
                </a:moveTo>
                <a:lnTo>
                  <a:pt x="5454887" y="3126945"/>
                </a:lnTo>
                <a:lnTo>
                  <a:pt x="5458145" y="3141873"/>
                </a:lnTo>
                <a:lnTo>
                  <a:pt x="5464659" y="3144527"/>
                </a:lnTo>
                <a:lnTo>
                  <a:pt x="5467917" y="3162108"/>
                </a:lnTo>
                <a:lnTo>
                  <a:pt x="5467917" y="3178364"/>
                </a:lnTo>
                <a:lnTo>
                  <a:pt x="5474431" y="3187652"/>
                </a:lnTo>
                <a:lnTo>
                  <a:pt x="5487459" y="3186325"/>
                </a:lnTo>
                <a:lnTo>
                  <a:pt x="5500489" y="3198268"/>
                </a:lnTo>
                <a:lnTo>
                  <a:pt x="5503746" y="3226466"/>
                </a:lnTo>
                <a:lnTo>
                  <a:pt x="5513519" y="3249687"/>
                </a:lnTo>
                <a:lnTo>
                  <a:pt x="5510261" y="3259639"/>
                </a:lnTo>
                <a:lnTo>
                  <a:pt x="5516775" y="3269591"/>
                </a:lnTo>
                <a:lnTo>
                  <a:pt x="5539577" y="3289496"/>
                </a:lnTo>
                <a:lnTo>
                  <a:pt x="5559120" y="3296131"/>
                </a:lnTo>
                <a:lnTo>
                  <a:pt x="5559120" y="3309400"/>
                </a:lnTo>
                <a:lnTo>
                  <a:pt x="5568891" y="3316035"/>
                </a:lnTo>
                <a:lnTo>
                  <a:pt x="5575406" y="3339256"/>
                </a:lnTo>
                <a:lnTo>
                  <a:pt x="5594951" y="3345891"/>
                </a:lnTo>
                <a:lnTo>
                  <a:pt x="5598207" y="3359160"/>
                </a:lnTo>
                <a:lnTo>
                  <a:pt x="5607979" y="3369112"/>
                </a:lnTo>
                <a:lnTo>
                  <a:pt x="5624265" y="3385699"/>
                </a:lnTo>
                <a:lnTo>
                  <a:pt x="5634037" y="3405603"/>
                </a:lnTo>
                <a:lnTo>
                  <a:pt x="5637295" y="3438777"/>
                </a:lnTo>
                <a:lnTo>
                  <a:pt x="5643809" y="3452046"/>
                </a:lnTo>
                <a:lnTo>
                  <a:pt x="5637295" y="3508441"/>
                </a:lnTo>
                <a:lnTo>
                  <a:pt x="5627523" y="3538298"/>
                </a:lnTo>
                <a:lnTo>
                  <a:pt x="5611237" y="3551567"/>
                </a:lnTo>
                <a:lnTo>
                  <a:pt x="5598207" y="3578106"/>
                </a:lnTo>
                <a:lnTo>
                  <a:pt x="5591693" y="3591375"/>
                </a:lnTo>
                <a:lnTo>
                  <a:pt x="5581921" y="3617914"/>
                </a:lnTo>
                <a:lnTo>
                  <a:pt x="5581921" y="3631184"/>
                </a:lnTo>
                <a:lnTo>
                  <a:pt x="5581921" y="3644454"/>
                </a:lnTo>
                <a:lnTo>
                  <a:pt x="5572149" y="3657722"/>
                </a:lnTo>
                <a:lnTo>
                  <a:pt x="5552605" y="3657722"/>
                </a:lnTo>
                <a:lnTo>
                  <a:pt x="5536319" y="3657722"/>
                </a:lnTo>
                <a:lnTo>
                  <a:pt x="5526547" y="3670992"/>
                </a:lnTo>
                <a:lnTo>
                  <a:pt x="5510261" y="3684261"/>
                </a:lnTo>
                <a:lnTo>
                  <a:pt x="5497233" y="3670992"/>
                </a:lnTo>
                <a:lnTo>
                  <a:pt x="5493975" y="3657722"/>
                </a:lnTo>
                <a:lnTo>
                  <a:pt x="5467917" y="3684261"/>
                </a:lnTo>
                <a:lnTo>
                  <a:pt x="5451630" y="3670992"/>
                </a:lnTo>
                <a:lnTo>
                  <a:pt x="5435343" y="3670992"/>
                </a:lnTo>
                <a:lnTo>
                  <a:pt x="5415801" y="3657722"/>
                </a:lnTo>
                <a:lnTo>
                  <a:pt x="5402771" y="3644454"/>
                </a:lnTo>
                <a:lnTo>
                  <a:pt x="5402771" y="3631184"/>
                </a:lnTo>
                <a:lnTo>
                  <a:pt x="5392999" y="3604645"/>
                </a:lnTo>
                <a:lnTo>
                  <a:pt x="5383228" y="3604645"/>
                </a:lnTo>
                <a:lnTo>
                  <a:pt x="5379970" y="3591375"/>
                </a:lnTo>
                <a:lnTo>
                  <a:pt x="5376713" y="3578106"/>
                </a:lnTo>
                <a:lnTo>
                  <a:pt x="5363683" y="3591375"/>
                </a:lnTo>
                <a:lnTo>
                  <a:pt x="5366941" y="3564837"/>
                </a:lnTo>
                <a:lnTo>
                  <a:pt x="5370199" y="3564837"/>
                </a:lnTo>
                <a:lnTo>
                  <a:pt x="5366941" y="3551567"/>
                </a:lnTo>
                <a:lnTo>
                  <a:pt x="5357169" y="3564837"/>
                </a:lnTo>
                <a:lnTo>
                  <a:pt x="5344141" y="3578106"/>
                </a:lnTo>
                <a:lnTo>
                  <a:pt x="5334367" y="3591375"/>
                </a:lnTo>
                <a:lnTo>
                  <a:pt x="5324596" y="3591375"/>
                </a:lnTo>
                <a:lnTo>
                  <a:pt x="5324596" y="3578106"/>
                </a:lnTo>
                <a:lnTo>
                  <a:pt x="5308310" y="3551567"/>
                </a:lnTo>
                <a:lnTo>
                  <a:pt x="5305053" y="3538298"/>
                </a:lnTo>
                <a:lnTo>
                  <a:pt x="5278995" y="3525028"/>
                </a:lnTo>
                <a:lnTo>
                  <a:pt x="5272480" y="3538298"/>
                </a:lnTo>
                <a:lnTo>
                  <a:pt x="5252936" y="3525028"/>
                </a:lnTo>
                <a:lnTo>
                  <a:pt x="5217107" y="3525028"/>
                </a:lnTo>
                <a:lnTo>
                  <a:pt x="5187791" y="3538298"/>
                </a:lnTo>
                <a:lnTo>
                  <a:pt x="5164991" y="3538298"/>
                </a:lnTo>
                <a:lnTo>
                  <a:pt x="5129160" y="3551567"/>
                </a:lnTo>
                <a:lnTo>
                  <a:pt x="5119389" y="3578106"/>
                </a:lnTo>
                <a:lnTo>
                  <a:pt x="5093331" y="3564837"/>
                </a:lnTo>
                <a:lnTo>
                  <a:pt x="5057499" y="3578106"/>
                </a:lnTo>
                <a:lnTo>
                  <a:pt x="5044471" y="3578106"/>
                </a:lnTo>
                <a:lnTo>
                  <a:pt x="5041213" y="3578106"/>
                </a:lnTo>
                <a:lnTo>
                  <a:pt x="5024927" y="3591375"/>
                </a:lnTo>
                <a:lnTo>
                  <a:pt x="4998869" y="3591375"/>
                </a:lnTo>
                <a:lnTo>
                  <a:pt x="4982583" y="3578106"/>
                </a:lnTo>
                <a:lnTo>
                  <a:pt x="4972811" y="3578106"/>
                </a:lnTo>
                <a:lnTo>
                  <a:pt x="4972811" y="3564837"/>
                </a:lnTo>
                <a:lnTo>
                  <a:pt x="4985841" y="3564837"/>
                </a:lnTo>
                <a:lnTo>
                  <a:pt x="4985841" y="3525028"/>
                </a:lnTo>
                <a:lnTo>
                  <a:pt x="4972811" y="3498489"/>
                </a:lnTo>
                <a:lnTo>
                  <a:pt x="4972811" y="3478586"/>
                </a:lnTo>
                <a:lnTo>
                  <a:pt x="4959781" y="3452046"/>
                </a:lnTo>
                <a:lnTo>
                  <a:pt x="4956525" y="3438777"/>
                </a:lnTo>
                <a:lnTo>
                  <a:pt x="4950010" y="3422190"/>
                </a:lnTo>
                <a:lnTo>
                  <a:pt x="4956525" y="3418872"/>
                </a:lnTo>
                <a:lnTo>
                  <a:pt x="4956525" y="3402285"/>
                </a:lnTo>
                <a:lnTo>
                  <a:pt x="4943495" y="3375747"/>
                </a:lnTo>
                <a:lnTo>
                  <a:pt x="4950010" y="3359160"/>
                </a:lnTo>
                <a:lnTo>
                  <a:pt x="4950010" y="3342573"/>
                </a:lnTo>
                <a:lnTo>
                  <a:pt x="4963039" y="3339256"/>
                </a:lnTo>
                <a:lnTo>
                  <a:pt x="4966297" y="3329304"/>
                </a:lnTo>
                <a:lnTo>
                  <a:pt x="4979326" y="3322669"/>
                </a:lnTo>
                <a:lnTo>
                  <a:pt x="5002127" y="3306083"/>
                </a:lnTo>
                <a:lnTo>
                  <a:pt x="5015155" y="3309400"/>
                </a:lnTo>
                <a:lnTo>
                  <a:pt x="5077044" y="3286178"/>
                </a:lnTo>
                <a:lnTo>
                  <a:pt x="5086815" y="3276226"/>
                </a:lnTo>
                <a:lnTo>
                  <a:pt x="5090073" y="3266274"/>
                </a:lnTo>
                <a:lnTo>
                  <a:pt x="5099845" y="3259639"/>
                </a:lnTo>
                <a:lnTo>
                  <a:pt x="5096587" y="3243052"/>
                </a:lnTo>
                <a:lnTo>
                  <a:pt x="5106359" y="3233100"/>
                </a:lnTo>
                <a:lnTo>
                  <a:pt x="5122645" y="3233100"/>
                </a:lnTo>
                <a:lnTo>
                  <a:pt x="5135675" y="3213197"/>
                </a:lnTo>
                <a:lnTo>
                  <a:pt x="5155218" y="3187652"/>
                </a:lnTo>
                <a:lnTo>
                  <a:pt x="5174762" y="3186325"/>
                </a:lnTo>
                <a:lnTo>
                  <a:pt x="5181277" y="3175378"/>
                </a:lnTo>
                <a:lnTo>
                  <a:pt x="5197563" y="3192960"/>
                </a:lnTo>
                <a:lnTo>
                  <a:pt x="5226878" y="3199927"/>
                </a:lnTo>
                <a:lnTo>
                  <a:pt x="5223621" y="3187652"/>
                </a:lnTo>
                <a:lnTo>
                  <a:pt x="5230136" y="3174052"/>
                </a:lnTo>
                <a:lnTo>
                  <a:pt x="5236649" y="3168743"/>
                </a:lnTo>
                <a:lnTo>
                  <a:pt x="5239907" y="3156470"/>
                </a:lnTo>
                <a:lnTo>
                  <a:pt x="5252936" y="3151162"/>
                </a:lnTo>
                <a:lnTo>
                  <a:pt x="5269223" y="3151162"/>
                </a:lnTo>
                <a:lnTo>
                  <a:pt x="5278995" y="3147181"/>
                </a:lnTo>
                <a:lnTo>
                  <a:pt x="5282252" y="3137892"/>
                </a:lnTo>
                <a:lnTo>
                  <a:pt x="5318081" y="3144527"/>
                </a:lnTo>
                <a:lnTo>
                  <a:pt x="5347397" y="3149835"/>
                </a:lnTo>
                <a:lnTo>
                  <a:pt x="5347397" y="3166090"/>
                </a:lnTo>
                <a:lnTo>
                  <a:pt x="5334367" y="3174052"/>
                </a:lnTo>
                <a:lnTo>
                  <a:pt x="5334367" y="3183672"/>
                </a:lnTo>
                <a:lnTo>
                  <a:pt x="5327854" y="3198268"/>
                </a:lnTo>
                <a:lnTo>
                  <a:pt x="5353912" y="3216514"/>
                </a:lnTo>
                <a:lnTo>
                  <a:pt x="5366941" y="3223149"/>
                </a:lnTo>
                <a:lnTo>
                  <a:pt x="5376713" y="3233100"/>
                </a:lnTo>
                <a:lnTo>
                  <a:pt x="5389741" y="3233100"/>
                </a:lnTo>
                <a:lnTo>
                  <a:pt x="5396257" y="3243052"/>
                </a:lnTo>
                <a:lnTo>
                  <a:pt x="5406028" y="3249687"/>
                </a:lnTo>
                <a:lnTo>
                  <a:pt x="5422314" y="3246370"/>
                </a:lnTo>
                <a:lnTo>
                  <a:pt x="5432087" y="3219831"/>
                </a:lnTo>
                <a:lnTo>
                  <a:pt x="5435343" y="3199927"/>
                </a:lnTo>
                <a:lnTo>
                  <a:pt x="5432087" y="3178364"/>
                </a:lnTo>
                <a:lnTo>
                  <a:pt x="5438601" y="3168743"/>
                </a:lnTo>
                <a:lnTo>
                  <a:pt x="5435343" y="3153815"/>
                </a:lnTo>
                <a:lnTo>
                  <a:pt x="5438601" y="3147181"/>
                </a:lnTo>
                <a:close/>
                <a:moveTo>
                  <a:pt x="5780614" y="3113344"/>
                </a:moveTo>
                <a:lnTo>
                  <a:pt x="5787129" y="3117656"/>
                </a:lnTo>
                <a:lnTo>
                  <a:pt x="5793643" y="3117656"/>
                </a:lnTo>
                <a:lnTo>
                  <a:pt x="5793643" y="3122964"/>
                </a:lnTo>
                <a:lnTo>
                  <a:pt x="5787129" y="3122964"/>
                </a:lnTo>
                <a:lnTo>
                  <a:pt x="5780614" y="3117656"/>
                </a:lnTo>
                <a:close/>
                <a:moveTo>
                  <a:pt x="5748041" y="3096093"/>
                </a:moveTo>
                <a:lnTo>
                  <a:pt x="5754556" y="3098748"/>
                </a:lnTo>
                <a:lnTo>
                  <a:pt x="5761071" y="3098748"/>
                </a:lnTo>
                <a:lnTo>
                  <a:pt x="5767585" y="3101401"/>
                </a:lnTo>
                <a:lnTo>
                  <a:pt x="5770843" y="3105382"/>
                </a:lnTo>
                <a:lnTo>
                  <a:pt x="5767585" y="3108036"/>
                </a:lnTo>
                <a:lnTo>
                  <a:pt x="5761071" y="3105382"/>
                </a:lnTo>
                <a:lnTo>
                  <a:pt x="5751299" y="3105382"/>
                </a:lnTo>
                <a:lnTo>
                  <a:pt x="5748041" y="3101401"/>
                </a:lnTo>
                <a:close/>
                <a:moveTo>
                  <a:pt x="5057499" y="3096093"/>
                </a:moveTo>
                <a:lnTo>
                  <a:pt x="5073786" y="3108036"/>
                </a:lnTo>
                <a:lnTo>
                  <a:pt x="5070529" y="3113344"/>
                </a:lnTo>
                <a:lnTo>
                  <a:pt x="5060757" y="3113344"/>
                </a:lnTo>
                <a:lnTo>
                  <a:pt x="5050986" y="3105382"/>
                </a:lnTo>
                <a:lnTo>
                  <a:pt x="5044471" y="3105382"/>
                </a:lnTo>
                <a:lnTo>
                  <a:pt x="5047728" y="3098748"/>
                </a:lnTo>
                <a:close/>
                <a:moveTo>
                  <a:pt x="6086798" y="3081166"/>
                </a:moveTo>
                <a:lnTo>
                  <a:pt x="6090055" y="3081166"/>
                </a:lnTo>
                <a:lnTo>
                  <a:pt x="6090055" y="3083819"/>
                </a:lnTo>
                <a:close/>
                <a:moveTo>
                  <a:pt x="5161733" y="3081166"/>
                </a:moveTo>
                <a:lnTo>
                  <a:pt x="5174762" y="3081166"/>
                </a:lnTo>
                <a:lnTo>
                  <a:pt x="5171504" y="3090454"/>
                </a:lnTo>
                <a:lnTo>
                  <a:pt x="5151961" y="3096093"/>
                </a:lnTo>
                <a:lnTo>
                  <a:pt x="5148704" y="3098748"/>
                </a:lnTo>
                <a:lnTo>
                  <a:pt x="5135675" y="3113344"/>
                </a:lnTo>
                <a:lnTo>
                  <a:pt x="5125903" y="3115003"/>
                </a:lnTo>
                <a:lnTo>
                  <a:pt x="5119389" y="3115003"/>
                </a:lnTo>
                <a:lnTo>
                  <a:pt x="5122645" y="3102728"/>
                </a:lnTo>
                <a:lnTo>
                  <a:pt x="5129160" y="3098748"/>
                </a:lnTo>
                <a:lnTo>
                  <a:pt x="5138931" y="3096093"/>
                </a:lnTo>
                <a:lnTo>
                  <a:pt x="5145446" y="3090454"/>
                </a:lnTo>
                <a:lnTo>
                  <a:pt x="5148704" y="3083819"/>
                </a:lnTo>
                <a:close/>
                <a:moveTo>
                  <a:pt x="5767585" y="3078511"/>
                </a:moveTo>
                <a:lnTo>
                  <a:pt x="5770843" y="3083819"/>
                </a:lnTo>
                <a:lnTo>
                  <a:pt x="5770843" y="3089127"/>
                </a:lnTo>
                <a:lnTo>
                  <a:pt x="5777357" y="3093439"/>
                </a:lnTo>
                <a:lnTo>
                  <a:pt x="5777357" y="3098748"/>
                </a:lnTo>
                <a:lnTo>
                  <a:pt x="5770843" y="3093439"/>
                </a:lnTo>
                <a:lnTo>
                  <a:pt x="5767585" y="3081166"/>
                </a:lnTo>
                <a:close/>
                <a:moveTo>
                  <a:pt x="5064015" y="3078511"/>
                </a:moveTo>
                <a:lnTo>
                  <a:pt x="5077044" y="3078511"/>
                </a:lnTo>
                <a:lnTo>
                  <a:pt x="5086815" y="3083819"/>
                </a:lnTo>
                <a:lnTo>
                  <a:pt x="5077044" y="3090454"/>
                </a:lnTo>
                <a:lnTo>
                  <a:pt x="5057499" y="3086473"/>
                </a:lnTo>
                <a:close/>
                <a:moveTo>
                  <a:pt x="5138931" y="3077184"/>
                </a:moveTo>
                <a:lnTo>
                  <a:pt x="5148704" y="3078511"/>
                </a:lnTo>
                <a:lnTo>
                  <a:pt x="5135675" y="3081166"/>
                </a:lnTo>
                <a:close/>
                <a:moveTo>
                  <a:pt x="5028185" y="3077184"/>
                </a:moveTo>
                <a:lnTo>
                  <a:pt x="5044471" y="3078511"/>
                </a:lnTo>
                <a:lnTo>
                  <a:pt x="5044471" y="3083819"/>
                </a:lnTo>
                <a:lnTo>
                  <a:pt x="5008641" y="3093439"/>
                </a:lnTo>
                <a:lnTo>
                  <a:pt x="5005384" y="3083819"/>
                </a:lnTo>
                <a:lnTo>
                  <a:pt x="5011899" y="3078511"/>
                </a:lnTo>
                <a:lnTo>
                  <a:pt x="5021670" y="3086473"/>
                </a:lnTo>
                <a:close/>
                <a:moveTo>
                  <a:pt x="4995612" y="3077184"/>
                </a:moveTo>
                <a:lnTo>
                  <a:pt x="5002127" y="3081166"/>
                </a:lnTo>
                <a:lnTo>
                  <a:pt x="4998869" y="3086473"/>
                </a:lnTo>
                <a:lnTo>
                  <a:pt x="4989097" y="3089127"/>
                </a:lnTo>
                <a:lnTo>
                  <a:pt x="4992355" y="3081166"/>
                </a:lnTo>
                <a:close/>
                <a:moveTo>
                  <a:pt x="5708955" y="3074531"/>
                </a:moveTo>
                <a:lnTo>
                  <a:pt x="5715469" y="3074531"/>
                </a:lnTo>
                <a:lnTo>
                  <a:pt x="5718727" y="3081166"/>
                </a:lnTo>
                <a:lnTo>
                  <a:pt x="5715469" y="3083819"/>
                </a:lnTo>
                <a:lnTo>
                  <a:pt x="5712211" y="3078511"/>
                </a:lnTo>
                <a:lnTo>
                  <a:pt x="5705697" y="3077184"/>
                </a:lnTo>
                <a:close/>
                <a:moveTo>
                  <a:pt x="4976068" y="3074531"/>
                </a:moveTo>
                <a:lnTo>
                  <a:pt x="4982583" y="3081166"/>
                </a:lnTo>
                <a:lnTo>
                  <a:pt x="4976068" y="3086473"/>
                </a:lnTo>
                <a:lnTo>
                  <a:pt x="4966297" y="3081166"/>
                </a:lnTo>
                <a:close/>
                <a:moveTo>
                  <a:pt x="5735013" y="3066237"/>
                </a:moveTo>
                <a:lnTo>
                  <a:pt x="5741527" y="3071877"/>
                </a:lnTo>
                <a:lnTo>
                  <a:pt x="5744785" y="3074531"/>
                </a:lnTo>
                <a:lnTo>
                  <a:pt x="5751299" y="3078511"/>
                </a:lnTo>
                <a:lnTo>
                  <a:pt x="5751299" y="3083819"/>
                </a:lnTo>
                <a:lnTo>
                  <a:pt x="5738269" y="3074531"/>
                </a:lnTo>
                <a:lnTo>
                  <a:pt x="5731755" y="3068891"/>
                </a:lnTo>
                <a:close/>
                <a:moveTo>
                  <a:pt x="4230153" y="3062256"/>
                </a:moveTo>
                <a:lnTo>
                  <a:pt x="4233411" y="3062256"/>
                </a:lnTo>
                <a:lnTo>
                  <a:pt x="4233411" y="3064911"/>
                </a:lnTo>
                <a:close/>
                <a:moveTo>
                  <a:pt x="5695925" y="3047329"/>
                </a:moveTo>
                <a:lnTo>
                  <a:pt x="5705697" y="3054294"/>
                </a:lnTo>
                <a:lnTo>
                  <a:pt x="5705697" y="3056949"/>
                </a:lnTo>
                <a:lnTo>
                  <a:pt x="5712211" y="3064911"/>
                </a:lnTo>
                <a:lnTo>
                  <a:pt x="5702440" y="3059602"/>
                </a:lnTo>
                <a:lnTo>
                  <a:pt x="5699182" y="3054294"/>
                </a:lnTo>
                <a:lnTo>
                  <a:pt x="5692669" y="3050314"/>
                </a:lnTo>
                <a:close/>
                <a:moveTo>
                  <a:pt x="4816463" y="3035386"/>
                </a:moveTo>
                <a:lnTo>
                  <a:pt x="4829491" y="3040694"/>
                </a:lnTo>
                <a:lnTo>
                  <a:pt x="4839263" y="3038039"/>
                </a:lnTo>
                <a:lnTo>
                  <a:pt x="4845777" y="3042021"/>
                </a:lnTo>
                <a:lnTo>
                  <a:pt x="4855550" y="3042021"/>
                </a:lnTo>
                <a:lnTo>
                  <a:pt x="4862063" y="3052967"/>
                </a:lnTo>
                <a:lnTo>
                  <a:pt x="4891379" y="3054294"/>
                </a:lnTo>
                <a:lnTo>
                  <a:pt x="4901151" y="3044674"/>
                </a:lnTo>
                <a:lnTo>
                  <a:pt x="4907665" y="3050314"/>
                </a:lnTo>
                <a:lnTo>
                  <a:pt x="4910923" y="3050314"/>
                </a:lnTo>
                <a:lnTo>
                  <a:pt x="4923952" y="3054294"/>
                </a:lnTo>
                <a:lnTo>
                  <a:pt x="4930467" y="3054294"/>
                </a:lnTo>
                <a:lnTo>
                  <a:pt x="4936981" y="3066237"/>
                </a:lnTo>
                <a:lnTo>
                  <a:pt x="4943495" y="3068891"/>
                </a:lnTo>
                <a:lnTo>
                  <a:pt x="4956525" y="3066237"/>
                </a:lnTo>
                <a:lnTo>
                  <a:pt x="4963039" y="3071877"/>
                </a:lnTo>
                <a:lnTo>
                  <a:pt x="4963039" y="3083819"/>
                </a:lnTo>
                <a:lnTo>
                  <a:pt x="4950010" y="3083819"/>
                </a:lnTo>
                <a:lnTo>
                  <a:pt x="4943495" y="3078511"/>
                </a:lnTo>
                <a:lnTo>
                  <a:pt x="4930467" y="3081166"/>
                </a:lnTo>
                <a:lnTo>
                  <a:pt x="4917437" y="3078511"/>
                </a:lnTo>
                <a:lnTo>
                  <a:pt x="4897894" y="3077184"/>
                </a:lnTo>
                <a:lnTo>
                  <a:pt x="4888123" y="3071877"/>
                </a:lnTo>
                <a:lnTo>
                  <a:pt x="4875093" y="3066237"/>
                </a:lnTo>
                <a:lnTo>
                  <a:pt x="4858807" y="3068891"/>
                </a:lnTo>
                <a:lnTo>
                  <a:pt x="4842521" y="3064911"/>
                </a:lnTo>
                <a:lnTo>
                  <a:pt x="4826234" y="3062256"/>
                </a:lnTo>
                <a:lnTo>
                  <a:pt x="4826234" y="3056949"/>
                </a:lnTo>
                <a:lnTo>
                  <a:pt x="4816463" y="3052967"/>
                </a:lnTo>
                <a:lnTo>
                  <a:pt x="4813205" y="3044674"/>
                </a:lnTo>
                <a:close/>
                <a:moveTo>
                  <a:pt x="5669867" y="3030077"/>
                </a:moveTo>
                <a:lnTo>
                  <a:pt x="5676382" y="3038039"/>
                </a:lnTo>
                <a:lnTo>
                  <a:pt x="5682896" y="3044674"/>
                </a:lnTo>
                <a:lnTo>
                  <a:pt x="5679639" y="3052967"/>
                </a:lnTo>
                <a:lnTo>
                  <a:pt x="5673124" y="3050314"/>
                </a:lnTo>
                <a:lnTo>
                  <a:pt x="5673124" y="3042021"/>
                </a:lnTo>
                <a:lnTo>
                  <a:pt x="5663353" y="3038039"/>
                </a:lnTo>
                <a:close/>
                <a:moveTo>
                  <a:pt x="5607979" y="3005530"/>
                </a:moveTo>
                <a:lnTo>
                  <a:pt x="5621009" y="3008515"/>
                </a:lnTo>
                <a:lnTo>
                  <a:pt x="5624265" y="3016477"/>
                </a:lnTo>
                <a:lnTo>
                  <a:pt x="5614493" y="3023112"/>
                </a:lnTo>
                <a:lnTo>
                  <a:pt x="5614493" y="3030077"/>
                </a:lnTo>
                <a:lnTo>
                  <a:pt x="5591693" y="3042021"/>
                </a:lnTo>
                <a:lnTo>
                  <a:pt x="5575406" y="3042021"/>
                </a:lnTo>
                <a:lnTo>
                  <a:pt x="5552605" y="3032732"/>
                </a:lnTo>
                <a:lnTo>
                  <a:pt x="5552605" y="3028751"/>
                </a:lnTo>
                <a:lnTo>
                  <a:pt x="5568891" y="3030077"/>
                </a:lnTo>
                <a:lnTo>
                  <a:pt x="5588435" y="3028751"/>
                </a:lnTo>
                <a:lnTo>
                  <a:pt x="5598207" y="3028751"/>
                </a:lnTo>
                <a:lnTo>
                  <a:pt x="5601464" y="3020457"/>
                </a:lnTo>
                <a:lnTo>
                  <a:pt x="5611237" y="3017804"/>
                </a:lnTo>
                <a:close/>
                <a:moveTo>
                  <a:pt x="3936998" y="3005530"/>
                </a:moveTo>
                <a:lnTo>
                  <a:pt x="3943513" y="3016477"/>
                </a:lnTo>
                <a:lnTo>
                  <a:pt x="3936998" y="3016477"/>
                </a:lnTo>
                <a:lnTo>
                  <a:pt x="3933741" y="3008515"/>
                </a:lnTo>
                <a:close/>
                <a:moveTo>
                  <a:pt x="5624265" y="2998895"/>
                </a:moveTo>
                <a:lnTo>
                  <a:pt x="5637295" y="3005530"/>
                </a:lnTo>
                <a:lnTo>
                  <a:pt x="5627523" y="3011169"/>
                </a:lnTo>
                <a:close/>
                <a:moveTo>
                  <a:pt x="5178019" y="2983967"/>
                </a:moveTo>
                <a:lnTo>
                  <a:pt x="5184533" y="2989607"/>
                </a:lnTo>
                <a:lnTo>
                  <a:pt x="5184533" y="2993587"/>
                </a:lnTo>
                <a:lnTo>
                  <a:pt x="5178019" y="2998895"/>
                </a:lnTo>
                <a:lnTo>
                  <a:pt x="5164991" y="2992260"/>
                </a:lnTo>
                <a:lnTo>
                  <a:pt x="5164991" y="2986952"/>
                </a:lnTo>
                <a:close/>
                <a:moveTo>
                  <a:pt x="5226878" y="2979985"/>
                </a:moveTo>
                <a:lnTo>
                  <a:pt x="5246422" y="2986952"/>
                </a:lnTo>
                <a:lnTo>
                  <a:pt x="5249679" y="2993587"/>
                </a:lnTo>
                <a:lnTo>
                  <a:pt x="5246422" y="2998895"/>
                </a:lnTo>
                <a:lnTo>
                  <a:pt x="5233393" y="2992260"/>
                </a:lnTo>
                <a:lnTo>
                  <a:pt x="5217107" y="2992260"/>
                </a:lnTo>
                <a:lnTo>
                  <a:pt x="5207335" y="2992260"/>
                </a:lnTo>
                <a:lnTo>
                  <a:pt x="5200820" y="2981313"/>
                </a:lnTo>
                <a:lnTo>
                  <a:pt x="5220363" y="2983967"/>
                </a:lnTo>
                <a:close/>
                <a:moveTo>
                  <a:pt x="4845777" y="2977332"/>
                </a:moveTo>
                <a:lnTo>
                  <a:pt x="4855550" y="2981313"/>
                </a:lnTo>
                <a:lnTo>
                  <a:pt x="4852292" y="2989607"/>
                </a:lnTo>
                <a:lnTo>
                  <a:pt x="4845777" y="2989607"/>
                </a:lnTo>
                <a:close/>
                <a:moveTo>
                  <a:pt x="4803433" y="2959750"/>
                </a:moveTo>
                <a:lnTo>
                  <a:pt x="4816463" y="2959750"/>
                </a:lnTo>
                <a:lnTo>
                  <a:pt x="4819719" y="2972024"/>
                </a:lnTo>
                <a:lnTo>
                  <a:pt x="4829491" y="2979985"/>
                </a:lnTo>
                <a:lnTo>
                  <a:pt x="4826234" y="2983967"/>
                </a:lnTo>
                <a:lnTo>
                  <a:pt x="4813205" y="2979985"/>
                </a:lnTo>
                <a:lnTo>
                  <a:pt x="4809947" y="2969370"/>
                </a:lnTo>
                <a:lnTo>
                  <a:pt x="4803433" y="2969370"/>
                </a:lnTo>
                <a:close/>
                <a:moveTo>
                  <a:pt x="4236667" y="2957096"/>
                </a:moveTo>
                <a:lnTo>
                  <a:pt x="4236667" y="2959750"/>
                </a:lnTo>
                <a:lnTo>
                  <a:pt x="4233411" y="2959750"/>
                </a:lnTo>
                <a:close/>
                <a:moveTo>
                  <a:pt x="4692685" y="2947808"/>
                </a:moveTo>
                <a:lnTo>
                  <a:pt x="4699200" y="2962403"/>
                </a:lnTo>
                <a:lnTo>
                  <a:pt x="4692685" y="2959750"/>
                </a:lnTo>
                <a:lnTo>
                  <a:pt x="4689429" y="2953115"/>
                </a:lnTo>
                <a:close/>
                <a:moveTo>
                  <a:pt x="4249697" y="2943826"/>
                </a:moveTo>
                <a:lnTo>
                  <a:pt x="4252953" y="2943826"/>
                </a:lnTo>
                <a:lnTo>
                  <a:pt x="4249697" y="2945153"/>
                </a:lnTo>
                <a:close/>
                <a:moveTo>
                  <a:pt x="1400887" y="2940841"/>
                </a:moveTo>
                <a:lnTo>
                  <a:pt x="1403493" y="2940841"/>
                </a:lnTo>
                <a:lnTo>
                  <a:pt x="1400887" y="2945153"/>
                </a:lnTo>
                <a:lnTo>
                  <a:pt x="1398282" y="2943826"/>
                </a:lnTo>
                <a:close/>
                <a:moveTo>
                  <a:pt x="5275737" y="2938187"/>
                </a:moveTo>
                <a:lnTo>
                  <a:pt x="5288767" y="2940841"/>
                </a:lnTo>
                <a:lnTo>
                  <a:pt x="5292023" y="2943826"/>
                </a:lnTo>
                <a:lnTo>
                  <a:pt x="5301795" y="2943826"/>
                </a:lnTo>
                <a:lnTo>
                  <a:pt x="5308310" y="2955770"/>
                </a:lnTo>
                <a:lnTo>
                  <a:pt x="5305053" y="2959750"/>
                </a:lnTo>
                <a:lnTo>
                  <a:pt x="5308310" y="2972024"/>
                </a:lnTo>
                <a:lnTo>
                  <a:pt x="5314825" y="2977332"/>
                </a:lnTo>
                <a:lnTo>
                  <a:pt x="5318081" y="2983967"/>
                </a:lnTo>
                <a:lnTo>
                  <a:pt x="5321339" y="2992260"/>
                </a:lnTo>
                <a:lnTo>
                  <a:pt x="5327854" y="2992260"/>
                </a:lnTo>
                <a:lnTo>
                  <a:pt x="5344141" y="2977332"/>
                </a:lnTo>
                <a:lnTo>
                  <a:pt x="5344141" y="2969370"/>
                </a:lnTo>
                <a:lnTo>
                  <a:pt x="5353912" y="2972024"/>
                </a:lnTo>
                <a:lnTo>
                  <a:pt x="5357169" y="2962403"/>
                </a:lnTo>
                <a:lnTo>
                  <a:pt x="5366941" y="2957096"/>
                </a:lnTo>
                <a:lnTo>
                  <a:pt x="5383228" y="2962403"/>
                </a:lnTo>
                <a:lnTo>
                  <a:pt x="5402771" y="2972024"/>
                </a:lnTo>
                <a:lnTo>
                  <a:pt x="5409286" y="2972024"/>
                </a:lnTo>
                <a:lnTo>
                  <a:pt x="5425572" y="2977332"/>
                </a:lnTo>
                <a:lnTo>
                  <a:pt x="5461401" y="2992260"/>
                </a:lnTo>
                <a:lnTo>
                  <a:pt x="5467917" y="2992260"/>
                </a:lnTo>
                <a:lnTo>
                  <a:pt x="5477688" y="2998895"/>
                </a:lnTo>
                <a:lnTo>
                  <a:pt x="5487459" y="2998895"/>
                </a:lnTo>
                <a:lnTo>
                  <a:pt x="5493975" y="3008515"/>
                </a:lnTo>
                <a:lnTo>
                  <a:pt x="5507004" y="3016477"/>
                </a:lnTo>
                <a:lnTo>
                  <a:pt x="5507004" y="3028751"/>
                </a:lnTo>
                <a:lnTo>
                  <a:pt x="5520033" y="3030077"/>
                </a:lnTo>
                <a:lnTo>
                  <a:pt x="5529805" y="3038039"/>
                </a:lnTo>
                <a:lnTo>
                  <a:pt x="5536319" y="3038039"/>
                </a:lnTo>
                <a:lnTo>
                  <a:pt x="5546091" y="3050314"/>
                </a:lnTo>
                <a:lnTo>
                  <a:pt x="5529805" y="3050314"/>
                </a:lnTo>
                <a:lnTo>
                  <a:pt x="5536319" y="3064911"/>
                </a:lnTo>
                <a:lnTo>
                  <a:pt x="5546091" y="3074531"/>
                </a:lnTo>
                <a:lnTo>
                  <a:pt x="5549348" y="3083819"/>
                </a:lnTo>
                <a:lnTo>
                  <a:pt x="5581921" y="3110690"/>
                </a:lnTo>
                <a:lnTo>
                  <a:pt x="5581921" y="3117656"/>
                </a:lnTo>
                <a:lnTo>
                  <a:pt x="5565635" y="3113344"/>
                </a:lnTo>
                <a:lnTo>
                  <a:pt x="5546091" y="3113344"/>
                </a:lnTo>
                <a:lnTo>
                  <a:pt x="5539577" y="3108036"/>
                </a:lnTo>
                <a:lnTo>
                  <a:pt x="5536319" y="3101401"/>
                </a:lnTo>
                <a:lnTo>
                  <a:pt x="5516775" y="3081166"/>
                </a:lnTo>
                <a:lnTo>
                  <a:pt x="5513519" y="3074531"/>
                </a:lnTo>
                <a:lnTo>
                  <a:pt x="5487459" y="3066237"/>
                </a:lnTo>
                <a:lnTo>
                  <a:pt x="5480946" y="3068891"/>
                </a:lnTo>
                <a:lnTo>
                  <a:pt x="5464659" y="3083819"/>
                </a:lnTo>
                <a:lnTo>
                  <a:pt x="5467917" y="3090454"/>
                </a:lnTo>
                <a:lnTo>
                  <a:pt x="5451630" y="3098748"/>
                </a:lnTo>
                <a:lnTo>
                  <a:pt x="5445115" y="3093439"/>
                </a:lnTo>
                <a:lnTo>
                  <a:pt x="5432087" y="3096093"/>
                </a:lnTo>
                <a:lnTo>
                  <a:pt x="5425572" y="3093439"/>
                </a:lnTo>
                <a:lnTo>
                  <a:pt x="5406028" y="3077184"/>
                </a:lnTo>
                <a:lnTo>
                  <a:pt x="5389741" y="3077184"/>
                </a:lnTo>
                <a:lnTo>
                  <a:pt x="5389741" y="3074531"/>
                </a:lnTo>
                <a:lnTo>
                  <a:pt x="5379970" y="3078511"/>
                </a:lnTo>
                <a:lnTo>
                  <a:pt x="5366941" y="3081166"/>
                </a:lnTo>
                <a:lnTo>
                  <a:pt x="5373455" y="3066237"/>
                </a:lnTo>
                <a:lnTo>
                  <a:pt x="5388325" y="3062602"/>
                </a:lnTo>
                <a:lnTo>
                  <a:pt x="5389741" y="3064911"/>
                </a:lnTo>
                <a:lnTo>
                  <a:pt x="5389741" y="3062256"/>
                </a:lnTo>
                <a:lnTo>
                  <a:pt x="5388325" y="3062602"/>
                </a:lnTo>
                <a:lnTo>
                  <a:pt x="5386485" y="3059602"/>
                </a:lnTo>
                <a:lnTo>
                  <a:pt x="5389741" y="3052967"/>
                </a:lnTo>
                <a:lnTo>
                  <a:pt x="5379970" y="3042021"/>
                </a:lnTo>
                <a:lnTo>
                  <a:pt x="5373455" y="3028751"/>
                </a:lnTo>
                <a:lnTo>
                  <a:pt x="5360427" y="3020457"/>
                </a:lnTo>
                <a:lnTo>
                  <a:pt x="5353912" y="3017804"/>
                </a:lnTo>
                <a:lnTo>
                  <a:pt x="5334367" y="3011169"/>
                </a:lnTo>
                <a:lnTo>
                  <a:pt x="5324596" y="3011169"/>
                </a:lnTo>
                <a:lnTo>
                  <a:pt x="5308310" y="3001549"/>
                </a:lnTo>
                <a:lnTo>
                  <a:pt x="5295281" y="2993587"/>
                </a:lnTo>
                <a:lnTo>
                  <a:pt x="5288767" y="3004202"/>
                </a:lnTo>
                <a:lnTo>
                  <a:pt x="5282252" y="3004202"/>
                </a:lnTo>
                <a:lnTo>
                  <a:pt x="5285509" y="2993587"/>
                </a:lnTo>
                <a:lnTo>
                  <a:pt x="5278995" y="2986952"/>
                </a:lnTo>
                <a:lnTo>
                  <a:pt x="5282252" y="2981313"/>
                </a:lnTo>
                <a:lnTo>
                  <a:pt x="5288767" y="2974678"/>
                </a:lnTo>
                <a:lnTo>
                  <a:pt x="5269223" y="2968043"/>
                </a:lnTo>
                <a:lnTo>
                  <a:pt x="5265965" y="2962403"/>
                </a:lnTo>
                <a:lnTo>
                  <a:pt x="5262709" y="2957096"/>
                </a:lnTo>
                <a:lnTo>
                  <a:pt x="5249679" y="2955770"/>
                </a:lnTo>
                <a:lnTo>
                  <a:pt x="5256194" y="2945153"/>
                </a:lnTo>
                <a:lnTo>
                  <a:pt x="5265965" y="2943826"/>
                </a:lnTo>
                <a:close/>
                <a:moveTo>
                  <a:pt x="4239925" y="2932879"/>
                </a:moveTo>
                <a:lnTo>
                  <a:pt x="4243182" y="2935533"/>
                </a:lnTo>
                <a:lnTo>
                  <a:pt x="4239925" y="2935533"/>
                </a:lnTo>
                <a:close/>
                <a:moveTo>
                  <a:pt x="1383624" y="2928898"/>
                </a:moveTo>
                <a:lnTo>
                  <a:pt x="1386229" y="2931553"/>
                </a:lnTo>
                <a:lnTo>
                  <a:pt x="1386229" y="2935533"/>
                </a:lnTo>
                <a:lnTo>
                  <a:pt x="1391441" y="2938187"/>
                </a:lnTo>
                <a:lnTo>
                  <a:pt x="1392744" y="2943826"/>
                </a:lnTo>
                <a:lnTo>
                  <a:pt x="1391441" y="2947808"/>
                </a:lnTo>
                <a:lnTo>
                  <a:pt x="1381018" y="2950461"/>
                </a:lnTo>
                <a:lnTo>
                  <a:pt x="1381018" y="2945153"/>
                </a:lnTo>
                <a:lnTo>
                  <a:pt x="1386229" y="2940841"/>
                </a:lnTo>
                <a:lnTo>
                  <a:pt x="1383624" y="2935533"/>
                </a:lnTo>
                <a:lnTo>
                  <a:pt x="1381018" y="2931553"/>
                </a:lnTo>
                <a:lnTo>
                  <a:pt x="1379715" y="2931553"/>
                </a:lnTo>
                <a:close/>
                <a:moveTo>
                  <a:pt x="3086851" y="2923591"/>
                </a:moveTo>
                <a:lnTo>
                  <a:pt x="3090108" y="2926245"/>
                </a:lnTo>
                <a:lnTo>
                  <a:pt x="3086851" y="2931553"/>
                </a:lnTo>
                <a:lnTo>
                  <a:pt x="3083593" y="2928898"/>
                </a:lnTo>
                <a:close/>
                <a:moveTo>
                  <a:pt x="4256211" y="2916624"/>
                </a:moveTo>
                <a:lnTo>
                  <a:pt x="4259469" y="2919278"/>
                </a:lnTo>
                <a:lnTo>
                  <a:pt x="4256211" y="2920605"/>
                </a:lnTo>
                <a:lnTo>
                  <a:pt x="4252953" y="2919278"/>
                </a:lnTo>
                <a:close/>
                <a:moveTo>
                  <a:pt x="4774118" y="2907336"/>
                </a:moveTo>
                <a:lnTo>
                  <a:pt x="4777375" y="2907336"/>
                </a:lnTo>
                <a:lnTo>
                  <a:pt x="4780631" y="2907336"/>
                </a:lnTo>
                <a:lnTo>
                  <a:pt x="4777375" y="2908663"/>
                </a:lnTo>
                <a:lnTo>
                  <a:pt x="4774118" y="2908663"/>
                </a:lnTo>
                <a:close/>
                <a:moveTo>
                  <a:pt x="5145446" y="2902028"/>
                </a:moveTo>
                <a:lnTo>
                  <a:pt x="5148704" y="2904681"/>
                </a:lnTo>
                <a:lnTo>
                  <a:pt x="5145446" y="2913970"/>
                </a:lnTo>
                <a:lnTo>
                  <a:pt x="5135675" y="2923591"/>
                </a:lnTo>
                <a:lnTo>
                  <a:pt x="5122645" y="2926245"/>
                </a:lnTo>
                <a:lnTo>
                  <a:pt x="5112873" y="2923591"/>
                </a:lnTo>
                <a:lnTo>
                  <a:pt x="5090073" y="2920605"/>
                </a:lnTo>
                <a:lnTo>
                  <a:pt x="5077044" y="2923591"/>
                </a:lnTo>
                <a:lnTo>
                  <a:pt x="5070529" y="2920605"/>
                </a:lnTo>
                <a:lnTo>
                  <a:pt x="5060757" y="2928898"/>
                </a:lnTo>
                <a:lnTo>
                  <a:pt x="5057499" y="2935533"/>
                </a:lnTo>
                <a:lnTo>
                  <a:pt x="5064015" y="2947808"/>
                </a:lnTo>
                <a:lnTo>
                  <a:pt x="5070529" y="2955770"/>
                </a:lnTo>
                <a:lnTo>
                  <a:pt x="5077044" y="2957096"/>
                </a:lnTo>
                <a:lnTo>
                  <a:pt x="5086815" y="2947808"/>
                </a:lnTo>
                <a:lnTo>
                  <a:pt x="5096587" y="2947808"/>
                </a:lnTo>
                <a:lnTo>
                  <a:pt x="5096587" y="2945153"/>
                </a:lnTo>
                <a:lnTo>
                  <a:pt x="5109617" y="2945153"/>
                </a:lnTo>
                <a:lnTo>
                  <a:pt x="5103102" y="2957096"/>
                </a:lnTo>
                <a:lnTo>
                  <a:pt x="5093331" y="2959750"/>
                </a:lnTo>
                <a:lnTo>
                  <a:pt x="5086815" y="2969370"/>
                </a:lnTo>
                <a:lnTo>
                  <a:pt x="5093331" y="2972024"/>
                </a:lnTo>
                <a:lnTo>
                  <a:pt x="5103102" y="2986952"/>
                </a:lnTo>
                <a:lnTo>
                  <a:pt x="5099845" y="2996240"/>
                </a:lnTo>
                <a:lnTo>
                  <a:pt x="5106359" y="2998895"/>
                </a:lnTo>
                <a:lnTo>
                  <a:pt x="5106359" y="3008515"/>
                </a:lnTo>
                <a:lnTo>
                  <a:pt x="5096587" y="3011169"/>
                </a:lnTo>
                <a:lnTo>
                  <a:pt x="5093331" y="3017804"/>
                </a:lnTo>
                <a:lnTo>
                  <a:pt x="5086815" y="3013823"/>
                </a:lnTo>
                <a:lnTo>
                  <a:pt x="5086815" y="3004202"/>
                </a:lnTo>
                <a:lnTo>
                  <a:pt x="5077044" y="2993587"/>
                </a:lnTo>
                <a:lnTo>
                  <a:pt x="5077044" y="2979985"/>
                </a:lnTo>
                <a:lnTo>
                  <a:pt x="5070529" y="2977332"/>
                </a:lnTo>
                <a:lnTo>
                  <a:pt x="5064015" y="2983967"/>
                </a:lnTo>
                <a:lnTo>
                  <a:pt x="5067273" y="2989607"/>
                </a:lnTo>
                <a:lnTo>
                  <a:pt x="5067273" y="3013823"/>
                </a:lnTo>
                <a:lnTo>
                  <a:pt x="5064015" y="3028751"/>
                </a:lnTo>
                <a:lnTo>
                  <a:pt x="5057499" y="3032732"/>
                </a:lnTo>
                <a:lnTo>
                  <a:pt x="5047728" y="3028751"/>
                </a:lnTo>
                <a:lnTo>
                  <a:pt x="5050986" y="3011169"/>
                </a:lnTo>
                <a:lnTo>
                  <a:pt x="5050986" y="3001549"/>
                </a:lnTo>
                <a:lnTo>
                  <a:pt x="5047728" y="2992260"/>
                </a:lnTo>
                <a:lnTo>
                  <a:pt x="5041213" y="2993587"/>
                </a:lnTo>
                <a:lnTo>
                  <a:pt x="5041213" y="2979985"/>
                </a:lnTo>
                <a:lnTo>
                  <a:pt x="5047728" y="2965390"/>
                </a:lnTo>
                <a:lnTo>
                  <a:pt x="5047728" y="2955770"/>
                </a:lnTo>
                <a:lnTo>
                  <a:pt x="5054243" y="2945153"/>
                </a:lnTo>
                <a:lnTo>
                  <a:pt x="5057499" y="2919278"/>
                </a:lnTo>
                <a:lnTo>
                  <a:pt x="5070529" y="2916624"/>
                </a:lnTo>
                <a:lnTo>
                  <a:pt x="5073786" y="2907336"/>
                </a:lnTo>
                <a:lnTo>
                  <a:pt x="5106359" y="2913970"/>
                </a:lnTo>
                <a:lnTo>
                  <a:pt x="5125903" y="2916624"/>
                </a:lnTo>
                <a:lnTo>
                  <a:pt x="5135675" y="2913970"/>
                </a:lnTo>
                <a:close/>
                <a:moveTo>
                  <a:pt x="5191049" y="2899042"/>
                </a:moveTo>
                <a:lnTo>
                  <a:pt x="5200820" y="2904681"/>
                </a:lnTo>
                <a:lnTo>
                  <a:pt x="5191049" y="2913970"/>
                </a:lnTo>
                <a:lnTo>
                  <a:pt x="5200820" y="2908663"/>
                </a:lnTo>
                <a:lnTo>
                  <a:pt x="5200820" y="2919278"/>
                </a:lnTo>
                <a:lnTo>
                  <a:pt x="5210591" y="2926245"/>
                </a:lnTo>
                <a:lnTo>
                  <a:pt x="5191049" y="2920605"/>
                </a:lnTo>
                <a:lnTo>
                  <a:pt x="5187791" y="2908663"/>
                </a:lnTo>
                <a:close/>
                <a:moveTo>
                  <a:pt x="4236667" y="2895061"/>
                </a:moveTo>
                <a:lnTo>
                  <a:pt x="4239925" y="2895061"/>
                </a:lnTo>
                <a:lnTo>
                  <a:pt x="4236667" y="2896388"/>
                </a:lnTo>
                <a:close/>
                <a:moveTo>
                  <a:pt x="4239925" y="2880464"/>
                </a:moveTo>
                <a:lnTo>
                  <a:pt x="4243182" y="2880464"/>
                </a:lnTo>
                <a:lnTo>
                  <a:pt x="4243182" y="2883119"/>
                </a:lnTo>
                <a:lnTo>
                  <a:pt x="4239925" y="2883119"/>
                </a:lnTo>
                <a:close/>
                <a:moveTo>
                  <a:pt x="4249697" y="2865537"/>
                </a:moveTo>
                <a:lnTo>
                  <a:pt x="4252953" y="2865537"/>
                </a:lnTo>
                <a:lnTo>
                  <a:pt x="4252953" y="2868191"/>
                </a:lnTo>
                <a:lnTo>
                  <a:pt x="4249697" y="2868191"/>
                </a:lnTo>
                <a:close/>
                <a:moveTo>
                  <a:pt x="3122681" y="2865537"/>
                </a:moveTo>
                <a:lnTo>
                  <a:pt x="3129195" y="2865537"/>
                </a:lnTo>
                <a:lnTo>
                  <a:pt x="3129195" y="2868191"/>
                </a:lnTo>
                <a:lnTo>
                  <a:pt x="3122681" y="2874826"/>
                </a:lnTo>
                <a:lnTo>
                  <a:pt x="3119424" y="2872171"/>
                </a:lnTo>
                <a:close/>
                <a:moveTo>
                  <a:pt x="4634055" y="2831700"/>
                </a:moveTo>
                <a:lnTo>
                  <a:pt x="4640569" y="2836012"/>
                </a:lnTo>
                <a:lnTo>
                  <a:pt x="4653599" y="2838666"/>
                </a:lnTo>
                <a:lnTo>
                  <a:pt x="4669885" y="2838666"/>
                </a:lnTo>
                <a:lnTo>
                  <a:pt x="4676399" y="2843974"/>
                </a:lnTo>
                <a:lnTo>
                  <a:pt x="4682913" y="2858902"/>
                </a:lnTo>
                <a:lnTo>
                  <a:pt x="4699200" y="2868191"/>
                </a:lnTo>
                <a:lnTo>
                  <a:pt x="4715487" y="2883119"/>
                </a:lnTo>
                <a:lnTo>
                  <a:pt x="4718744" y="2889754"/>
                </a:lnTo>
                <a:lnTo>
                  <a:pt x="4725259" y="2889754"/>
                </a:lnTo>
                <a:lnTo>
                  <a:pt x="4735031" y="2899042"/>
                </a:lnTo>
                <a:lnTo>
                  <a:pt x="4748059" y="2907336"/>
                </a:lnTo>
                <a:lnTo>
                  <a:pt x="4748059" y="2913970"/>
                </a:lnTo>
                <a:lnTo>
                  <a:pt x="4770860" y="2920605"/>
                </a:lnTo>
                <a:lnTo>
                  <a:pt x="4774118" y="2926245"/>
                </a:lnTo>
                <a:lnTo>
                  <a:pt x="4770860" y="2943826"/>
                </a:lnTo>
                <a:lnTo>
                  <a:pt x="4774118" y="2947808"/>
                </a:lnTo>
                <a:lnTo>
                  <a:pt x="4787147" y="2950461"/>
                </a:lnTo>
                <a:lnTo>
                  <a:pt x="4790405" y="2965390"/>
                </a:lnTo>
                <a:lnTo>
                  <a:pt x="4796918" y="2972024"/>
                </a:lnTo>
                <a:lnTo>
                  <a:pt x="4809947" y="2974678"/>
                </a:lnTo>
                <a:lnTo>
                  <a:pt x="4816463" y="2989607"/>
                </a:lnTo>
                <a:lnTo>
                  <a:pt x="4816463" y="2998895"/>
                </a:lnTo>
                <a:lnTo>
                  <a:pt x="4809947" y="3035386"/>
                </a:lnTo>
                <a:lnTo>
                  <a:pt x="4803433" y="3028751"/>
                </a:lnTo>
                <a:lnTo>
                  <a:pt x="4790405" y="3035386"/>
                </a:lnTo>
                <a:lnTo>
                  <a:pt x="4774118" y="3017804"/>
                </a:lnTo>
                <a:lnTo>
                  <a:pt x="4770860" y="3017804"/>
                </a:lnTo>
                <a:lnTo>
                  <a:pt x="4751317" y="3001549"/>
                </a:lnTo>
                <a:lnTo>
                  <a:pt x="4751317" y="2996240"/>
                </a:lnTo>
                <a:lnTo>
                  <a:pt x="4738287" y="2989607"/>
                </a:lnTo>
                <a:lnTo>
                  <a:pt x="4725259" y="2969370"/>
                </a:lnTo>
                <a:lnTo>
                  <a:pt x="4725259" y="2965390"/>
                </a:lnTo>
                <a:lnTo>
                  <a:pt x="4718744" y="2945153"/>
                </a:lnTo>
                <a:lnTo>
                  <a:pt x="4708973" y="2935533"/>
                </a:lnTo>
                <a:lnTo>
                  <a:pt x="4705715" y="2931553"/>
                </a:lnTo>
                <a:lnTo>
                  <a:pt x="4695943" y="2926245"/>
                </a:lnTo>
                <a:lnTo>
                  <a:pt x="4689429" y="2904681"/>
                </a:lnTo>
                <a:lnTo>
                  <a:pt x="4686171" y="2896388"/>
                </a:lnTo>
                <a:lnTo>
                  <a:pt x="4669885" y="2889754"/>
                </a:lnTo>
                <a:lnTo>
                  <a:pt x="4669885" y="2880464"/>
                </a:lnTo>
                <a:lnTo>
                  <a:pt x="4656855" y="2865537"/>
                </a:lnTo>
                <a:lnTo>
                  <a:pt x="4653599" y="2865537"/>
                </a:lnTo>
                <a:lnTo>
                  <a:pt x="4634055" y="2847955"/>
                </a:lnTo>
                <a:lnTo>
                  <a:pt x="4627540" y="2834354"/>
                </a:lnTo>
                <a:close/>
                <a:moveTo>
                  <a:pt x="5011899" y="2814117"/>
                </a:moveTo>
                <a:lnTo>
                  <a:pt x="5018413" y="2817104"/>
                </a:lnTo>
                <a:lnTo>
                  <a:pt x="5021670" y="2826392"/>
                </a:lnTo>
                <a:lnTo>
                  <a:pt x="5034699" y="2829046"/>
                </a:lnTo>
                <a:lnTo>
                  <a:pt x="5044471" y="2841320"/>
                </a:lnTo>
                <a:lnTo>
                  <a:pt x="5028185" y="2846627"/>
                </a:lnTo>
                <a:lnTo>
                  <a:pt x="5034699" y="2853262"/>
                </a:lnTo>
                <a:lnTo>
                  <a:pt x="5018413" y="2858902"/>
                </a:lnTo>
                <a:lnTo>
                  <a:pt x="5021670" y="2868191"/>
                </a:lnTo>
                <a:lnTo>
                  <a:pt x="5011899" y="2868191"/>
                </a:lnTo>
                <a:lnTo>
                  <a:pt x="5018413" y="2883119"/>
                </a:lnTo>
                <a:lnTo>
                  <a:pt x="5024927" y="2889754"/>
                </a:lnTo>
                <a:lnTo>
                  <a:pt x="5021670" y="2899042"/>
                </a:lnTo>
                <a:lnTo>
                  <a:pt x="5034699" y="2907336"/>
                </a:lnTo>
                <a:lnTo>
                  <a:pt x="5041213" y="2916624"/>
                </a:lnTo>
                <a:lnTo>
                  <a:pt x="5028185" y="2916624"/>
                </a:lnTo>
                <a:lnTo>
                  <a:pt x="5021670" y="2919278"/>
                </a:lnTo>
                <a:lnTo>
                  <a:pt x="5015155" y="2928898"/>
                </a:lnTo>
                <a:lnTo>
                  <a:pt x="5015155" y="2940841"/>
                </a:lnTo>
                <a:lnTo>
                  <a:pt x="5008641" y="2953115"/>
                </a:lnTo>
                <a:lnTo>
                  <a:pt x="4998869" y="2957096"/>
                </a:lnTo>
                <a:lnTo>
                  <a:pt x="4998869" y="2977332"/>
                </a:lnTo>
                <a:lnTo>
                  <a:pt x="4989097" y="2992260"/>
                </a:lnTo>
                <a:lnTo>
                  <a:pt x="4985841" y="2996240"/>
                </a:lnTo>
                <a:lnTo>
                  <a:pt x="4966297" y="3004202"/>
                </a:lnTo>
                <a:lnTo>
                  <a:pt x="4963039" y="2993587"/>
                </a:lnTo>
                <a:lnTo>
                  <a:pt x="4950010" y="2992260"/>
                </a:lnTo>
                <a:lnTo>
                  <a:pt x="4940239" y="2983967"/>
                </a:lnTo>
                <a:lnTo>
                  <a:pt x="4930467" y="2992260"/>
                </a:lnTo>
                <a:lnTo>
                  <a:pt x="4917437" y="2992260"/>
                </a:lnTo>
                <a:lnTo>
                  <a:pt x="4917437" y="2983967"/>
                </a:lnTo>
                <a:lnTo>
                  <a:pt x="4891379" y="2983967"/>
                </a:lnTo>
                <a:lnTo>
                  <a:pt x="4888123" y="2972024"/>
                </a:lnTo>
                <a:lnTo>
                  <a:pt x="4888123" y="2955770"/>
                </a:lnTo>
                <a:lnTo>
                  <a:pt x="4875093" y="2945153"/>
                </a:lnTo>
                <a:lnTo>
                  <a:pt x="4868579" y="2935533"/>
                </a:lnTo>
                <a:lnTo>
                  <a:pt x="4865321" y="2916624"/>
                </a:lnTo>
                <a:lnTo>
                  <a:pt x="4868579" y="2904681"/>
                </a:lnTo>
                <a:lnTo>
                  <a:pt x="4881607" y="2895061"/>
                </a:lnTo>
                <a:lnTo>
                  <a:pt x="4884865" y="2902028"/>
                </a:lnTo>
                <a:lnTo>
                  <a:pt x="4904409" y="2904681"/>
                </a:lnTo>
                <a:lnTo>
                  <a:pt x="4907665" y="2887099"/>
                </a:lnTo>
                <a:lnTo>
                  <a:pt x="4914181" y="2880464"/>
                </a:lnTo>
                <a:lnTo>
                  <a:pt x="4936981" y="2874826"/>
                </a:lnTo>
                <a:lnTo>
                  <a:pt x="4953268" y="2855916"/>
                </a:lnTo>
                <a:lnTo>
                  <a:pt x="4956525" y="2850609"/>
                </a:lnTo>
                <a:lnTo>
                  <a:pt x="4959781" y="2850609"/>
                </a:lnTo>
                <a:lnTo>
                  <a:pt x="4963039" y="2850609"/>
                </a:lnTo>
                <a:lnTo>
                  <a:pt x="4963039" y="2847955"/>
                </a:lnTo>
                <a:lnTo>
                  <a:pt x="4966297" y="2846627"/>
                </a:lnTo>
                <a:lnTo>
                  <a:pt x="4972811" y="2843974"/>
                </a:lnTo>
                <a:lnTo>
                  <a:pt x="4976068" y="2843974"/>
                </a:lnTo>
                <a:lnTo>
                  <a:pt x="4982583" y="2838666"/>
                </a:lnTo>
                <a:lnTo>
                  <a:pt x="4992355" y="2822411"/>
                </a:lnTo>
                <a:lnTo>
                  <a:pt x="4998869" y="2817104"/>
                </a:lnTo>
                <a:close/>
                <a:moveTo>
                  <a:pt x="4246440" y="2807483"/>
                </a:moveTo>
                <a:lnTo>
                  <a:pt x="4249697" y="2810137"/>
                </a:lnTo>
                <a:lnTo>
                  <a:pt x="4246440" y="2814117"/>
                </a:lnTo>
                <a:lnTo>
                  <a:pt x="4246440" y="2811464"/>
                </a:lnTo>
                <a:close/>
                <a:moveTo>
                  <a:pt x="5155218" y="2759050"/>
                </a:moveTo>
                <a:lnTo>
                  <a:pt x="5168247" y="2770992"/>
                </a:lnTo>
                <a:lnTo>
                  <a:pt x="5171504" y="2789901"/>
                </a:lnTo>
                <a:lnTo>
                  <a:pt x="5174762" y="2802175"/>
                </a:lnTo>
                <a:lnTo>
                  <a:pt x="5164991" y="2810137"/>
                </a:lnTo>
                <a:lnTo>
                  <a:pt x="5155218" y="2802175"/>
                </a:lnTo>
                <a:lnTo>
                  <a:pt x="5155218" y="2810137"/>
                </a:lnTo>
                <a:lnTo>
                  <a:pt x="5158475" y="2823738"/>
                </a:lnTo>
                <a:lnTo>
                  <a:pt x="5155218" y="2831700"/>
                </a:lnTo>
                <a:lnTo>
                  <a:pt x="5148704" y="2826392"/>
                </a:lnTo>
                <a:lnTo>
                  <a:pt x="5135675" y="2822411"/>
                </a:lnTo>
                <a:lnTo>
                  <a:pt x="5129160" y="2817104"/>
                </a:lnTo>
                <a:lnTo>
                  <a:pt x="5129160" y="2807483"/>
                </a:lnTo>
                <a:lnTo>
                  <a:pt x="5132418" y="2799522"/>
                </a:lnTo>
                <a:lnTo>
                  <a:pt x="5129160" y="2795540"/>
                </a:lnTo>
                <a:lnTo>
                  <a:pt x="5119389" y="2792555"/>
                </a:lnTo>
                <a:lnTo>
                  <a:pt x="5119389" y="2799522"/>
                </a:lnTo>
                <a:lnTo>
                  <a:pt x="5112873" y="2792555"/>
                </a:lnTo>
                <a:lnTo>
                  <a:pt x="5106359" y="2798195"/>
                </a:lnTo>
                <a:lnTo>
                  <a:pt x="5106359" y="2792555"/>
                </a:lnTo>
                <a:lnTo>
                  <a:pt x="5096587" y="2807483"/>
                </a:lnTo>
                <a:lnTo>
                  <a:pt x="5093331" y="2804829"/>
                </a:lnTo>
                <a:lnTo>
                  <a:pt x="5099845" y="2787247"/>
                </a:lnTo>
                <a:lnTo>
                  <a:pt x="5112873" y="2785920"/>
                </a:lnTo>
                <a:lnTo>
                  <a:pt x="5119389" y="2775305"/>
                </a:lnTo>
                <a:lnTo>
                  <a:pt x="5132418" y="2785920"/>
                </a:lnTo>
                <a:lnTo>
                  <a:pt x="5142189" y="2770992"/>
                </a:lnTo>
                <a:lnTo>
                  <a:pt x="5148704" y="2773978"/>
                </a:lnTo>
                <a:lnTo>
                  <a:pt x="5155218" y="2770992"/>
                </a:lnTo>
                <a:close/>
                <a:moveTo>
                  <a:pt x="4370216" y="2759050"/>
                </a:moveTo>
                <a:lnTo>
                  <a:pt x="4379987" y="2765685"/>
                </a:lnTo>
                <a:lnTo>
                  <a:pt x="4386503" y="2780612"/>
                </a:lnTo>
                <a:lnTo>
                  <a:pt x="4396274" y="2799522"/>
                </a:lnTo>
                <a:lnTo>
                  <a:pt x="4393017" y="2811464"/>
                </a:lnTo>
                <a:lnTo>
                  <a:pt x="4386503" y="2822411"/>
                </a:lnTo>
                <a:lnTo>
                  <a:pt x="4373473" y="2826392"/>
                </a:lnTo>
                <a:lnTo>
                  <a:pt x="4366958" y="2823738"/>
                </a:lnTo>
                <a:lnTo>
                  <a:pt x="4360445" y="2810137"/>
                </a:lnTo>
                <a:lnTo>
                  <a:pt x="4360445" y="2785920"/>
                </a:lnTo>
                <a:lnTo>
                  <a:pt x="4366958" y="2763030"/>
                </a:lnTo>
                <a:close/>
                <a:moveTo>
                  <a:pt x="5132418" y="2751088"/>
                </a:moveTo>
                <a:lnTo>
                  <a:pt x="5138931" y="2751088"/>
                </a:lnTo>
                <a:lnTo>
                  <a:pt x="5135675" y="2761703"/>
                </a:lnTo>
                <a:lnTo>
                  <a:pt x="5125903" y="2759050"/>
                </a:lnTo>
                <a:close/>
                <a:moveTo>
                  <a:pt x="5125903" y="2738813"/>
                </a:moveTo>
                <a:lnTo>
                  <a:pt x="5129160" y="2746775"/>
                </a:lnTo>
                <a:lnTo>
                  <a:pt x="5119389" y="2751088"/>
                </a:lnTo>
                <a:close/>
                <a:moveTo>
                  <a:pt x="5050986" y="2738813"/>
                </a:moveTo>
                <a:lnTo>
                  <a:pt x="5054243" y="2744121"/>
                </a:lnTo>
                <a:lnTo>
                  <a:pt x="5044471" y="2751088"/>
                </a:lnTo>
                <a:lnTo>
                  <a:pt x="5041213" y="2751088"/>
                </a:lnTo>
                <a:close/>
                <a:moveTo>
                  <a:pt x="5112873" y="2737486"/>
                </a:moveTo>
                <a:lnTo>
                  <a:pt x="5119389" y="2738813"/>
                </a:lnTo>
                <a:lnTo>
                  <a:pt x="5112873" y="2753742"/>
                </a:lnTo>
                <a:lnTo>
                  <a:pt x="5116131" y="2765685"/>
                </a:lnTo>
                <a:lnTo>
                  <a:pt x="5112873" y="2770992"/>
                </a:lnTo>
                <a:lnTo>
                  <a:pt x="5106359" y="2763030"/>
                </a:lnTo>
                <a:lnTo>
                  <a:pt x="5103102" y="2753742"/>
                </a:lnTo>
                <a:lnTo>
                  <a:pt x="5109617" y="2751088"/>
                </a:lnTo>
                <a:close/>
                <a:moveTo>
                  <a:pt x="1910325" y="2737486"/>
                </a:moveTo>
                <a:lnTo>
                  <a:pt x="1912930" y="2737486"/>
                </a:lnTo>
                <a:lnTo>
                  <a:pt x="1912930" y="2738813"/>
                </a:lnTo>
                <a:lnTo>
                  <a:pt x="1910325" y="2741468"/>
                </a:lnTo>
                <a:lnTo>
                  <a:pt x="1910325" y="2744121"/>
                </a:lnTo>
                <a:lnTo>
                  <a:pt x="1910325" y="2746775"/>
                </a:lnTo>
                <a:lnTo>
                  <a:pt x="1912930" y="2746775"/>
                </a:lnTo>
                <a:lnTo>
                  <a:pt x="1912930" y="2751088"/>
                </a:lnTo>
                <a:lnTo>
                  <a:pt x="1910325" y="2751088"/>
                </a:lnTo>
                <a:lnTo>
                  <a:pt x="1907718" y="2751088"/>
                </a:lnTo>
                <a:lnTo>
                  <a:pt x="1905113" y="2751088"/>
                </a:lnTo>
                <a:lnTo>
                  <a:pt x="1903810" y="2751088"/>
                </a:lnTo>
                <a:lnTo>
                  <a:pt x="1898598" y="2751088"/>
                </a:lnTo>
                <a:lnTo>
                  <a:pt x="1901204" y="2749430"/>
                </a:lnTo>
                <a:lnTo>
                  <a:pt x="1903810" y="2749430"/>
                </a:lnTo>
                <a:lnTo>
                  <a:pt x="1903810" y="2741468"/>
                </a:lnTo>
                <a:lnTo>
                  <a:pt x="1901204" y="2741468"/>
                </a:lnTo>
                <a:lnTo>
                  <a:pt x="1901204" y="2738813"/>
                </a:lnTo>
                <a:lnTo>
                  <a:pt x="1903810" y="2738813"/>
                </a:lnTo>
                <a:lnTo>
                  <a:pt x="1905113" y="2738813"/>
                </a:lnTo>
                <a:lnTo>
                  <a:pt x="1907718" y="2738813"/>
                </a:lnTo>
                <a:lnTo>
                  <a:pt x="1910325" y="2738813"/>
                </a:lnTo>
                <a:close/>
                <a:moveTo>
                  <a:pt x="1836385" y="2734833"/>
                </a:moveTo>
                <a:lnTo>
                  <a:pt x="1838990" y="2737486"/>
                </a:lnTo>
                <a:lnTo>
                  <a:pt x="1836385" y="2737486"/>
                </a:lnTo>
                <a:close/>
                <a:moveTo>
                  <a:pt x="1860163" y="2732179"/>
                </a:moveTo>
                <a:lnTo>
                  <a:pt x="1862768" y="2732179"/>
                </a:lnTo>
                <a:lnTo>
                  <a:pt x="1862768" y="2734833"/>
                </a:lnTo>
                <a:lnTo>
                  <a:pt x="1860163" y="2737486"/>
                </a:lnTo>
                <a:lnTo>
                  <a:pt x="1857556" y="2737486"/>
                </a:lnTo>
                <a:lnTo>
                  <a:pt x="1856254" y="2737486"/>
                </a:lnTo>
                <a:lnTo>
                  <a:pt x="1853322" y="2737486"/>
                </a:lnTo>
                <a:lnTo>
                  <a:pt x="1853322" y="2734833"/>
                </a:lnTo>
                <a:lnTo>
                  <a:pt x="1856254" y="2734833"/>
                </a:lnTo>
                <a:lnTo>
                  <a:pt x="1857556" y="2734833"/>
                </a:lnTo>
                <a:lnTo>
                  <a:pt x="1860163" y="2734833"/>
                </a:lnTo>
                <a:close/>
                <a:moveTo>
                  <a:pt x="1915536" y="2729525"/>
                </a:moveTo>
                <a:lnTo>
                  <a:pt x="1916839" y="2729525"/>
                </a:lnTo>
                <a:lnTo>
                  <a:pt x="1919771" y="2729525"/>
                </a:lnTo>
                <a:lnTo>
                  <a:pt x="1916839" y="2732179"/>
                </a:lnTo>
                <a:lnTo>
                  <a:pt x="1915536" y="2732179"/>
                </a:lnTo>
                <a:close/>
                <a:moveTo>
                  <a:pt x="5145446" y="2726540"/>
                </a:moveTo>
                <a:lnTo>
                  <a:pt x="5148704" y="2738813"/>
                </a:lnTo>
                <a:lnTo>
                  <a:pt x="5148704" y="2744121"/>
                </a:lnTo>
                <a:lnTo>
                  <a:pt x="5142189" y="2741468"/>
                </a:lnTo>
                <a:lnTo>
                  <a:pt x="5135675" y="2732179"/>
                </a:lnTo>
                <a:close/>
                <a:moveTo>
                  <a:pt x="5093331" y="2722558"/>
                </a:moveTo>
                <a:lnTo>
                  <a:pt x="5112873" y="2732179"/>
                </a:lnTo>
                <a:lnTo>
                  <a:pt x="5106359" y="2738813"/>
                </a:lnTo>
                <a:lnTo>
                  <a:pt x="5093331" y="2744121"/>
                </a:lnTo>
                <a:close/>
                <a:moveTo>
                  <a:pt x="1901204" y="2713270"/>
                </a:moveTo>
                <a:lnTo>
                  <a:pt x="1901204" y="2714596"/>
                </a:lnTo>
                <a:lnTo>
                  <a:pt x="1901204" y="2717251"/>
                </a:lnTo>
                <a:lnTo>
                  <a:pt x="1898598" y="2717251"/>
                </a:lnTo>
                <a:lnTo>
                  <a:pt x="1898598" y="2714596"/>
                </a:lnTo>
                <a:close/>
                <a:moveTo>
                  <a:pt x="1784594" y="2713270"/>
                </a:moveTo>
                <a:lnTo>
                  <a:pt x="1785896" y="2713270"/>
                </a:lnTo>
                <a:lnTo>
                  <a:pt x="1785896" y="2714596"/>
                </a:lnTo>
                <a:lnTo>
                  <a:pt x="1785896" y="2717251"/>
                </a:lnTo>
                <a:lnTo>
                  <a:pt x="1784594" y="2714596"/>
                </a:lnTo>
                <a:close/>
                <a:moveTo>
                  <a:pt x="1772868" y="2710616"/>
                </a:moveTo>
                <a:lnTo>
                  <a:pt x="1772868" y="2713270"/>
                </a:lnTo>
                <a:lnTo>
                  <a:pt x="1769937" y="2713270"/>
                </a:lnTo>
                <a:close/>
                <a:moveTo>
                  <a:pt x="5132418" y="2707963"/>
                </a:moveTo>
                <a:lnTo>
                  <a:pt x="5148704" y="2707963"/>
                </a:lnTo>
                <a:lnTo>
                  <a:pt x="5155218" y="2713270"/>
                </a:lnTo>
                <a:lnTo>
                  <a:pt x="5155218" y="2725213"/>
                </a:lnTo>
                <a:lnTo>
                  <a:pt x="5158475" y="2734833"/>
                </a:lnTo>
                <a:lnTo>
                  <a:pt x="5151961" y="2732179"/>
                </a:lnTo>
                <a:lnTo>
                  <a:pt x="5148704" y="2722558"/>
                </a:lnTo>
                <a:lnTo>
                  <a:pt x="5135675" y="2713270"/>
                </a:lnTo>
                <a:close/>
                <a:moveTo>
                  <a:pt x="3901169" y="2704976"/>
                </a:moveTo>
                <a:lnTo>
                  <a:pt x="3907683" y="2704976"/>
                </a:lnTo>
                <a:lnTo>
                  <a:pt x="3914198" y="2704976"/>
                </a:lnTo>
                <a:lnTo>
                  <a:pt x="3917455" y="2707963"/>
                </a:lnTo>
                <a:lnTo>
                  <a:pt x="3914198" y="2710616"/>
                </a:lnTo>
                <a:lnTo>
                  <a:pt x="3907683" y="2713270"/>
                </a:lnTo>
                <a:lnTo>
                  <a:pt x="3901169" y="2707963"/>
                </a:lnTo>
                <a:close/>
                <a:moveTo>
                  <a:pt x="1755604" y="2704976"/>
                </a:moveTo>
                <a:lnTo>
                  <a:pt x="1758210" y="2707963"/>
                </a:lnTo>
                <a:lnTo>
                  <a:pt x="1758210" y="2710616"/>
                </a:lnTo>
                <a:lnTo>
                  <a:pt x="1752998" y="2707963"/>
                </a:lnTo>
                <a:close/>
                <a:moveTo>
                  <a:pt x="1934103" y="2693034"/>
                </a:moveTo>
                <a:lnTo>
                  <a:pt x="1936708" y="2693034"/>
                </a:lnTo>
                <a:lnTo>
                  <a:pt x="1936708" y="2695688"/>
                </a:lnTo>
                <a:lnTo>
                  <a:pt x="1939314" y="2695688"/>
                </a:lnTo>
                <a:lnTo>
                  <a:pt x="1939314" y="2698341"/>
                </a:lnTo>
                <a:lnTo>
                  <a:pt x="1936708" y="2698341"/>
                </a:lnTo>
                <a:lnTo>
                  <a:pt x="1934103" y="2695688"/>
                </a:lnTo>
                <a:close/>
                <a:moveTo>
                  <a:pt x="1907718" y="2690381"/>
                </a:moveTo>
                <a:lnTo>
                  <a:pt x="1910325" y="2693034"/>
                </a:lnTo>
                <a:lnTo>
                  <a:pt x="1910325" y="2695688"/>
                </a:lnTo>
                <a:lnTo>
                  <a:pt x="1907718" y="2695688"/>
                </a:lnTo>
                <a:lnTo>
                  <a:pt x="1907718" y="2693034"/>
                </a:lnTo>
                <a:close/>
                <a:moveTo>
                  <a:pt x="5067273" y="2689053"/>
                </a:moveTo>
                <a:lnTo>
                  <a:pt x="5077044" y="2689053"/>
                </a:lnTo>
                <a:lnTo>
                  <a:pt x="5086815" y="2695688"/>
                </a:lnTo>
                <a:lnTo>
                  <a:pt x="5086815" y="2704976"/>
                </a:lnTo>
                <a:lnTo>
                  <a:pt x="5077044" y="2710616"/>
                </a:lnTo>
                <a:close/>
                <a:moveTo>
                  <a:pt x="1912930" y="2678106"/>
                </a:moveTo>
                <a:lnTo>
                  <a:pt x="1912930" y="2680759"/>
                </a:lnTo>
                <a:lnTo>
                  <a:pt x="1912930" y="2683414"/>
                </a:lnTo>
                <a:lnTo>
                  <a:pt x="1912930" y="2686399"/>
                </a:lnTo>
                <a:lnTo>
                  <a:pt x="1910325" y="2686399"/>
                </a:lnTo>
                <a:lnTo>
                  <a:pt x="1910325" y="2683414"/>
                </a:lnTo>
                <a:lnTo>
                  <a:pt x="1910325" y="2680759"/>
                </a:lnTo>
                <a:close/>
                <a:moveTo>
                  <a:pt x="1907718" y="2664504"/>
                </a:moveTo>
                <a:lnTo>
                  <a:pt x="1910325" y="2664504"/>
                </a:lnTo>
                <a:lnTo>
                  <a:pt x="1910325" y="2666164"/>
                </a:lnTo>
                <a:lnTo>
                  <a:pt x="1912930" y="2666164"/>
                </a:lnTo>
                <a:lnTo>
                  <a:pt x="1912930" y="2668817"/>
                </a:lnTo>
                <a:lnTo>
                  <a:pt x="1915536" y="2671471"/>
                </a:lnTo>
                <a:lnTo>
                  <a:pt x="1915536" y="2674126"/>
                </a:lnTo>
                <a:lnTo>
                  <a:pt x="1912930" y="2671471"/>
                </a:lnTo>
                <a:lnTo>
                  <a:pt x="1910325" y="2671471"/>
                </a:lnTo>
                <a:lnTo>
                  <a:pt x="1907718" y="2668817"/>
                </a:lnTo>
                <a:lnTo>
                  <a:pt x="1907718" y="2666164"/>
                </a:lnTo>
                <a:close/>
                <a:moveTo>
                  <a:pt x="2560150" y="2656543"/>
                </a:moveTo>
                <a:lnTo>
                  <a:pt x="2565362" y="2661851"/>
                </a:lnTo>
                <a:lnTo>
                  <a:pt x="2562756" y="2664504"/>
                </a:lnTo>
                <a:lnTo>
                  <a:pt x="2558848" y="2661851"/>
                </a:lnTo>
                <a:close/>
                <a:moveTo>
                  <a:pt x="1903810" y="2652562"/>
                </a:moveTo>
                <a:lnTo>
                  <a:pt x="1905113" y="2652562"/>
                </a:lnTo>
                <a:lnTo>
                  <a:pt x="1907718" y="2652562"/>
                </a:lnTo>
                <a:lnTo>
                  <a:pt x="1907718" y="2653889"/>
                </a:lnTo>
                <a:lnTo>
                  <a:pt x="1907718" y="2656543"/>
                </a:lnTo>
                <a:lnTo>
                  <a:pt x="1907718" y="2659197"/>
                </a:lnTo>
                <a:lnTo>
                  <a:pt x="1905113" y="2659197"/>
                </a:lnTo>
                <a:lnTo>
                  <a:pt x="1905113" y="2656543"/>
                </a:lnTo>
                <a:lnTo>
                  <a:pt x="1903810" y="2653889"/>
                </a:lnTo>
                <a:close/>
                <a:moveTo>
                  <a:pt x="1905113" y="2644601"/>
                </a:moveTo>
                <a:lnTo>
                  <a:pt x="1907718" y="2644601"/>
                </a:lnTo>
                <a:lnTo>
                  <a:pt x="1907718" y="2647254"/>
                </a:lnTo>
                <a:lnTo>
                  <a:pt x="1905113" y="2647254"/>
                </a:lnTo>
                <a:close/>
                <a:moveTo>
                  <a:pt x="1898598" y="2637634"/>
                </a:moveTo>
                <a:lnTo>
                  <a:pt x="1901204" y="2637634"/>
                </a:lnTo>
                <a:lnTo>
                  <a:pt x="1901204" y="2640287"/>
                </a:lnTo>
                <a:lnTo>
                  <a:pt x="1903810" y="2641615"/>
                </a:lnTo>
                <a:lnTo>
                  <a:pt x="1901204" y="2641615"/>
                </a:lnTo>
                <a:lnTo>
                  <a:pt x="1901204" y="2644601"/>
                </a:lnTo>
                <a:lnTo>
                  <a:pt x="1898598" y="2641615"/>
                </a:lnTo>
                <a:lnTo>
                  <a:pt x="1898598" y="2640287"/>
                </a:lnTo>
                <a:close/>
                <a:moveTo>
                  <a:pt x="1903810" y="2634980"/>
                </a:moveTo>
                <a:lnTo>
                  <a:pt x="1905113" y="2634980"/>
                </a:lnTo>
                <a:lnTo>
                  <a:pt x="1905113" y="2637634"/>
                </a:lnTo>
                <a:lnTo>
                  <a:pt x="1907718" y="2637634"/>
                </a:lnTo>
                <a:lnTo>
                  <a:pt x="1907718" y="2640287"/>
                </a:lnTo>
                <a:lnTo>
                  <a:pt x="1903810" y="2640287"/>
                </a:lnTo>
                <a:lnTo>
                  <a:pt x="1903810" y="2637634"/>
                </a:lnTo>
                <a:close/>
                <a:moveTo>
                  <a:pt x="2532463" y="2623037"/>
                </a:moveTo>
                <a:lnTo>
                  <a:pt x="2536372" y="2623037"/>
                </a:lnTo>
                <a:lnTo>
                  <a:pt x="2536372" y="2625692"/>
                </a:lnTo>
                <a:lnTo>
                  <a:pt x="2532463" y="2628345"/>
                </a:lnTo>
                <a:close/>
                <a:moveTo>
                  <a:pt x="1895667" y="2623037"/>
                </a:moveTo>
                <a:lnTo>
                  <a:pt x="1898598" y="2623037"/>
                </a:lnTo>
                <a:lnTo>
                  <a:pt x="1901204" y="2623037"/>
                </a:lnTo>
                <a:lnTo>
                  <a:pt x="1901204" y="2625692"/>
                </a:lnTo>
                <a:lnTo>
                  <a:pt x="1898598" y="2625692"/>
                </a:lnTo>
                <a:lnTo>
                  <a:pt x="1895667" y="2625692"/>
                </a:lnTo>
                <a:close/>
                <a:moveTo>
                  <a:pt x="1881335" y="2620052"/>
                </a:moveTo>
                <a:lnTo>
                  <a:pt x="1883941" y="2620052"/>
                </a:lnTo>
                <a:lnTo>
                  <a:pt x="1883941" y="2623037"/>
                </a:lnTo>
                <a:close/>
                <a:moveTo>
                  <a:pt x="1880032" y="2617398"/>
                </a:moveTo>
                <a:lnTo>
                  <a:pt x="1881335" y="2617398"/>
                </a:lnTo>
                <a:lnTo>
                  <a:pt x="1881335" y="2620052"/>
                </a:lnTo>
                <a:lnTo>
                  <a:pt x="1880032" y="2620052"/>
                </a:lnTo>
                <a:close/>
                <a:moveTo>
                  <a:pt x="1895667" y="2613417"/>
                </a:moveTo>
                <a:lnTo>
                  <a:pt x="1898598" y="2613417"/>
                </a:lnTo>
                <a:lnTo>
                  <a:pt x="1898598" y="2616072"/>
                </a:lnTo>
                <a:lnTo>
                  <a:pt x="1895667" y="2616072"/>
                </a:lnTo>
                <a:close/>
                <a:moveTo>
                  <a:pt x="1844202" y="2610764"/>
                </a:moveTo>
                <a:lnTo>
                  <a:pt x="1845505" y="2610764"/>
                </a:lnTo>
                <a:lnTo>
                  <a:pt x="1848110" y="2610764"/>
                </a:lnTo>
                <a:lnTo>
                  <a:pt x="1848110" y="2613417"/>
                </a:lnTo>
                <a:lnTo>
                  <a:pt x="1845505" y="2613417"/>
                </a:lnTo>
                <a:lnTo>
                  <a:pt x="1844202" y="2613417"/>
                </a:lnTo>
                <a:close/>
                <a:moveTo>
                  <a:pt x="1877426" y="2604129"/>
                </a:moveTo>
                <a:lnTo>
                  <a:pt x="1880032" y="2604129"/>
                </a:lnTo>
                <a:lnTo>
                  <a:pt x="1880032" y="2605455"/>
                </a:lnTo>
                <a:lnTo>
                  <a:pt x="1877426" y="2605455"/>
                </a:lnTo>
                <a:close/>
                <a:moveTo>
                  <a:pt x="1833453" y="2604129"/>
                </a:moveTo>
                <a:lnTo>
                  <a:pt x="1836385" y="2604129"/>
                </a:lnTo>
                <a:lnTo>
                  <a:pt x="1836385" y="2605455"/>
                </a:lnTo>
                <a:lnTo>
                  <a:pt x="1833453" y="2605455"/>
                </a:lnTo>
                <a:lnTo>
                  <a:pt x="1832150" y="2605455"/>
                </a:lnTo>
                <a:close/>
                <a:moveTo>
                  <a:pt x="1877426" y="2601475"/>
                </a:moveTo>
                <a:lnTo>
                  <a:pt x="1877426" y="2604129"/>
                </a:lnTo>
                <a:lnTo>
                  <a:pt x="1874494" y="2604129"/>
                </a:lnTo>
                <a:close/>
                <a:moveTo>
                  <a:pt x="5080301" y="2595835"/>
                </a:moveTo>
                <a:lnTo>
                  <a:pt x="5093331" y="2601475"/>
                </a:lnTo>
                <a:lnTo>
                  <a:pt x="5099845" y="2617398"/>
                </a:lnTo>
                <a:lnTo>
                  <a:pt x="5106359" y="2623037"/>
                </a:lnTo>
                <a:lnTo>
                  <a:pt x="5099845" y="2632327"/>
                </a:lnTo>
                <a:lnTo>
                  <a:pt x="5083559" y="2656543"/>
                </a:lnTo>
                <a:lnTo>
                  <a:pt x="5090073" y="2678106"/>
                </a:lnTo>
                <a:lnTo>
                  <a:pt x="5096587" y="2680759"/>
                </a:lnTo>
                <a:lnTo>
                  <a:pt x="5103102" y="2674126"/>
                </a:lnTo>
                <a:lnTo>
                  <a:pt x="5109617" y="2676779"/>
                </a:lnTo>
                <a:lnTo>
                  <a:pt x="5112873" y="2686399"/>
                </a:lnTo>
                <a:lnTo>
                  <a:pt x="5119389" y="2680759"/>
                </a:lnTo>
                <a:lnTo>
                  <a:pt x="5125903" y="2695688"/>
                </a:lnTo>
                <a:lnTo>
                  <a:pt x="5132418" y="2698341"/>
                </a:lnTo>
                <a:lnTo>
                  <a:pt x="5129160" y="2707963"/>
                </a:lnTo>
                <a:lnTo>
                  <a:pt x="5119389" y="2698341"/>
                </a:lnTo>
                <a:lnTo>
                  <a:pt x="5116131" y="2690381"/>
                </a:lnTo>
                <a:lnTo>
                  <a:pt x="5106359" y="2680759"/>
                </a:lnTo>
                <a:lnTo>
                  <a:pt x="5096587" y="2686399"/>
                </a:lnTo>
                <a:lnTo>
                  <a:pt x="5090073" y="2680759"/>
                </a:lnTo>
                <a:lnTo>
                  <a:pt x="5083559" y="2689053"/>
                </a:lnTo>
                <a:lnTo>
                  <a:pt x="5070529" y="2680759"/>
                </a:lnTo>
                <a:lnTo>
                  <a:pt x="5070529" y="2676779"/>
                </a:lnTo>
                <a:lnTo>
                  <a:pt x="5077044" y="2671471"/>
                </a:lnTo>
                <a:lnTo>
                  <a:pt x="5060757" y="2666164"/>
                </a:lnTo>
                <a:lnTo>
                  <a:pt x="5057499" y="2647254"/>
                </a:lnTo>
                <a:lnTo>
                  <a:pt x="5067273" y="2640287"/>
                </a:lnTo>
                <a:lnTo>
                  <a:pt x="5067273" y="2632327"/>
                </a:lnTo>
                <a:lnTo>
                  <a:pt x="5067273" y="2625692"/>
                </a:lnTo>
                <a:lnTo>
                  <a:pt x="5067273" y="2613417"/>
                </a:lnTo>
                <a:lnTo>
                  <a:pt x="5070529" y="2598489"/>
                </a:lnTo>
                <a:close/>
                <a:moveTo>
                  <a:pt x="1805766" y="2595835"/>
                </a:moveTo>
                <a:lnTo>
                  <a:pt x="1808372" y="2598489"/>
                </a:lnTo>
                <a:lnTo>
                  <a:pt x="1809674" y="2598489"/>
                </a:lnTo>
                <a:lnTo>
                  <a:pt x="1812281" y="2598489"/>
                </a:lnTo>
                <a:lnTo>
                  <a:pt x="1815212" y="2598489"/>
                </a:lnTo>
                <a:lnTo>
                  <a:pt x="1817818" y="2598489"/>
                </a:lnTo>
                <a:lnTo>
                  <a:pt x="1821727" y="2598489"/>
                </a:lnTo>
                <a:lnTo>
                  <a:pt x="1824332" y="2598489"/>
                </a:lnTo>
                <a:lnTo>
                  <a:pt x="1826939" y="2598489"/>
                </a:lnTo>
                <a:lnTo>
                  <a:pt x="1829544" y="2598489"/>
                </a:lnTo>
                <a:lnTo>
                  <a:pt x="1832150" y="2601475"/>
                </a:lnTo>
                <a:lnTo>
                  <a:pt x="1832150" y="2604129"/>
                </a:lnTo>
                <a:lnTo>
                  <a:pt x="1829544" y="2604129"/>
                </a:lnTo>
                <a:lnTo>
                  <a:pt x="1826939" y="2605455"/>
                </a:lnTo>
                <a:lnTo>
                  <a:pt x="1826939" y="2608110"/>
                </a:lnTo>
                <a:lnTo>
                  <a:pt x="1821727" y="2608110"/>
                </a:lnTo>
                <a:lnTo>
                  <a:pt x="1820424" y="2608110"/>
                </a:lnTo>
                <a:lnTo>
                  <a:pt x="1817818" y="2608110"/>
                </a:lnTo>
                <a:lnTo>
                  <a:pt x="1815212" y="2608110"/>
                </a:lnTo>
                <a:lnTo>
                  <a:pt x="1812281" y="2608110"/>
                </a:lnTo>
                <a:lnTo>
                  <a:pt x="1809674" y="2608110"/>
                </a:lnTo>
                <a:lnTo>
                  <a:pt x="1808372" y="2608110"/>
                </a:lnTo>
                <a:lnTo>
                  <a:pt x="1805766" y="2608110"/>
                </a:lnTo>
                <a:lnTo>
                  <a:pt x="1803161" y="2608110"/>
                </a:lnTo>
                <a:lnTo>
                  <a:pt x="1803161" y="2605455"/>
                </a:lnTo>
                <a:lnTo>
                  <a:pt x="1805766" y="2604129"/>
                </a:lnTo>
                <a:lnTo>
                  <a:pt x="1803161" y="2601475"/>
                </a:lnTo>
                <a:lnTo>
                  <a:pt x="1805766" y="2598489"/>
                </a:lnTo>
                <a:close/>
                <a:moveTo>
                  <a:pt x="1619125" y="2595835"/>
                </a:moveTo>
                <a:lnTo>
                  <a:pt x="1636388" y="2601475"/>
                </a:lnTo>
                <a:lnTo>
                  <a:pt x="1645508" y="2604129"/>
                </a:lnTo>
                <a:lnTo>
                  <a:pt x="1642903" y="2610764"/>
                </a:lnTo>
                <a:lnTo>
                  <a:pt x="1638993" y="2608110"/>
                </a:lnTo>
                <a:lnTo>
                  <a:pt x="1636388" y="2608110"/>
                </a:lnTo>
                <a:lnTo>
                  <a:pt x="1631176" y="2608110"/>
                </a:lnTo>
                <a:lnTo>
                  <a:pt x="1629873" y="2613417"/>
                </a:lnTo>
                <a:lnTo>
                  <a:pt x="1627268" y="2610764"/>
                </a:lnTo>
                <a:lnTo>
                  <a:pt x="1621730" y="2610764"/>
                </a:lnTo>
                <a:lnTo>
                  <a:pt x="1615215" y="2604129"/>
                </a:lnTo>
                <a:lnTo>
                  <a:pt x="1610004" y="2604129"/>
                </a:lnTo>
                <a:lnTo>
                  <a:pt x="1612610" y="2598489"/>
                </a:lnTo>
                <a:close/>
                <a:moveTo>
                  <a:pt x="1558213" y="2581239"/>
                </a:moveTo>
                <a:lnTo>
                  <a:pt x="1562448" y="2581239"/>
                </a:lnTo>
                <a:lnTo>
                  <a:pt x="1559517" y="2583893"/>
                </a:lnTo>
                <a:close/>
                <a:moveTo>
                  <a:pt x="1707722" y="2568965"/>
                </a:moveTo>
                <a:lnTo>
                  <a:pt x="1724986" y="2574273"/>
                </a:lnTo>
                <a:lnTo>
                  <a:pt x="1738341" y="2571618"/>
                </a:lnTo>
                <a:lnTo>
                  <a:pt x="1750067" y="2576927"/>
                </a:lnTo>
                <a:lnTo>
                  <a:pt x="1758210" y="2576927"/>
                </a:lnTo>
                <a:lnTo>
                  <a:pt x="1760815" y="2583893"/>
                </a:lnTo>
                <a:lnTo>
                  <a:pt x="1769937" y="2581239"/>
                </a:lnTo>
                <a:lnTo>
                  <a:pt x="1784594" y="2593182"/>
                </a:lnTo>
                <a:lnTo>
                  <a:pt x="1781988" y="2601475"/>
                </a:lnTo>
                <a:lnTo>
                  <a:pt x="1758210" y="2598489"/>
                </a:lnTo>
                <a:lnTo>
                  <a:pt x="1746158" y="2604129"/>
                </a:lnTo>
                <a:lnTo>
                  <a:pt x="1737037" y="2604129"/>
                </a:lnTo>
                <a:lnTo>
                  <a:pt x="1728894" y="2613417"/>
                </a:lnTo>
                <a:lnTo>
                  <a:pt x="1724986" y="2605455"/>
                </a:lnTo>
                <a:lnTo>
                  <a:pt x="1719774" y="2604129"/>
                </a:lnTo>
                <a:lnTo>
                  <a:pt x="1705116" y="2604129"/>
                </a:lnTo>
                <a:lnTo>
                  <a:pt x="1695996" y="2601475"/>
                </a:lnTo>
                <a:lnTo>
                  <a:pt x="1686550" y="2604129"/>
                </a:lnTo>
                <a:lnTo>
                  <a:pt x="1678732" y="2601475"/>
                </a:lnTo>
                <a:lnTo>
                  <a:pt x="1681339" y="2593182"/>
                </a:lnTo>
                <a:lnTo>
                  <a:pt x="1690785" y="2598489"/>
                </a:lnTo>
                <a:lnTo>
                  <a:pt x="1707722" y="2598489"/>
                </a:lnTo>
                <a:lnTo>
                  <a:pt x="1710654" y="2591855"/>
                </a:lnTo>
                <a:lnTo>
                  <a:pt x="1705116" y="2589200"/>
                </a:lnTo>
                <a:lnTo>
                  <a:pt x="1707722" y="2579912"/>
                </a:lnTo>
                <a:lnTo>
                  <a:pt x="1695996" y="2576927"/>
                </a:lnTo>
                <a:close/>
                <a:moveTo>
                  <a:pt x="4897894" y="2567638"/>
                </a:moveTo>
                <a:lnTo>
                  <a:pt x="4904409" y="2576927"/>
                </a:lnTo>
                <a:lnTo>
                  <a:pt x="4897894" y="2581239"/>
                </a:lnTo>
                <a:lnTo>
                  <a:pt x="4894636" y="2591855"/>
                </a:lnTo>
                <a:lnTo>
                  <a:pt x="4881607" y="2604129"/>
                </a:lnTo>
                <a:lnTo>
                  <a:pt x="4865321" y="2598489"/>
                </a:lnTo>
                <a:lnTo>
                  <a:pt x="4862063" y="2583893"/>
                </a:lnTo>
                <a:lnTo>
                  <a:pt x="4875093" y="2571618"/>
                </a:lnTo>
                <a:close/>
                <a:moveTo>
                  <a:pt x="1701208" y="2544748"/>
                </a:moveTo>
                <a:lnTo>
                  <a:pt x="1702510" y="2544748"/>
                </a:lnTo>
                <a:lnTo>
                  <a:pt x="1702510" y="2547402"/>
                </a:lnTo>
                <a:lnTo>
                  <a:pt x="1701208" y="2550056"/>
                </a:lnTo>
                <a:lnTo>
                  <a:pt x="1698602" y="2552710"/>
                </a:lnTo>
                <a:lnTo>
                  <a:pt x="1695996" y="2552710"/>
                </a:lnTo>
                <a:lnTo>
                  <a:pt x="1693390" y="2552710"/>
                </a:lnTo>
                <a:lnTo>
                  <a:pt x="1690785" y="2552710"/>
                </a:lnTo>
                <a:lnTo>
                  <a:pt x="1690785" y="2550056"/>
                </a:lnTo>
                <a:lnTo>
                  <a:pt x="1690785" y="2547402"/>
                </a:lnTo>
                <a:lnTo>
                  <a:pt x="1693390" y="2547402"/>
                </a:lnTo>
                <a:lnTo>
                  <a:pt x="1695996" y="2547402"/>
                </a:lnTo>
                <a:lnTo>
                  <a:pt x="1698602" y="2547402"/>
                </a:lnTo>
                <a:lnTo>
                  <a:pt x="1701208" y="2547402"/>
                </a:lnTo>
                <a:close/>
                <a:moveTo>
                  <a:pt x="1719774" y="2532473"/>
                </a:moveTo>
                <a:lnTo>
                  <a:pt x="1722380" y="2532473"/>
                </a:lnTo>
                <a:lnTo>
                  <a:pt x="1722380" y="2535128"/>
                </a:lnTo>
                <a:close/>
                <a:moveTo>
                  <a:pt x="1702510" y="2523185"/>
                </a:moveTo>
                <a:lnTo>
                  <a:pt x="1705116" y="2523185"/>
                </a:lnTo>
                <a:lnTo>
                  <a:pt x="1707722" y="2525839"/>
                </a:lnTo>
                <a:lnTo>
                  <a:pt x="1705116" y="2525839"/>
                </a:lnTo>
                <a:close/>
                <a:moveTo>
                  <a:pt x="1701208" y="2523185"/>
                </a:moveTo>
                <a:lnTo>
                  <a:pt x="1702510" y="2523185"/>
                </a:lnTo>
                <a:lnTo>
                  <a:pt x="1702510" y="2525839"/>
                </a:lnTo>
                <a:lnTo>
                  <a:pt x="1701208" y="2525839"/>
                </a:lnTo>
                <a:close/>
                <a:moveTo>
                  <a:pt x="1689482" y="2520531"/>
                </a:moveTo>
                <a:lnTo>
                  <a:pt x="1689482" y="2523185"/>
                </a:lnTo>
                <a:lnTo>
                  <a:pt x="1686550" y="2525839"/>
                </a:lnTo>
                <a:lnTo>
                  <a:pt x="1683944" y="2525839"/>
                </a:lnTo>
                <a:lnTo>
                  <a:pt x="1681339" y="2528493"/>
                </a:lnTo>
                <a:lnTo>
                  <a:pt x="1681339" y="2525839"/>
                </a:lnTo>
                <a:lnTo>
                  <a:pt x="1683944" y="2523185"/>
                </a:lnTo>
                <a:lnTo>
                  <a:pt x="1686550" y="2523185"/>
                </a:lnTo>
                <a:close/>
                <a:moveTo>
                  <a:pt x="1683944" y="2519204"/>
                </a:moveTo>
                <a:lnTo>
                  <a:pt x="1686550" y="2519204"/>
                </a:lnTo>
                <a:lnTo>
                  <a:pt x="1689482" y="2519204"/>
                </a:lnTo>
                <a:lnTo>
                  <a:pt x="1689482" y="2520531"/>
                </a:lnTo>
                <a:lnTo>
                  <a:pt x="1686550" y="2520531"/>
                </a:lnTo>
                <a:close/>
                <a:moveTo>
                  <a:pt x="1678732" y="2516551"/>
                </a:moveTo>
                <a:lnTo>
                  <a:pt x="1681339" y="2516551"/>
                </a:lnTo>
                <a:lnTo>
                  <a:pt x="1683944" y="2519204"/>
                </a:lnTo>
                <a:lnTo>
                  <a:pt x="1681339" y="2519204"/>
                </a:lnTo>
                <a:close/>
                <a:moveTo>
                  <a:pt x="1669612" y="2510911"/>
                </a:moveTo>
                <a:lnTo>
                  <a:pt x="1672218" y="2516551"/>
                </a:lnTo>
                <a:lnTo>
                  <a:pt x="1669612" y="2516551"/>
                </a:lnTo>
                <a:lnTo>
                  <a:pt x="1669612" y="2513565"/>
                </a:lnTo>
                <a:close/>
                <a:moveTo>
                  <a:pt x="1541275" y="2508257"/>
                </a:moveTo>
                <a:lnTo>
                  <a:pt x="1570265" y="2510911"/>
                </a:lnTo>
                <a:lnTo>
                  <a:pt x="1581991" y="2513565"/>
                </a:lnTo>
                <a:lnTo>
                  <a:pt x="1594044" y="2523185"/>
                </a:lnTo>
                <a:lnTo>
                  <a:pt x="1603164" y="2523185"/>
                </a:lnTo>
                <a:lnTo>
                  <a:pt x="1624337" y="2535128"/>
                </a:lnTo>
                <a:lnTo>
                  <a:pt x="1629873" y="2540767"/>
                </a:lnTo>
                <a:lnTo>
                  <a:pt x="1654954" y="2547402"/>
                </a:lnTo>
                <a:lnTo>
                  <a:pt x="1660166" y="2555363"/>
                </a:lnTo>
                <a:lnTo>
                  <a:pt x="1667006" y="2556690"/>
                </a:lnTo>
                <a:lnTo>
                  <a:pt x="1677429" y="2562330"/>
                </a:lnTo>
                <a:lnTo>
                  <a:pt x="1678732" y="2567638"/>
                </a:lnTo>
                <a:lnTo>
                  <a:pt x="1667006" y="2571618"/>
                </a:lnTo>
                <a:lnTo>
                  <a:pt x="1645508" y="2568965"/>
                </a:lnTo>
                <a:lnTo>
                  <a:pt x="1633782" y="2571618"/>
                </a:lnTo>
                <a:lnTo>
                  <a:pt x="1621730" y="2568965"/>
                </a:lnTo>
                <a:lnTo>
                  <a:pt x="1631176" y="2559676"/>
                </a:lnTo>
                <a:lnTo>
                  <a:pt x="1627268" y="2555363"/>
                </a:lnTo>
                <a:lnTo>
                  <a:pt x="1615215" y="2556690"/>
                </a:lnTo>
                <a:lnTo>
                  <a:pt x="1607398" y="2550056"/>
                </a:lnTo>
                <a:lnTo>
                  <a:pt x="1603164" y="2538113"/>
                </a:lnTo>
                <a:lnTo>
                  <a:pt x="1595346" y="2540767"/>
                </a:lnTo>
                <a:lnTo>
                  <a:pt x="1581991" y="2538113"/>
                </a:lnTo>
                <a:lnTo>
                  <a:pt x="1571568" y="2531146"/>
                </a:lnTo>
                <a:lnTo>
                  <a:pt x="1550396" y="2528493"/>
                </a:lnTo>
                <a:lnTo>
                  <a:pt x="1547790" y="2519204"/>
                </a:lnTo>
                <a:lnTo>
                  <a:pt x="1535739" y="2519204"/>
                </a:lnTo>
                <a:lnTo>
                  <a:pt x="1522709" y="2528493"/>
                </a:lnTo>
                <a:lnTo>
                  <a:pt x="1511960" y="2528493"/>
                </a:lnTo>
                <a:lnTo>
                  <a:pt x="1502840" y="2535128"/>
                </a:lnTo>
                <a:lnTo>
                  <a:pt x="1505446" y="2525839"/>
                </a:lnTo>
                <a:lnTo>
                  <a:pt x="1510657" y="2519204"/>
                </a:lnTo>
                <a:lnTo>
                  <a:pt x="1524012" y="2510911"/>
                </a:lnTo>
                <a:close/>
                <a:moveTo>
                  <a:pt x="1662772" y="2498968"/>
                </a:moveTo>
                <a:lnTo>
                  <a:pt x="1667006" y="2506930"/>
                </a:lnTo>
                <a:lnTo>
                  <a:pt x="1665378" y="2506930"/>
                </a:lnTo>
                <a:lnTo>
                  <a:pt x="1665378" y="2504276"/>
                </a:lnTo>
                <a:lnTo>
                  <a:pt x="1662772" y="2504276"/>
                </a:lnTo>
                <a:close/>
                <a:moveTo>
                  <a:pt x="1651046" y="2498968"/>
                </a:moveTo>
                <a:lnTo>
                  <a:pt x="1653651" y="2498968"/>
                </a:lnTo>
                <a:lnTo>
                  <a:pt x="1654954" y="2501623"/>
                </a:lnTo>
                <a:lnTo>
                  <a:pt x="1653651" y="2504276"/>
                </a:lnTo>
                <a:lnTo>
                  <a:pt x="1653651" y="2501623"/>
                </a:lnTo>
                <a:lnTo>
                  <a:pt x="1651046" y="2501623"/>
                </a:lnTo>
                <a:close/>
                <a:moveTo>
                  <a:pt x="1677429" y="2489348"/>
                </a:moveTo>
                <a:lnTo>
                  <a:pt x="1678732" y="2492002"/>
                </a:lnTo>
                <a:lnTo>
                  <a:pt x="1677429" y="2492002"/>
                </a:lnTo>
                <a:close/>
                <a:moveTo>
                  <a:pt x="1619125" y="2489348"/>
                </a:moveTo>
                <a:lnTo>
                  <a:pt x="1619125" y="2492002"/>
                </a:lnTo>
                <a:lnTo>
                  <a:pt x="1621730" y="2492002"/>
                </a:lnTo>
                <a:lnTo>
                  <a:pt x="1621730" y="2489348"/>
                </a:lnTo>
                <a:lnTo>
                  <a:pt x="1624337" y="2489348"/>
                </a:lnTo>
                <a:lnTo>
                  <a:pt x="1624337" y="2492002"/>
                </a:lnTo>
                <a:lnTo>
                  <a:pt x="1624337" y="2494988"/>
                </a:lnTo>
                <a:lnTo>
                  <a:pt x="1624337" y="2496314"/>
                </a:lnTo>
                <a:lnTo>
                  <a:pt x="1621730" y="2498968"/>
                </a:lnTo>
                <a:lnTo>
                  <a:pt x="1619125" y="2498968"/>
                </a:lnTo>
                <a:lnTo>
                  <a:pt x="1619125" y="2496314"/>
                </a:lnTo>
                <a:lnTo>
                  <a:pt x="1619125" y="2494988"/>
                </a:lnTo>
                <a:lnTo>
                  <a:pt x="1617822" y="2492002"/>
                </a:lnTo>
                <a:close/>
                <a:moveTo>
                  <a:pt x="1660166" y="2486694"/>
                </a:moveTo>
                <a:lnTo>
                  <a:pt x="1662772" y="2489348"/>
                </a:lnTo>
                <a:lnTo>
                  <a:pt x="1660166" y="2489348"/>
                </a:lnTo>
                <a:close/>
                <a:moveTo>
                  <a:pt x="1621730" y="2486694"/>
                </a:moveTo>
                <a:lnTo>
                  <a:pt x="1621730" y="2489348"/>
                </a:lnTo>
                <a:lnTo>
                  <a:pt x="1619125" y="2489348"/>
                </a:lnTo>
                <a:close/>
                <a:moveTo>
                  <a:pt x="1657561" y="2482713"/>
                </a:moveTo>
                <a:lnTo>
                  <a:pt x="1660166" y="2484041"/>
                </a:lnTo>
                <a:lnTo>
                  <a:pt x="1660166" y="2486694"/>
                </a:lnTo>
                <a:lnTo>
                  <a:pt x="1657561" y="2484041"/>
                </a:lnTo>
                <a:close/>
                <a:moveTo>
                  <a:pt x="1654954" y="2480059"/>
                </a:moveTo>
                <a:lnTo>
                  <a:pt x="1657561" y="2480059"/>
                </a:lnTo>
                <a:lnTo>
                  <a:pt x="1657561" y="2482713"/>
                </a:lnTo>
                <a:lnTo>
                  <a:pt x="1654954" y="2482713"/>
                </a:lnTo>
                <a:close/>
                <a:moveTo>
                  <a:pt x="1610004" y="2480059"/>
                </a:moveTo>
                <a:lnTo>
                  <a:pt x="1610004" y="2482713"/>
                </a:lnTo>
                <a:lnTo>
                  <a:pt x="1607398" y="2482713"/>
                </a:lnTo>
                <a:close/>
                <a:moveTo>
                  <a:pt x="1645508" y="2477406"/>
                </a:moveTo>
                <a:lnTo>
                  <a:pt x="1648440" y="2477406"/>
                </a:lnTo>
                <a:lnTo>
                  <a:pt x="1648440" y="2480059"/>
                </a:lnTo>
                <a:lnTo>
                  <a:pt x="1645508" y="2480059"/>
                </a:lnTo>
                <a:close/>
                <a:moveTo>
                  <a:pt x="1624337" y="2471766"/>
                </a:moveTo>
                <a:lnTo>
                  <a:pt x="1627268" y="2471766"/>
                </a:lnTo>
                <a:lnTo>
                  <a:pt x="1624337" y="2474752"/>
                </a:lnTo>
                <a:close/>
                <a:moveTo>
                  <a:pt x="1612610" y="2470439"/>
                </a:moveTo>
                <a:lnTo>
                  <a:pt x="1615215" y="2470439"/>
                </a:lnTo>
                <a:lnTo>
                  <a:pt x="1617822" y="2470439"/>
                </a:lnTo>
                <a:lnTo>
                  <a:pt x="1617822" y="2474752"/>
                </a:lnTo>
                <a:lnTo>
                  <a:pt x="1617822" y="2477406"/>
                </a:lnTo>
                <a:lnTo>
                  <a:pt x="1619125" y="2477406"/>
                </a:lnTo>
                <a:lnTo>
                  <a:pt x="1619125" y="2480059"/>
                </a:lnTo>
                <a:lnTo>
                  <a:pt x="1619125" y="2482713"/>
                </a:lnTo>
                <a:lnTo>
                  <a:pt x="1621730" y="2484041"/>
                </a:lnTo>
                <a:lnTo>
                  <a:pt x="1619125" y="2484041"/>
                </a:lnTo>
                <a:lnTo>
                  <a:pt x="1617822" y="2484041"/>
                </a:lnTo>
                <a:lnTo>
                  <a:pt x="1615215" y="2486694"/>
                </a:lnTo>
                <a:lnTo>
                  <a:pt x="1615215" y="2484041"/>
                </a:lnTo>
                <a:lnTo>
                  <a:pt x="1612610" y="2484041"/>
                </a:lnTo>
                <a:lnTo>
                  <a:pt x="1610004" y="2482713"/>
                </a:lnTo>
                <a:lnTo>
                  <a:pt x="1612610" y="2482713"/>
                </a:lnTo>
                <a:lnTo>
                  <a:pt x="1612610" y="2480059"/>
                </a:lnTo>
                <a:lnTo>
                  <a:pt x="1610004" y="2480059"/>
                </a:lnTo>
                <a:lnTo>
                  <a:pt x="1610004" y="2477406"/>
                </a:lnTo>
                <a:lnTo>
                  <a:pt x="1612610" y="2477406"/>
                </a:lnTo>
                <a:lnTo>
                  <a:pt x="1612610" y="2474752"/>
                </a:lnTo>
                <a:lnTo>
                  <a:pt x="1612610" y="2471766"/>
                </a:lnTo>
                <a:close/>
                <a:moveTo>
                  <a:pt x="5086815" y="2467786"/>
                </a:moveTo>
                <a:lnTo>
                  <a:pt x="5093331" y="2477406"/>
                </a:lnTo>
                <a:lnTo>
                  <a:pt x="5086815" y="2506930"/>
                </a:lnTo>
                <a:lnTo>
                  <a:pt x="5077044" y="2525839"/>
                </a:lnTo>
                <a:lnTo>
                  <a:pt x="5067273" y="2520531"/>
                </a:lnTo>
                <a:lnTo>
                  <a:pt x="5060757" y="2508257"/>
                </a:lnTo>
                <a:lnTo>
                  <a:pt x="5060757" y="2501623"/>
                </a:lnTo>
                <a:lnTo>
                  <a:pt x="5077044" y="2471766"/>
                </a:lnTo>
                <a:close/>
                <a:moveTo>
                  <a:pt x="1645508" y="2467786"/>
                </a:moveTo>
                <a:lnTo>
                  <a:pt x="1648440" y="2470439"/>
                </a:lnTo>
                <a:lnTo>
                  <a:pt x="1645508" y="2470439"/>
                </a:lnTo>
                <a:close/>
                <a:moveTo>
                  <a:pt x="1641600" y="2465131"/>
                </a:moveTo>
                <a:lnTo>
                  <a:pt x="1642903" y="2467786"/>
                </a:lnTo>
                <a:lnTo>
                  <a:pt x="1641600" y="2467786"/>
                </a:lnTo>
                <a:close/>
                <a:moveTo>
                  <a:pt x="1627268" y="2453189"/>
                </a:moveTo>
                <a:lnTo>
                  <a:pt x="1629873" y="2453189"/>
                </a:lnTo>
                <a:lnTo>
                  <a:pt x="1629873" y="2455842"/>
                </a:lnTo>
                <a:close/>
                <a:moveTo>
                  <a:pt x="3849053" y="2450204"/>
                </a:moveTo>
                <a:lnTo>
                  <a:pt x="3852310" y="2450204"/>
                </a:lnTo>
                <a:lnTo>
                  <a:pt x="3855567" y="2455842"/>
                </a:lnTo>
                <a:lnTo>
                  <a:pt x="3849053" y="2455842"/>
                </a:lnTo>
                <a:close/>
                <a:moveTo>
                  <a:pt x="1631176" y="2443569"/>
                </a:moveTo>
                <a:lnTo>
                  <a:pt x="1633782" y="2446222"/>
                </a:lnTo>
                <a:lnTo>
                  <a:pt x="1631176" y="2447549"/>
                </a:lnTo>
                <a:lnTo>
                  <a:pt x="1629873" y="2450204"/>
                </a:lnTo>
                <a:lnTo>
                  <a:pt x="1629873" y="2446222"/>
                </a:lnTo>
                <a:close/>
                <a:moveTo>
                  <a:pt x="1597952" y="2440914"/>
                </a:moveTo>
                <a:lnTo>
                  <a:pt x="1600558" y="2440914"/>
                </a:lnTo>
                <a:lnTo>
                  <a:pt x="1603164" y="2443569"/>
                </a:lnTo>
                <a:lnTo>
                  <a:pt x="1600558" y="2443569"/>
                </a:lnTo>
                <a:close/>
                <a:moveTo>
                  <a:pt x="1617822" y="2438261"/>
                </a:moveTo>
                <a:lnTo>
                  <a:pt x="1617822" y="2440914"/>
                </a:lnTo>
                <a:lnTo>
                  <a:pt x="1615215" y="2440914"/>
                </a:lnTo>
                <a:close/>
                <a:moveTo>
                  <a:pt x="1607398" y="2438261"/>
                </a:moveTo>
                <a:lnTo>
                  <a:pt x="1610004" y="2440914"/>
                </a:lnTo>
                <a:lnTo>
                  <a:pt x="1606095" y="2443569"/>
                </a:lnTo>
                <a:lnTo>
                  <a:pt x="1603164" y="2443569"/>
                </a:lnTo>
                <a:lnTo>
                  <a:pt x="1606095" y="2440914"/>
                </a:lnTo>
                <a:close/>
                <a:moveTo>
                  <a:pt x="1624337" y="2435607"/>
                </a:moveTo>
                <a:lnTo>
                  <a:pt x="1627268" y="2438261"/>
                </a:lnTo>
                <a:lnTo>
                  <a:pt x="1629873" y="2440914"/>
                </a:lnTo>
                <a:lnTo>
                  <a:pt x="1631176" y="2443569"/>
                </a:lnTo>
                <a:lnTo>
                  <a:pt x="1629873" y="2443569"/>
                </a:lnTo>
                <a:lnTo>
                  <a:pt x="1627268" y="2440914"/>
                </a:lnTo>
                <a:lnTo>
                  <a:pt x="1624337" y="2438261"/>
                </a:lnTo>
                <a:close/>
                <a:moveTo>
                  <a:pt x="2655589" y="2419352"/>
                </a:moveTo>
                <a:lnTo>
                  <a:pt x="2658194" y="2419352"/>
                </a:lnTo>
                <a:lnTo>
                  <a:pt x="2660800" y="2419352"/>
                </a:lnTo>
                <a:lnTo>
                  <a:pt x="2660800" y="2422005"/>
                </a:lnTo>
                <a:close/>
                <a:moveTo>
                  <a:pt x="2699236" y="2411390"/>
                </a:moveTo>
                <a:lnTo>
                  <a:pt x="2703144" y="2411390"/>
                </a:lnTo>
                <a:lnTo>
                  <a:pt x="2705750" y="2414044"/>
                </a:lnTo>
                <a:lnTo>
                  <a:pt x="2705750" y="2416698"/>
                </a:lnTo>
                <a:lnTo>
                  <a:pt x="2703144" y="2419352"/>
                </a:lnTo>
                <a:lnTo>
                  <a:pt x="2701841" y="2419352"/>
                </a:lnTo>
                <a:lnTo>
                  <a:pt x="2699236" y="2416698"/>
                </a:lnTo>
                <a:lnTo>
                  <a:pt x="2696630" y="2416698"/>
                </a:lnTo>
                <a:lnTo>
                  <a:pt x="2699236" y="2414044"/>
                </a:lnTo>
                <a:close/>
                <a:moveTo>
                  <a:pt x="2672526" y="2410063"/>
                </a:moveTo>
                <a:lnTo>
                  <a:pt x="2675458" y="2411390"/>
                </a:lnTo>
                <a:lnTo>
                  <a:pt x="2675458" y="2414044"/>
                </a:lnTo>
                <a:lnTo>
                  <a:pt x="2672526" y="2414044"/>
                </a:lnTo>
                <a:lnTo>
                  <a:pt x="2669920" y="2411390"/>
                </a:lnTo>
                <a:lnTo>
                  <a:pt x="2672526" y="2411390"/>
                </a:lnTo>
                <a:close/>
                <a:moveTo>
                  <a:pt x="2689790" y="2401770"/>
                </a:moveTo>
                <a:lnTo>
                  <a:pt x="2691092" y="2401770"/>
                </a:lnTo>
                <a:lnTo>
                  <a:pt x="2691092" y="2404424"/>
                </a:lnTo>
                <a:lnTo>
                  <a:pt x="2689790" y="2404424"/>
                </a:lnTo>
                <a:lnTo>
                  <a:pt x="2689790" y="2407077"/>
                </a:lnTo>
                <a:lnTo>
                  <a:pt x="2687183" y="2411390"/>
                </a:lnTo>
                <a:lnTo>
                  <a:pt x="2684578" y="2414044"/>
                </a:lnTo>
                <a:lnTo>
                  <a:pt x="2681972" y="2414044"/>
                </a:lnTo>
                <a:lnTo>
                  <a:pt x="2679367" y="2410063"/>
                </a:lnTo>
                <a:lnTo>
                  <a:pt x="2679367" y="2407077"/>
                </a:lnTo>
                <a:lnTo>
                  <a:pt x="2681972" y="2407077"/>
                </a:lnTo>
                <a:lnTo>
                  <a:pt x="2687183" y="2407077"/>
                </a:lnTo>
                <a:lnTo>
                  <a:pt x="2687183" y="2404424"/>
                </a:lnTo>
                <a:close/>
                <a:moveTo>
                  <a:pt x="2729529" y="2399115"/>
                </a:moveTo>
                <a:lnTo>
                  <a:pt x="2732134" y="2399115"/>
                </a:lnTo>
                <a:lnTo>
                  <a:pt x="2732134" y="2401770"/>
                </a:lnTo>
                <a:lnTo>
                  <a:pt x="2732134" y="2407077"/>
                </a:lnTo>
                <a:lnTo>
                  <a:pt x="2729529" y="2410063"/>
                </a:lnTo>
                <a:lnTo>
                  <a:pt x="2725619" y="2411390"/>
                </a:lnTo>
                <a:lnTo>
                  <a:pt x="2723014" y="2414044"/>
                </a:lnTo>
                <a:lnTo>
                  <a:pt x="2723014" y="2411390"/>
                </a:lnTo>
                <a:lnTo>
                  <a:pt x="2725619" y="2410063"/>
                </a:lnTo>
                <a:lnTo>
                  <a:pt x="2725619" y="2407077"/>
                </a:lnTo>
                <a:lnTo>
                  <a:pt x="2726922" y="2404424"/>
                </a:lnTo>
                <a:lnTo>
                  <a:pt x="2726922" y="2401770"/>
                </a:lnTo>
                <a:close/>
                <a:moveTo>
                  <a:pt x="2660800" y="2397789"/>
                </a:moveTo>
                <a:lnTo>
                  <a:pt x="2663406" y="2397789"/>
                </a:lnTo>
                <a:lnTo>
                  <a:pt x="2666012" y="2399115"/>
                </a:lnTo>
                <a:lnTo>
                  <a:pt x="2663406" y="2401770"/>
                </a:lnTo>
                <a:lnTo>
                  <a:pt x="2663406" y="2404424"/>
                </a:lnTo>
                <a:lnTo>
                  <a:pt x="2660800" y="2399115"/>
                </a:lnTo>
                <a:close/>
                <a:moveTo>
                  <a:pt x="2738974" y="2389827"/>
                </a:moveTo>
                <a:lnTo>
                  <a:pt x="2738974" y="2395135"/>
                </a:lnTo>
                <a:lnTo>
                  <a:pt x="2737346" y="2395135"/>
                </a:lnTo>
                <a:lnTo>
                  <a:pt x="2734740" y="2397789"/>
                </a:lnTo>
                <a:lnTo>
                  <a:pt x="2732134" y="2397789"/>
                </a:lnTo>
                <a:lnTo>
                  <a:pt x="2732134" y="2395135"/>
                </a:lnTo>
                <a:lnTo>
                  <a:pt x="2734740" y="2392482"/>
                </a:lnTo>
                <a:lnTo>
                  <a:pt x="2737346" y="2392482"/>
                </a:lnTo>
                <a:close/>
                <a:moveTo>
                  <a:pt x="1017181" y="2389827"/>
                </a:moveTo>
                <a:lnTo>
                  <a:pt x="1022066" y="2392482"/>
                </a:lnTo>
                <a:lnTo>
                  <a:pt x="1019461" y="2399115"/>
                </a:lnTo>
                <a:lnTo>
                  <a:pt x="1014901" y="2397789"/>
                </a:lnTo>
                <a:close/>
                <a:moveTo>
                  <a:pt x="1845505" y="2325138"/>
                </a:moveTo>
                <a:lnTo>
                  <a:pt x="1848110" y="2325138"/>
                </a:lnTo>
                <a:lnTo>
                  <a:pt x="1845505" y="2327793"/>
                </a:lnTo>
                <a:close/>
                <a:moveTo>
                  <a:pt x="2672526" y="2315518"/>
                </a:moveTo>
                <a:lnTo>
                  <a:pt x="2675458" y="2315518"/>
                </a:lnTo>
                <a:lnTo>
                  <a:pt x="2679367" y="2315518"/>
                </a:lnTo>
                <a:lnTo>
                  <a:pt x="2681972" y="2316845"/>
                </a:lnTo>
                <a:lnTo>
                  <a:pt x="2679367" y="2319499"/>
                </a:lnTo>
                <a:lnTo>
                  <a:pt x="2678063" y="2319499"/>
                </a:lnTo>
                <a:lnTo>
                  <a:pt x="2675458" y="2316845"/>
                </a:lnTo>
                <a:lnTo>
                  <a:pt x="2672526" y="2316845"/>
                </a:lnTo>
                <a:close/>
                <a:moveTo>
                  <a:pt x="5246422" y="2291301"/>
                </a:moveTo>
                <a:lnTo>
                  <a:pt x="5252936" y="2297936"/>
                </a:lnTo>
                <a:lnTo>
                  <a:pt x="5262709" y="2300591"/>
                </a:lnTo>
                <a:lnTo>
                  <a:pt x="5269223" y="2312864"/>
                </a:lnTo>
                <a:lnTo>
                  <a:pt x="5262709" y="2322153"/>
                </a:lnTo>
                <a:lnTo>
                  <a:pt x="5256194" y="2346701"/>
                </a:lnTo>
                <a:lnTo>
                  <a:pt x="5249679" y="2352010"/>
                </a:lnTo>
                <a:lnTo>
                  <a:pt x="5246422" y="2341062"/>
                </a:lnTo>
                <a:lnTo>
                  <a:pt x="5236649" y="2331773"/>
                </a:lnTo>
                <a:lnTo>
                  <a:pt x="5243165" y="2325138"/>
                </a:lnTo>
                <a:lnTo>
                  <a:pt x="5243165" y="2315518"/>
                </a:lnTo>
                <a:lnTo>
                  <a:pt x="5226878" y="2319499"/>
                </a:lnTo>
                <a:lnTo>
                  <a:pt x="5226878" y="2307556"/>
                </a:lnTo>
                <a:close/>
                <a:moveTo>
                  <a:pt x="5305053" y="2280686"/>
                </a:moveTo>
                <a:lnTo>
                  <a:pt x="5318081" y="2292629"/>
                </a:lnTo>
                <a:lnTo>
                  <a:pt x="5288767" y="2304903"/>
                </a:lnTo>
                <a:lnTo>
                  <a:pt x="5278995" y="2316845"/>
                </a:lnTo>
                <a:lnTo>
                  <a:pt x="5278995" y="2304903"/>
                </a:lnTo>
                <a:lnTo>
                  <a:pt x="5282252" y="2288648"/>
                </a:lnTo>
                <a:lnTo>
                  <a:pt x="5295281" y="2291301"/>
                </a:lnTo>
                <a:close/>
                <a:moveTo>
                  <a:pt x="3562412" y="2259124"/>
                </a:moveTo>
                <a:lnTo>
                  <a:pt x="3555897" y="2273719"/>
                </a:lnTo>
                <a:lnTo>
                  <a:pt x="3552641" y="2276374"/>
                </a:lnTo>
                <a:lnTo>
                  <a:pt x="3542869" y="2276374"/>
                </a:lnTo>
                <a:lnTo>
                  <a:pt x="3533097" y="2268412"/>
                </a:lnTo>
                <a:lnTo>
                  <a:pt x="3546126" y="2261777"/>
                </a:lnTo>
                <a:close/>
                <a:moveTo>
                  <a:pt x="3383262" y="2256137"/>
                </a:moveTo>
                <a:lnTo>
                  <a:pt x="3393034" y="2256137"/>
                </a:lnTo>
                <a:lnTo>
                  <a:pt x="3393034" y="2261777"/>
                </a:lnTo>
                <a:lnTo>
                  <a:pt x="3419093" y="2261777"/>
                </a:lnTo>
                <a:lnTo>
                  <a:pt x="3419093" y="2267084"/>
                </a:lnTo>
                <a:lnTo>
                  <a:pt x="3402807" y="2268412"/>
                </a:lnTo>
                <a:lnTo>
                  <a:pt x="3396292" y="2264431"/>
                </a:lnTo>
                <a:lnTo>
                  <a:pt x="3383262" y="2264431"/>
                </a:lnTo>
                <a:close/>
                <a:moveTo>
                  <a:pt x="2535069" y="2225286"/>
                </a:moveTo>
                <a:lnTo>
                  <a:pt x="2536372" y="2225286"/>
                </a:lnTo>
                <a:lnTo>
                  <a:pt x="2536372" y="2227940"/>
                </a:lnTo>
                <a:close/>
                <a:moveTo>
                  <a:pt x="2523017" y="2206377"/>
                </a:moveTo>
                <a:lnTo>
                  <a:pt x="2524320" y="2206377"/>
                </a:lnTo>
                <a:lnTo>
                  <a:pt x="2529857" y="2206377"/>
                </a:lnTo>
                <a:lnTo>
                  <a:pt x="2532463" y="2206377"/>
                </a:lnTo>
                <a:lnTo>
                  <a:pt x="2535069" y="2206377"/>
                </a:lnTo>
                <a:lnTo>
                  <a:pt x="2535069" y="2207704"/>
                </a:lnTo>
                <a:lnTo>
                  <a:pt x="2529857" y="2207704"/>
                </a:lnTo>
                <a:lnTo>
                  <a:pt x="2524320" y="2207704"/>
                </a:lnTo>
                <a:close/>
                <a:moveTo>
                  <a:pt x="3243200" y="2195762"/>
                </a:moveTo>
                <a:lnTo>
                  <a:pt x="3236685" y="2218652"/>
                </a:lnTo>
                <a:lnTo>
                  <a:pt x="3239943" y="2225286"/>
                </a:lnTo>
                <a:lnTo>
                  <a:pt x="3236685" y="2231921"/>
                </a:lnTo>
                <a:lnTo>
                  <a:pt x="3223657" y="2227940"/>
                </a:lnTo>
                <a:lnTo>
                  <a:pt x="3187826" y="2207704"/>
                </a:lnTo>
                <a:lnTo>
                  <a:pt x="3194341" y="2198415"/>
                </a:lnTo>
                <a:lnTo>
                  <a:pt x="3200855" y="2198415"/>
                </a:lnTo>
                <a:lnTo>
                  <a:pt x="3210627" y="2203723"/>
                </a:lnTo>
                <a:lnTo>
                  <a:pt x="3236685" y="2201070"/>
                </a:lnTo>
                <a:close/>
                <a:moveTo>
                  <a:pt x="2476764" y="2191449"/>
                </a:moveTo>
                <a:lnTo>
                  <a:pt x="2479370" y="2191449"/>
                </a:lnTo>
                <a:lnTo>
                  <a:pt x="2481975" y="2191449"/>
                </a:lnTo>
                <a:lnTo>
                  <a:pt x="2484581" y="2194435"/>
                </a:lnTo>
                <a:lnTo>
                  <a:pt x="2481975" y="2194435"/>
                </a:lnTo>
                <a:lnTo>
                  <a:pt x="2479370" y="2194435"/>
                </a:lnTo>
                <a:lnTo>
                  <a:pt x="2476764" y="2194435"/>
                </a:lnTo>
                <a:close/>
                <a:moveTo>
                  <a:pt x="2470250" y="2188795"/>
                </a:moveTo>
                <a:lnTo>
                  <a:pt x="2472855" y="2188795"/>
                </a:lnTo>
                <a:lnTo>
                  <a:pt x="2475461" y="2188795"/>
                </a:lnTo>
                <a:lnTo>
                  <a:pt x="2475461" y="2191449"/>
                </a:lnTo>
                <a:lnTo>
                  <a:pt x="2472855" y="2191449"/>
                </a:lnTo>
                <a:close/>
                <a:moveTo>
                  <a:pt x="2996951" y="2186142"/>
                </a:moveTo>
                <a:lnTo>
                  <a:pt x="2999556" y="2186142"/>
                </a:lnTo>
                <a:lnTo>
                  <a:pt x="2996951" y="2188795"/>
                </a:lnTo>
                <a:close/>
                <a:moveTo>
                  <a:pt x="2479370" y="2186142"/>
                </a:moveTo>
                <a:lnTo>
                  <a:pt x="2488816" y="2191449"/>
                </a:lnTo>
                <a:lnTo>
                  <a:pt x="2481975" y="2188795"/>
                </a:lnTo>
                <a:close/>
                <a:moveTo>
                  <a:pt x="2499239" y="2183487"/>
                </a:moveTo>
                <a:lnTo>
                  <a:pt x="2500542" y="2186142"/>
                </a:lnTo>
                <a:lnTo>
                  <a:pt x="2503148" y="2186142"/>
                </a:lnTo>
                <a:lnTo>
                  <a:pt x="2500542" y="2188795"/>
                </a:lnTo>
                <a:lnTo>
                  <a:pt x="2496633" y="2186142"/>
                </a:lnTo>
                <a:close/>
                <a:moveTo>
                  <a:pt x="2999556" y="2176853"/>
                </a:moveTo>
                <a:lnTo>
                  <a:pt x="3000859" y="2179507"/>
                </a:lnTo>
                <a:lnTo>
                  <a:pt x="2996951" y="2183487"/>
                </a:lnTo>
                <a:lnTo>
                  <a:pt x="2994344" y="2182160"/>
                </a:lnTo>
                <a:lnTo>
                  <a:pt x="2994344" y="2179507"/>
                </a:lnTo>
                <a:lnTo>
                  <a:pt x="2996951" y="2179507"/>
                </a:lnTo>
                <a:close/>
                <a:moveTo>
                  <a:pt x="2429208" y="2167232"/>
                </a:moveTo>
                <a:lnTo>
                  <a:pt x="2431814" y="2169886"/>
                </a:lnTo>
                <a:lnTo>
                  <a:pt x="2431814" y="2171213"/>
                </a:lnTo>
                <a:lnTo>
                  <a:pt x="2429208" y="2171213"/>
                </a:lnTo>
                <a:lnTo>
                  <a:pt x="2429208" y="2169886"/>
                </a:lnTo>
                <a:close/>
                <a:moveTo>
                  <a:pt x="3020729" y="2159270"/>
                </a:moveTo>
                <a:lnTo>
                  <a:pt x="3024637" y="2159270"/>
                </a:lnTo>
                <a:lnTo>
                  <a:pt x="3027243" y="2161925"/>
                </a:lnTo>
                <a:lnTo>
                  <a:pt x="3029849" y="2161925"/>
                </a:lnTo>
                <a:lnTo>
                  <a:pt x="3032780" y="2161925"/>
                </a:lnTo>
                <a:lnTo>
                  <a:pt x="3032780" y="2164578"/>
                </a:lnTo>
                <a:lnTo>
                  <a:pt x="3032780" y="2167232"/>
                </a:lnTo>
                <a:lnTo>
                  <a:pt x="3029849" y="2167232"/>
                </a:lnTo>
                <a:lnTo>
                  <a:pt x="3029849" y="2171213"/>
                </a:lnTo>
                <a:lnTo>
                  <a:pt x="3024637" y="2174198"/>
                </a:lnTo>
                <a:lnTo>
                  <a:pt x="3024637" y="2171213"/>
                </a:lnTo>
                <a:lnTo>
                  <a:pt x="3020729" y="2171213"/>
                </a:lnTo>
                <a:lnTo>
                  <a:pt x="3020729" y="2167232"/>
                </a:lnTo>
                <a:lnTo>
                  <a:pt x="3018122" y="2167232"/>
                </a:lnTo>
                <a:lnTo>
                  <a:pt x="3012911" y="2167232"/>
                </a:lnTo>
                <a:close/>
                <a:moveTo>
                  <a:pt x="3039295" y="2155290"/>
                </a:moveTo>
                <a:lnTo>
                  <a:pt x="3044506" y="2155290"/>
                </a:lnTo>
                <a:lnTo>
                  <a:pt x="3047112" y="2157943"/>
                </a:lnTo>
                <a:lnTo>
                  <a:pt x="3047112" y="2159270"/>
                </a:lnTo>
                <a:lnTo>
                  <a:pt x="3047112" y="2161925"/>
                </a:lnTo>
                <a:lnTo>
                  <a:pt x="3041900" y="2159270"/>
                </a:lnTo>
                <a:lnTo>
                  <a:pt x="3039295" y="2159270"/>
                </a:lnTo>
                <a:lnTo>
                  <a:pt x="3039295" y="2157943"/>
                </a:lnTo>
                <a:close/>
                <a:moveTo>
                  <a:pt x="5419057" y="2131073"/>
                </a:moveTo>
                <a:lnTo>
                  <a:pt x="5432087" y="2140361"/>
                </a:lnTo>
                <a:lnTo>
                  <a:pt x="5438601" y="2149650"/>
                </a:lnTo>
                <a:lnTo>
                  <a:pt x="5441859" y="2167232"/>
                </a:lnTo>
                <a:lnTo>
                  <a:pt x="5435343" y="2179507"/>
                </a:lnTo>
                <a:lnTo>
                  <a:pt x="5432087" y="2194435"/>
                </a:lnTo>
                <a:lnTo>
                  <a:pt x="5425572" y="2195762"/>
                </a:lnTo>
                <a:lnTo>
                  <a:pt x="5425572" y="2225286"/>
                </a:lnTo>
                <a:lnTo>
                  <a:pt x="5419057" y="2234575"/>
                </a:lnTo>
                <a:lnTo>
                  <a:pt x="5419057" y="2244195"/>
                </a:lnTo>
                <a:lnTo>
                  <a:pt x="5422314" y="2252157"/>
                </a:lnTo>
                <a:lnTo>
                  <a:pt x="5415801" y="2264431"/>
                </a:lnTo>
                <a:lnTo>
                  <a:pt x="5402771" y="2268412"/>
                </a:lnTo>
                <a:lnTo>
                  <a:pt x="5399514" y="2261777"/>
                </a:lnTo>
                <a:lnTo>
                  <a:pt x="5392999" y="2267084"/>
                </a:lnTo>
                <a:lnTo>
                  <a:pt x="5383228" y="2267084"/>
                </a:lnTo>
                <a:lnTo>
                  <a:pt x="5376713" y="2279027"/>
                </a:lnTo>
                <a:lnTo>
                  <a:pt x="5360427" y="2276374"/>
                </a:lnTo>
                <a:lnTo>
                  <a:pt x="5344141" y="2288648"/>
                </a:lnTo>
                <a:lnTo>
                  <a:pt x="5334367" y="2303576"/>
                </a:lnTo>
                <a:lnTo>
                  <a:pt x="5321339" y="2292629"/>
                </a:lnTo>
                <a:lnTo>
                  <a:pt x="5321339" y="2285994"/>
                </a:lnTo>
                <a:lnTo>
                  <a:pt x="5327854" y="2279027"/>
                </a:lnTo>
                <a:lnTo>
                  <a:pt x="5314825" y="2273719"/>
                </a:lnTo>
                <a:lnTo>
                  <a:pt x="5301795" y="2280686"/>
                </a:lnTo>
                <a:lnTo>
                  <a:pt x="5288767" y="2283339"/>
                </a:lnTo>
                <a:lnTo>
                  <a:pt x="5272480" y="2285994"/>
                </a:lnTo>
                <a:lnTo>
                  <a:pt x="5256194" y="2291301"/>
                </a:lnTo>
                <a:lnTo>
                  <a:pt x="5249679" y="2283339"/>
                </a:lnTo>
                <a:lnTo>
                  <a:pt x="5262709" y="2276374"/>
                </a:lnTo>
                <a:lnTo>
                  <a:pt x="5282252" y="2259124"/>
                </a:lnTo>
                <a:lnTo>
                  <a:pt x="5292023" y="2259124"/>
                </a:lnTo>
                <a:lnTo>
                  <a:pt x="5318081" y="2254811"/>
                </a:lnTo>
                <a:lnTo>
                  <a:pt x="5327854" y="2259124"/>
                </a:lnTo>
                <a:lnTo>
                  <a:pt x="5350654" y="2231921"/>
                </a:lnTo>
                <a:lnTo>
                  <a:pt x="5379970" y="2219979"/>
                </a:lnTo>
                <a:lnTo>
                  <a:pt x="5389741" y="2207704"/>
                </a:lnTo>
                <a:lnTo>
                  <a:pt x="5396257" y="2198415"/>
                </a:lnTo>
                <a:lnTo>
                  <a:pt x="5409286" y="2167232"/>
                </a:lnTo>
                <a:lnTo>
                  <a:pt x="5402771" y="2143016"/>
                </a:lnTo>
                <a:close/>
                <a:moveTo>
                  <a:pt x="3132452" y="2128088"/>
                </a:moveTo>
                <a:lnTo>
                  <a:pt x="3138967" y="2131073"/>
                </a:lnTo>
                <a:lnTo>
                  <a:pt x="3142224" y="2145670"/>
                </a:lnTo>
                <a:lnTo>
                  <a:pt x="3142224" y="2157943"/>
                </a:lnTo>
                <a:lnTo>
                  <a:pt x="3138967" y="2176853"/>
                </a:lnTo>
                <a:lnTo>
                  <a:pt x="3122681" y="2182160"/>
                </a:lnTo>
                <a:lnTo>
                  <a:pt x="3116166" y="2174198"/>
                </a:lnTo>
                <a:lnTo>
                  <a:pt x="3119424" y="2149650"/>
                </a:lnTo>
                <a:lnTo>
                  <a:pt x="3112909" y="2140361"/>
                </a:lnTo>
                <a:lnTo>
                  <a:pt x="3125937" y="2135054"/>
                </a:lnTo>
                <a:close/>
                <a:moveTo>
                  <a:pt x="3353947" y="2101216"/>
                </a:moveTo>
                <a:lnTo>
                  <a:pt x="3347433" y="2103871"/>
                </a:lnTo>
                <a:lnTo>
                  <a:pt x="3334403" y="2109510"/>
                </a:lnTo>
                <a:close/>
                <a:moveTo>
                  <a:pt x="3132452" y="2091928"/>
                </a:moveTo>
                <a:lnTo>
                  <a:pt x="3135710" y="2094582"/>
                </a:lnTo>
                <a:lnTo>
                  <a:pt x="3138967" y="2106524"/>
                </a:lnTo>
                <a:lnTo>
                  <a:pt x="3132452" y="2125433"/>
                </a:lnTo>
                <a:lnTo>
                  <a:pt x="3125937" y="2121453"/>
                </a:lnTo>
                <a:lnTo>
                  <a:pt x="3122681" y="2110838"/>
                </a:lnTo>
                <a:lnTo>
                  <a:pt x="3122681" y="2101216"/>
                </a:lnTo>
                <a:close/>
                <a:moveTo>
                  <a:pt x="5441859" y="2024586"/>
                </a:moveTo>
                <a:lnTo>
                  <a:pt x="5461401" y="2048802"/>
                </a:lnTo>
                <a:lnTo>
                  <a:pt x="5474431" y="2060744"/>
                </a:lnTo>
                <a:lnTo>
                  <a:pt x="5484203" y="2062072"/>
                </a:lnTo>
                <a:lnTo>
                  <a:pt x="5490717" y="2062072"/>
                </a:lnTo>
                <a:lnTo>
                  <a:pt x="5500489" y="2079654"/>
                </a:lnTo>
                <a:lnTo>
                  <a:pt x="5493975" y="2086289"/>
                </a:lnTo>
                <a:lnTo>
                  <a:pt x="5474431" y="2089274"/>
                </a:lnTo>
                <a:lnTo>
                  <a:pt x="5467917" y="2103871"/>
                </a:lnTo>
                <a:lnTo>
                  <a:pt x="5464659" y="2110838"/>
                </a:lnTo>
                <a:lnTo>
                  <a:pt x="5438601" y="2097236"/>
                </a:lnTo>
                <a:lnTo>
                  <a:pt x="5432087" y="2097236"/>
                </a:lnTo>
                <a:lnTo>
                  <a:pt x="5425572" y="2103871"/>
                </a:lnTo>
                <a:lnTo>
                  <a:pt x="5415801" y="2097236"/>
                </a:lnTo>
                <a:lnTo>
                  <a:pt x="5412543" y="2103871"/>
                </a:lnTo>
                <a:lnTo>
                  <a:pt x="5425572" y="2110838"/>
                </a:lnTo>
                <a:lnTo>
                  <a:pt x="5406028" y="2121453"/>
                </a:lnTo>
                <a:lnTo>
                  <a:pt x="5409286" y="2110838"/>
                </a:lnTo>
                <a:lnTo>
                  <a:pt x="5402771" y="2103871"/>
                </a:lnTo>
                <a:lnTo>
                  <a:pt x="5402771" y="2094582"/>
                </a:lnTo>
                <a:lnTo>
                  <a:pt x="5422314" y="2082308"/>
                </a:lnTo>
                <a:lnTo>
                  <a:pt x="5428829" y="2082308"/>
                </a:lnTo>
                <a:lnTo>
                  <a:pt x="5432087" y="2070366"/>
                </a:lnTo>
                <a:lnTo>
                  <a:pt x="5435343" y="2060744"/>
                </a:lnTo>
                <a:lnTo>
                  <a:pt x="5438601" y="2043163"/>
                </a:lnTo>
                <a:lnTo>
                  <a:pt x="5435343" y="2031221"/>
                </a:lnTo>
                <a:close/>
                <a:moveTo>
                  <a:pt x="1919771" y="2001696"/>
                </a:moveTo>
                <a:lnTo>
                  <a:pt x="1919771" y="2021600"/>
                </a:lnTo>
                <a:lnTo>
                  <a:pt x="1905113" y="2021600"/>
                </a:lnTo>
                <a:lnTo>
                  <a:pt x="1903810" y="2012312"/>
                </a:lnTo>
                <a:close/>
                <a:moveTo>
                  <a:pt x="1991105" y="1989422"/>
                </a:moveTo>
                <a:lnTo>
                  <a:pt x="1993711" y="1989422"/>
                </a:lnTo>
                <a:lnTo>
                  <a:pt x="1993711" y="1992075"/>
                </a:lnTo>
                <a:lnTo>
                  <a:pt x="1991105" y="1992075"/>
                </a:lnTo>
                <a:close/>
                <a:moveTo>
                  <a:pt x="3865339" y="1982787"/>
                </a:moveTo>
                <a:lnTo>
                  <a:pt x="3829509" y="2001696"/>
                </a:lnTo>
                <a:lnTo>
                  <a:pt x="3809965" y="2018947"/>
                </a:lnTo>
                <a:lnTo>
                  <a:pt x="3800193" y="2018947"/>
                </a:lnTo>
                <a:lnTo>
                  <a:pt x="3796936" y="2031221"/>
                </a:lnTo>
                <a:lnTo>
                  <a:pt x="3787164" y="2046149"/>
                </a:lnTo>
                <a:lnTo>
                  <a:pt x="3800193" y="2070366"/>
                </a:lnTo>
                <a:lnTo>
                  <a:pt x="3800193" y="2086289"/>
                </a:lnTo>
                <a:lnTo>
                  <a:pt x="3819737" y="2113491"/>
                </a:lnTo>
                <a:lnTo>
                  <a:pt x="3839280" y="2149650"/>
                </a:lnTo>
                <a:lnTo>
                  <a:pt x="3836023" y="2152636"/>
                </a:lnTo>
                <a:lnTo>
                  <a:pt x="3822994" y="2186142"/>
                </a:lnTo>
                <a:lnTo>
                  <a:pt x="3822994" y="2194435"/>
                </a:lnTo>
                <a:lnTo>
                  <a:pt x="3822994" y="2206377"/>
                </a:lnTo>
                <a:lnTo>
                  <a:pt x="3832767" y="2213012"/>
                </a:lnTo>
                <a:lnTo>
                  <a:pt x="3842538" y="2215997"/>
                </a:lnTo>
                <a:lnTo>
                  <a:pt x="3852310" y="2225286"/>
                </a:lnTo>
                <a:lnTo>
                  <a:pt x="3862081" y="2230594"/>
                </a:lnTo>
                <a:lnTo>
                  <a:pt x="3875111" y="2234575"/>
                </a:lnTo>
                <a:lnTo>
                  <a:pt x="3904425" y="2227940"/>
                </a:lnTo>
                <a:lnTo>
                  <a:pt x="3910940" y="2230594"/>
                </a:lnTo>
                <a:lnTo>
                  <a:pt x="3910940" y="2218652"/>
                </a:lnTo>
                <a:lnTo>
                  <a:pt x="3907683" y="2191449"/>
                </a:lnTo>
                <a:lnTo>
                  <a:pt x="3910940" y="2182160"/>
                </a:lnTo>
                <a:lnTo>
                  <a:pt x="3907683" y="2176853"/>
                </a:lnTo>
                <a:lnTo>
                  <a:pt x="3897912" y="2157943"/>
                </a:lnTo>
                <a:lnTo>
                  <a:pt x="3891397" y="2149650"/>
                </a:lnTo>
                <a:lnTo>
                  <a:pt x="3897912" y="2140361"/>
                </a:lnTo>
                <a:lnTo>
                  <a:pt x="3907683" y="2143016"/>
                </a:lnTo>
                <a:lnTo>
                  <a:pt x="3923970" y="2137708"/>
                </a:lnTo>
                <a:lnTo>
                  <a:pt x="3927227" y="2131073"/>
                </a:lnTo>
                <a:lnTo>
                  <a:pt x="3914198" y="2122780"/>
                </a:lnTo>
                <a:lnTo>
                  <a:pt x="3910940" y="2109510"/>
                </a:lnTo>
                <a:lnTo>
                  <a:pt x="3897912" y="2109510"/>
                </a:lnTo>
                <a:lnTo>
                  <a:pt x="3891397" y="2118798"/>
                </a:lnTo>
                <a:lnTo>
                  <a:pt x="3884883" y="2116145"/>
                </a:lnTo>
                <a:lnTo>
                  <a:pt x="3884883" y="2109510"/>
                </a:lnTo>
                <a:lnTo>
                  <a:pt x="3891397" y="2094582"/>
                </a:lnTo>
                <a:lnTo>
                  <a:pt x="3871853" y="2089274"/>
                </a:lnTo>
                <a:lnTo>
                  <a:pt x="3865339" y="2074346"/>
                </a:lnTo>
                <a:lnTo>
                  <a:pt x="3855567" y="2058091"/>
                </a:lnTo>
                <a:lnTo>
                  <a:pt x="3845795" y="2052784"/>
                </a:lnTo>
                <a:lnTo>
                  <a:pt x="3845795" y="2046149"/>
                </a:lnTo>
                <a:lnTo>
                  <a:pt x="3855567" y="2046149"/>
                </a:lnTo>
                <a:lnTo>
                  <a:pt x="3858825" y="2037855"/>
                </a:lnTo>
                <a:lnTo>
                  <a:pt x="3865339" y="2028567"/>
                </a:lnTo>
                <a:lnTo>
                  <a:pt x="3884883" y="2025912"/>
                </a:lnTo>
                <a:lnTo>
                  <a:pt x="3897912" y="2012312"/>
                </a:lnTo>
                <a:lnTo>
                  <a:pt x="3894654" y="1989422"/>
                </a:lnTo>
                <a:lnTo>
                  <a:pt x="3884883" y="1985441"/>
                </a:lnTo>
                <a:lnTo>
                  <a:pt x="3878368" y="1989422"/>
                </a:lnTo>
                <a:close/>
                <a:moveTo>
                  <a:pt x="1991105" y="1982787"/>
                </a:moveTo>
                <a:lnTo>
                  <a:pt x="1993711" y="1982787"/>
                </a:lnTo>
                <a:lnTo>
                  <a:pt x="1993711" y="1985441"/>
                </a:lnTo>
                <a:lnTo>
                  <a:pt x="1993711" y="1988095"/>
                </a:lnTo>
                <a:lnTo>
                  <a:pt x="1991105" y="1985441"/>
                </a:lnTo>
                <a:close/>
                <a:moveTo>
                  <a:pt x="2928221" y="1919426"/>
                </a:moveTo>
                <a:lnTo>
                  <a:pt x="2929524" y="1922079"/>
                </a:lnTo>
                <a:lnTo>
                  <a:pt x="2928221" y="1922079"/>
                </a:lnTo>
                <a:close/>
                <a:moveTo>
                  <a:pt x="1867980" y="1909805"/>
                </a:moveTo>
                <a:lnTo>
                  <a:pt x="1895667" y="1924733"/>
                </a:lnTo>
                <a:lnTo>
                  <a:pt x="1891758" y="1931368"/>
                </a:lnTo>
                <a:lnTo>
                  <a:pt x="1867980" y="1922079"/>
                </a:lnTo>
                <a:close/>
                <a:moveTo>
                  <a:pt x="745524" y="1880281"/>
                </a:moveTo>
                <a:lnTo>
                  <a:pt x="790800" y="1897863"/>
                </a:lnTo>
                <a:lnTo>
                  <a:pt x="802852" y="1919426"/>
                </a:lnTo>
                <a:lnTo>
                  <a:pt x="817184" y="1927388"/>
                </a:lnTo>
                <a:lnTo>
                  <a:pt x="824350" y="1951603"/>
                </a:lnTo>
                <a:lnTo>
                  <a:pt x="790800" y="1934022"/>
                </a:lnTo>
                <a:lnTo>
                  <a:pt x="771909" y="1922079"/>
                </a:lnTo>
                <a:lnTo>
                  <a:pt x="743244" y="1892223"/>
                </a:lnTo>
                <a:close/>
                <a:moveTo>
                  <a:pt x="1996316" y="1864026"/>
                </a:moveTo>
                <a:lnTo>
                  <a:pt x="2003156" y="1876299"/>
                </a:lnTo>
                <a:lnTo>
                  <a:pt x="1996316" y="1903170"/>
                </a:lnTo>
                <a:lnTo>
                  <a:pt x="2003156" y="1919426"/>
                </a:lnTo>
                <a:lnTo>
                  <a:pt x="2022701" y="1919426"/>
                </a:lnTo>
                <a:lnTo>
                  <a:pt x="2041267" y="1924733"/>
                </a:lnTo>
                <a:lnTo>
                  <a:pt x="2036055" y="1940988"/>
                </a:lnTo>
                <a:lnTo>
                  <a:pt x="2036055" y="1965205"/>
                </a:lnTo>
                <a:lnTo>
                  <a:pt x="2055925" y="1977148"/>
                </a:lnTo>
                <a:lnTo>
                  <a:pt x="2048107" y="1994730"/>
                </a:lnTo>
                <a:lnTo>
                  <a:pt x="2017489" y="1975820"/>
                </a:lnTo>
                <a:lnTo>
                  <a:pt x="2012277" y="1988095"/>
                </a:lnTo>
                <a:lnTo>
                  <a:pt x="2000225" y="1967859"/>
                </a:lnTo>
                <a:lnTo>
                  <a:pt x="1963418" y="1967859"/>
                </a:lnTo>
                <a:lnTo>
                  <a:pt x="1943549" y="1970513"/>
                </a:lnTo>
                <a:lnTo>
                  <a:pt x="1943549" y="1963878"/>
                </a:lnTo>
                <a:lnTo>
                  <a:pt x="1951366" y="1943642"/>
                </a:lnTo>
                <a:lnTo>
                  <a:pt x="1975144" y="1888242"/>
                </a:lnTo>
                <a:lnTo>
                  <a:pt x="1984590" y="1870661"/>
                </a:lnTo>
                <a:close/>
                <a:moveTo>
                  <a:pt x="5976050" y="1819573"/>
                </a:moveTo>
                <a:lnTo>
                  <a:pt x="5982565" y="1819573"/>
                </a:lnTo>
                <a:lnTo>
                  <a:pt x="5982565" y="1827534"/>
                </a:lnTo>
                <a:close/>
                <a:moveTo>
                  <a:pt x="5458145" y="1795356"/>
                </a:moveTo>
                <a:lnTo>
                  <a:pt x="5464659" y="1815592"/>
                </a:lnTo>
                <a:lnTo>
                  <a:pt x="5461401" y="1852083"/>
                </a:lnTo>
                <a:lnTo>
                  <a:pt x="5467917" y="1864026"/>
                </a:lnTo>
                <a:lnTo>
                  <a:pt x="5474431" y="1897863"/>
                </a:lnTo>
                <a:lnTo>
                  <a:pt x="5480946" y="1919426"/>
                </a:lnTo>
                <a:lnTo>
                  <a:pt x="5467917" y="1922079"/>
                </a:lnTo>
                <a:lnTo>
                  <a:pt x="5461401" y="1928714"/>
                </a:lnTo>
                <a:lnTo>
                  <a:pt x="5451630" y="1965205"/>
                </a:lnTo>
                <a:lnTo>
                  <a:pt x="5461401" y="1979802"/>
                </a:lnTo>
                <a:lnTo>
                  <a:pt x="5461401" y="1992075"/>
                </a:lnTo>
                <a:lnTo>
                  <a:pt x="5438601" y="1997384"/>
                </a:lnTo>
                <a:lnTo>
                  <a:pt x="5441859" y="1985441"/>
                </a:lnTo>
                <a:lnTo>
                  <a:pt x="5441859" y="1970513"/>
                </a:lnTo>
                <a:lnTo>
                  <a:pt x="5445115" y="1961224"/>
                </a:lnTo>
                <a:lnTo>
                  <a:pt x="5438601" y="1939661"/>
                </a:lnTo>
                <a:lnTo>
                  <a:pt x="5445115" y="1919426"/>
                </a:lnTo>
                <a:lnTo>
                  <a:pt x="5441859" y="1890896"/>
                </a:lnTo>
                <a:lnTo>
                  <a:pt x="5448373" y="1873646"/>
                </a:lnTo>
                <a:lnTo>
                  <a:pt x="5435343" y="1852083"/>
                </a:lnTo>
                <a:lnTo>
                  <a:pt x="5438601" y="1819573"/>
                </a:lnTo>
                <a:lnTo>
                  <a:pt x="5438601" y="1810284"/>
                </a:lnTo>
                <a:close/>
                <a:moveTo>
                  <a:pt x="66677" y="1791375"/>
                </a:moveTo>
                <a:lnTo>
                  <a:pt x="80976" y="1800664"/>
                </a:lnTo>
                <a:lnTo>
                  <a:pt x="64298" y="1805972"/>
                </a:lnTo>
                <a:close/>
                <a:moveTo>
                  <a:pt x="662138" y="1785735"/>
                </a:moveTo>
                <a:lnTo>
                  <a:pt x="683636" y="1791375"/>
                </a:lnTo>
                <a:lnTo>
                  <a:pt x="678750" y="1810284"/>
                </a:lnTo>
                <a:lnTo>
                  <a:pt x="669304" y="1815592"/>
                </a:lnTo>
                <a:lnTo>
                  <a:pt x="659858" y="1803318"/>
                </a:lnTo>
                <a:close/>
                <a:moveTo>
                  <a:pt x="2893695" y="1779101"/>
                </a:moveTo>
                <a:lnTo>
                  <a:pt x="2896300" y="1783082"/>
                </a:lnTo>
                <a:lnTo>
                  <a:pt x="2889785" y="1788722"/>
                </a:lnTo>
                <a:close/>
                <a:moveTo>
                  <a:pt x="128597" y="1758865"/>
                </a:moveTo>
                <a:lnTo>
                  <a:pt x="130877" y="1769813"/>
                </a:lnTo>
                <a:lnTo>
                  <a:pt x="116708" y="1771140"/>
                </a:lnTo>
                <a:lnTo>
                  <a:pt x="111952" y="1761520"/>
                </a:lnTo>
                <a:close/>
                <a:moveTo>
                  <a:pt x="2846139" y="1749577"/>
                </a:moveTo>
                <a:lnTo>
                  <a:pt x="2846139" y="1757538"/>
                </a:lnTo>
                <a:lnTo>
                  <a:pt x="2857865" y="1752230"/>
                </a:lnTo>
                <a:lnTo>
                  <a:pt x="2866008" y="1752230"/>
                </a:lnTo>
                <a:lnTo>
                  <a:pt x="2875129" y="1769813"/>
                </a:lnTo>
                <a:lnTo>
                  <a:pt x="2875129" y="1781755"/>
                </a:lnTo>
                <a:lnTo>
                  <a:pt x="2863076" y="1788722"/>
                </a:lnTo>
                <a:lnTo>
                  <a:pt x="2868614" y="1822227"/>
                </a:lnTo>
                <a:lnTo>
                  <a:pt x="2863076" y="1837155"/>
                </a:lnTo>
                <a:lnTo>
                  <a:pt x="2841904" y="1849097"/>
                </a:lnTo>
                <a:lnTo>
                  <a:pt x="2820732" y="1861372"/>
                </a:lnTo>
                <a:lnTo>
                  <a:pt x="2810309" y="1864026"/>
                </a:lnTo>
                <a:lnTo>
                  <a:pt x="2791742" y="1854737"/>
                </a:lnTo>
                <a:lnTo>
                  <a:pt x="2806400" y="1831847"/>
                </a:lnTo>
                <a:lnTo>
                  <a:pt x="2810309" y="1815592"/>
                </a:lnTo>
                <a:lnTo>
                  <a:pt x="2796954" y="1807299"/>
                </a:lnTo>
                <a:lnTo>
                  <a:pt x="2800863" y="1803318"/>
                </a:lnTo>
                <a:lnTo>
                  <a:pt x="2798257" y="1781755"/>
                </a:lnTo>
                <a:lnTo>
                  <a:pt x="2822360" y="1783082"/>
                </a:lnTo>
                <a:lnTo>
                  <a:pt x="2822360" y="1767158"/>
                </a:lnTo>
                <a:lnTo>
                  <a:pt x="2827572" y="1757538"/>
                </a:lnTo>
                <a:close/>
                <a:moveTo>
                  <a:pt x="3151997" y="1739956"/>
                </a:moveTo>
                <a:lnTo>
                  <a:pt x="3158511" y="1745595"/>
                </a:lnTo>
                <a:lnTo>
                  <a:pt x="3158511" y="1757538"/>
                </a:lnTo>
                <a:lnTo>
                  <a:pt x="3148739" y="1757538"/>
                </a:lnTo>
                <a:lnTo>
                  <a:pt x="3145482" y="1742610"/>
                </a:lnTo>
                <a:close/>
                <a:moveTo>
                  <a:pt x="685916" y="1733321"/>
                </a:moveTo>
                <a:lnTo>
                  <a:pt x="695688" y="1746923"/>
                </a:lnTo>
                <a:lnTo>
                  <a:pt x="688522" y="1752230"/>
                </a:lnTo>
                <a:lnTo>
                  <a:pt x="681356" y="1749577"/>
                </a:lnTo>
                <a:close/>
                <a:moveTo>
                  <a:pt x="3187826" y="1725360"/>
                </a:moveTo>
                <a:lnTo>
                  <a:pt x="3191084" y="1728013"/>
                </a:lnTo>
                <a:lnTo>
                  <a:pt x="3191084" y="1737302"/>
                </a:lnTo>
                <a:lnTo>
                  <a:pt x="3184569" y="1745595"/>
                </a:lnTo>
                <a:lnTo>
                  <a:pt x="3178055" y="1758865"/>
                </a:lnTo>
                <a:lnTo>
                  <a:pt x="3171540" y="1754885"/>
                </a:lnTo>
                <a:lnTo>
                  <a:pt x="3168283" y="1754885"/>
                </a:lnTo>
                <a:lnTo>
                  <a:pt x="3165025" y="1739956"/>
                </a:lnTo>
                <a:lnTo>
                  <a:pt x="3174798" y="1734648"/>
                </a:lnTo>
                <a:close/>
                <a:moveTo>
                  <a:pt x="657578" y="1718393"/>
                </a:moveTo>
                <a:lnTo>
                  <a:pt x="674190" y="1746923"/>
                </a:lnTo>
                <a:lnTo>
                  <a:pt x="667024" y="1757538"/>
                </a:lnTo>
                <a:lnTo>
                  <a:pt x="654972" y="1752230"/>
                </a:lnTo>
                <a:lnTo>
                  <a:pt x="657578" y="1739956"/>
                </a:lnTo>
                <a:close/>
                <a:moveTo>
                  <a:pt x="2866008" y="1709105"/>
                </a:moveTo>
                <a:lnTo>
                  <a:pt x="2868614" y="1710431"/>
                </a:lnTo>
                <a:lnTo>
                  <a:pt x="2875129" y="1713086"/>
                </a:lnTo>
                <a:lnTo>
                  <a:pt x="2863076" y="1721048"/>
                </a:lnTo>
                <a:close/>
                <a:moveTo>
                  <a:pt x="645526" y="1694176"/>
                </a:moveTo>
                <a:lnTo>
                  <a:pt x="657578" y="1696831"/>
                </a:lnTo>
                <a:lnTo>
                  <a:pt x="659858" y="1709105"/>
                </a:lnTo>
                <a:lnTo>
                  <a:pt x="647806" y="1715740"/>
                </a:lnTo>
                <a:close/>
                <a:moveTo>
                  <a:pt x="616861" y="1688869"/>
                </a:moveTo>
                <a:lnTo>
                  <a:pt x="626634" y="1688869"/>
                </a:lnTo>
                <a:lnTo>
                  <a:pt x="631194" y="1706451"/>
                </a:lnTo>
                <a:lnTo>
                  <a:pt x="624028" y="1710431"/>
                </a:lnTo>
                <a:close/>
                <a:moveTo>
                  <a:pt x="3145482" y="1676594"/>
                </a:moveTo>
                <a:lnTo>
                  <a:pt x="3151997" y="1676594"/>
                </a:lnTo>
                <a:lnTo>
                  <a:pt x="3155253" y="1688869"/>
                </a:lnTo>
                <a:lnTo>
                  <a:pt x="3145482" y="1694176"/>
                </a:lnTo>
                <a:lnTo>
                  <a:pt x="3122681" y="1698158"/>
                </a:lnTo>
                <a:lnTo>
                  <a:pt x="3116166" y="1706451"/>
                </a:lnTo>
                <a:lnTo>
                  <a:pt x="3116166" y="1703797"/>
                </a:lnTo>
                <a:lnTo>
                  <a:pt x="3122681" y="1691523"/>
                </a:lnTo>
                <a:lnTo>
                  <a:pt x="3135710" y="1691523"/>
                </a:lnTo>
                <a:close/>
                <a:moveTo>
                  <a:pt x="2857865" y="1676594"/>
                </a:moveTo>
                <a:lnTo>
                  <a:pt x="2866008" y="1676594"/>
                </a:lnTo>
                <a:lnTo>
                  <a:pt x="2866008" y="1686215"/>
                </a:lnTo>
                <a:lnTo>
                  <a:pt x="2869917" y="1694176"/>
                </a:lnTo>
                <a:lnTo>
                  <a:pt x="2863076" y="1691523"/>
                </a:lnTo>
                <a:lnTo>
                  <a:pt x="2853956" y="1682234"/>
                </a:lnTo>
                <a:close/>
                <a:moveTo>
                  <a:pt x="3295316" y="1667306"/>
                </a:moveTo>
                <a:lnTo>
                  <a:pt x="3305089" y="1667306"/>
                </a:lnTo>
                <a:lnTo>
                  <a:pt x="3298574" y="1673941"/>
                </a:lnTo>
                <a:lnTo>
                  <a:pt x="3298574" y="1688869"/>
                </a:lnTo>
                <a:lnTo>
                  <a:pt x="3288802" y="1691523"/>
                </a:lnTo>
                <a:lnTo>
                  <a:pt x="3285544" y="1679248"/>
                </a:lnTo>
                <a:close/>
                <a:moveTo>
                  <a:pt x="319148" y="1667306"/>
                </a:moveTo>
                <a:lnTo>
                  <a:pt x="324033" y="1682234"/>
                </a:lnTo>
                <a:lnTo>
                  <a:pt x="290483" y="1700811"/>
                </a:lnTo>
                <a:lnTo>
                  <a:pt x="281037" y="1686215"/>
                </a:lnTo>
                <a:lnTo>
                  <a:pt x="290483" y="1673941"/>
                </a:lnTo>
                <a:lnTo>
                  <a:pt x="300256" y="1676594"/>
                </a:lnTo>
                <a:close/>
                <a:moveTo>
                  <a:pt x="638360" y="1657686"/>
                </a:moveTo>
                <a:lnTo>
                  <a:pt x="643246" y="1669959"/>
                </a:lnTo>
                <a:lnTo>
                  <a:pt x="643246" y="1679248"/>
                </a:lnTo>
                <a:lnTo>
                  <a:pt x="633800" y="1684888"/>
                </a:lnTo>
                <a:lnTo>
                  <a:pt x="628914" y="1660671"/>
                </a:lnTo>
                <a:close/>
                <a:moveTo>
                  <a:pt x="600249" y="1655032"/>
                </a:moveTo>
                <a:lnTo>
                  <a:pt x="609696" y="1655032"/>
                </a:lnTo>
                <a:lnTo>
                  <a:pt x="626634" y="1661999"/>
                </a:lnTo>
                <a:lnTo>
                  <a:pt x="621748" y="1672614"/>
                </a:lnTo>
                <a:lnTo>
                  <a:pt x="607416" y="1676594"/>
                </a:lnTo>
                <a:close/>
                <a:moveTo>
                  <a:pt x="2866008" y="1649724"/>
                </a:moveTo>
                <a:lnTo>
                  <a:pt x="2860471" y="1664652"/>
                </a:lnTo>
                <a:lnTo>
                  <a:pt x="2851351" y="1672614"/>
                </a:lnTo>
                <a:lnTo>
                  <a:pt x="2851351" y="1655032"/>
                </a:lnTo>
                <a:close/>
                <a:moveTo>
                  <a:pt x="3370234" y="1643089"/>
                </a:moveTo>
                <a:lnTo>
                  <a:pt x="3366976" y="1655032"/>
                </a:lnTo>
                <a:lnTo>
                  <a:pt x="3360461" y="1657686"/>
                </a:lnTo>
                <a:lnTo>
                  <a:pt x="3353947" y="1667306"/>
                </a:lnTo>
                <a:lnTo>
                  <a:pt x="3357205" y="1660671"/>
                </a:lnTo>
                <a:lnTo>
                  <a:pt x="3353947" y="1648397"/>
                </a:lnTo>
                <a:close/>
                <a:moveTo>
                  <a:pt x="2884249" y="1643089"/>
                </a:moveTo>
                <a:lnTo>
                  <a:pt x="2892392" y="1645744"/>
                </a:lnTo>
                <a:lnTo>
                  <a:pt x="2920078" y="1643089"/>
                </a:lnTo>
                <a:lnTo>
                  <a:pt x="2917473" y="1652378"/>
                </a:lnTo>
                <a:lnTo>
                  <a:pt x="2904118" y="1664652"/>
                </a:lnTo>
                <a:lnTo>
                  <a:pt x="2905421" y="1672614"/>
                </a:lnTo>
                <a:lnTo>
                  <a:pt x="2929524" y="1673941"/>
                </a:lnTo>
                <a:lnTo>
                  <a:pt x="2939948" y="1673941"/>
                </a:lnTo>
                <a:lnTo>
                  <a:pt x="2941251" y="1682234"/>
                </a:lnTo>
                <a:lnTo>
                  <a:pt x="2934736" y="1700811"/>
                </a:lnTo>
                <a:lnTo>
                  <a:pt x="2922684" y="1715740"/>
                </a:lnTo>
                <a:lnTo>
                  <a:pt x="2928221" y="1728013"/>
                </a:lnTo>
                <a:lnTo>
                  <a:pt x="2937342" y="1733321"/>
                </a:lnTo>
                <a:lnTo>
                  <a:pt x="2943857" y="1742610"/>
                </a:lnTo>
                <a:lnTo>
                  <a:pt x="2946462" y="1757538"/>
                </a:lnTo>
                <a:lnTo>
                  <a:pt x="2952000" y="1771140"/>
                </a:lnTo>
                <a:lnTo>
                  <a:pt x="2963727" y="1776447"/>
                </a:lnTo>
                <a:lnTo>
                  <a:pt x="2975778" y="1800664"/>
                </a:lnTo>
                <a:lnTo>
                  <a:pt x="2977081" y="1818246"/>
                </a:lnTo>
                <a:lnTo>
                  <a:pt x="2996951" y="1822227"/>
                </a:lnTo>
                <a:lnTo>
                  <a:pt x="3000859" y="1827534"/>
                </a:lnTo>
                <a:lnTo>
                  <a:pt x="3003464" y="1837155"/>
                </a:lnTo>
                <a:lnTo>
                  <a:pt x="3000859" y="1846444"/>
                </a:lnTo>
                <a:lnTo>
                  <a:pt x="2988807" y="1861372"/>
                </a:lnTo>
                <a:lnTo>
                  <a:pt x="2988807" y="1868006"/>
                </a:lnTo>
                <a:lnTo>
                  <a:pt x="2994344" y="1876299"/>
                </a:lnTo>
                <a:lnTo>
                  <a:pt x="2988807" y="1880281"/>
                </a:lnTo>
                <a:lnTo>
                  <a:pt x="2977081" y="1885588"/>
                </a:lnTo>
                <a:lnTo>
                  <a:pt x="2955909" y="1882934"/>
                </a:lnTo>
                <a:lnTo>
                  <a:pt x="2939948" y="1888242"/>
                </a:lnTo>
                <a:lnTo>
                  <a:pt x="2925290" y="1885588"/>
                </a:lnTo>
                <a:lnTo>
                  <a:pt x="2910958" y="1890896"/>
                </a:lnTo>
                <a:lnTo>
                  <a:pt x="2908353" y="1900516"/>
                </a:lnTo>
                <a:lnTo>
                  <a:pt x="2901512" y="1895209"/>
                </a:lnTo>
                <a:lnTo>
                  <a:pt x="2889785" y="1897863"/>
                </a:lnTo>
                <a:lnTo>
                  <a:pt x="2881642" y="1904498"/>
                </a:lnTo>
                <a:lnTo>
                  <a:pt x="2877734" y="1900516"/>
                </a:lnTo>
                <a:lnTo>
                  <a:pt x="2893695" y="1882934"/>
                </a:lnTo>
                <a:lnTo>
                  <a:pt x="2898907" y="1873646"/>
                </a:lnTo>
                <a:lnTo>
                  <a:pt x="2910958" y="1866679"/>
                </a:lnTo>
                <a:lnTo>
                  <a:pt x="2905421" y="1861372"/>
                </a:lnTo>
                <a:lnTo>
                  <a:pt x="2898907" y="1864026"/>
                </a:lnTo>
                <a:lnTo>
                  <a:pt x="2896300" y="1856064"/>
                </a:lnTo>
                <a:lnTo>
                  <a:pt x="2884249" y="1858718"/>
                </a:lnTo>
                <a:lnTo>
                  <a:pt x="2881642" y="1852083"/>
                </a:lnTo>
                <a:lnTo>
                  <a:pt x="2898907" y="1842462"/>
                </a:lnTo>
                <a:lnTo>
                  <a:pt x="2901512" y="1834501"/>
                </a:lnTo>
                <a:lnTo>
                  <a:pt x="2898907" y="1815592"/>
                </a:lnTo>
                <a:lnTo>
                  <a:pt x="2920078" y="1807299"/>
                </a:lnTo>
                <a:lnTo>
                  <a:pt x="2920078" y="1800664"/>
                </a:lnTo>
                <a:lnTo>
                  <a:pt x="2908353" y="1773793"/>
                </a:lnTo>
                <a:lnTo>
                  <a:pt x="2913563" y="1761520"/>
                </a:lnTo>
                <a:lnTo>
                  <a:pt x="2896300" y="1769813"/>
                </a:lnTo>
                <a:lnTo>
                  <a:pt x="2881642" y="1758865"/>
                </a:lnTo>
                <a:lnTo>
                  <a:pt x="2892392" y="1745595"/>
                </a:lnTo>
                <a:lnTo>
                  <a:pt x="2884249" y="1733321"/>
                </a:lnTo>
                <a:lnTo>
                  <a:pt x="2880339" y="1733321"/>
                </a:lnTo>
                <a:lnTo>
                  <a:pt x="2875129" y="1721048"/>
                </a:lnTo>
                <a:lnTo>
                  <a:pt x="2880339" y="1710431"/>
                </a:lnTo>
                <a:lnTo>
                  <a:pt x="2869917" y="1710431"/>
                </a:lnTo>
                <a:lnTo>
                  <a:pt x="2866008" y="1703797"/>
                </a:lnTo>
                <a:lnTo>
                  <a:pt x="2869917" y="1700811"/>
                </a:lnTo>
                <a:lnTo>
                  <a:pt x="2875129" y="1686215"/>
                </a:lnTo>
                <a:lnTo>
                  <a:pt x="2869917" y="1682234"/>
                </a:lnTo>
                <a:lnTo>
                  <a:pt x="2872522" y="1669959"/>
                </a:lnTo>
                <a:lnTo>
                  <a:pt x="2881642" y="1664652"/>
                </a:lnTo>
                <a:lnTo>
                  <a:pt x="2881642" y="1655032"/>
                </a:lnTo>
                <a:close/>
                <a:moveTo>
                  <a:pt x="3366976" y="1628161"/>
                </a:moveTo>
                <a:lnTo>
                  <a:pt x="3373491" y="1636122"/>
                </a:lnTo>
                <a:lnTo>
                  <a:pt x="3366976" y="1640435"/>
                </a:lnTo>
                <a:close/>
                <a:moveTo>
                  <a:pt x="3314860" y="1582382"/>
                </a:moveTo>
                <a:lnTo>
                  <a:pt x="3324632" y="1585035"/>
                </a:lnTo>
                <a:lnTo>
                  <a:pt x="3321375" y="1591670"/>
                </a:lnTo>
                <a:close/>
                <a:moveTo>
                  <a:pt x="83354" y="1579728"/>
                </a:moveTo>
                <a:lnTo>
                  <a:pt x="92897" y="1597310"/>
                </a:lnTo>
                <a:lnTo>
                  <a:pt x="76220" y="1599964"/>
                </a:lnTo>
                <a:lnTo>
                  <a:pt x="61921" y="1587690"/>
                </a:lnTo>
                <a:close/>
                <a:moveTo>
                  <a:pt x="2851351" y="1515039"/>
                </a:moveTo>
                <a:lnTo>
                  <a:pt x="2856561" y="1521674"/>
                </a:lnTo>
                <a:lnTo>
                  <a:pt x="2856561" y="1524328"/>
                </a:lnTo>
                <a:lnTo>
                  <a:pt x="2851351" y="1516366"/>
                </a:lnTo>
                <a:close/>
                <a:moveTo>
                  <a:pt x="1581991" y="1506746"/>
                </a:moveTo>
                <a:lnTo>
                  <a:pt x="1594044" y="1512385"/>
                </a:lnTo>
                <a:lnTo>
                  <a:pt x="1588832" y="1528308"/>
                </a:lnTo>
                <a:lnTo>
                  <a:pt x="1576780" y="1528308"/>
                </a:lnTo>
                <a:close/>
                <a:moveTo>
                  <a:pt x="1543882" y="1485183"/>
                </a:moveTo>
                <a:lnTo>
                  <a:pt x="1547790" y="1494803"/>
                </a:lnTo>
                <a:lnTo>
                  <a:pt x="1534436" y="1509731"/>
                </a:lnTo>
                <a:lnTo>
                  <a:pt x="1517171" y="1516366"/>
                </a:lnTo>
                <a:lnTo>
                  <a:pt x="1520104" y="1490823"/>
                </a:lnTo>
                <a:close/>
                <a:moveTo>
                  <a:pt x="7133" y="1455659"/>
                </a:moveTo>
                <a:lnTo>
                  <a:pt x="35732" y="1478548"/>
                </a:lnTo>
                <a:lnTo>
                  <a:pt x="23810" y="1479876"/>
                </a:lnTo>
                <a:lnTo>
                  <a:pt x="0" y="1466274"/>
                </a:lnTo>
                <a:close/>
                <a:moveTo>
                  <a:pt x="1486880" y="1361445"/>
                </a:moveTo>
                <a:lnTo>
                  <a:pt x="1510657" y="1393624"/>
                </a:lnTo>
                <a:lnTo>
                  <a:pt x="1541275" y="1412532"/>
                </a:lnTo>
                <a:lnTo>
                  <a:pt x="1553002" y="1439404"/>
                </a:lnTo>
                <a:lnTo>
                  <a:pt x="1576780" y="1451677"/>
                </a:lnTo>
                <a:lnTo>
                  <a:pt x="1562448" y="1466274"/>
                </a:lnTo>
                <a:lnTo>
                  <a:pt x="1535739" y="1454331"/>
                </a:lnTo>
                <a:lnTo>
                  <a:pt x="1520104" y="1451677"/>
                </a:lnTo>
                <a:lnTo>
                  <a:pt x="1496000" y="1475894"/>
                </a:lnTo>
                <a:lnTo>
                  <a:pt x="1472222" y="1439404"/>
                </a:lnTo>
                <a:lnTo>
                  <a:pt x="1469616" y="1417840"/>
                </a:lnTo>
                <a:lnTo>
                  <a:pt x="1476130" y="1370734"/>
                </a:lnTo>
                <a:close/>
                <a:moveTo>
                  <a:pt x="2693698" y="1336897"/>
                </a:moveTo>
                <a:lnTo>
                  <a:pt x="2699236" y="1349171"/>
                </a:lnTo>
                <a:lnTo>
                  <a:pt x="2713568" y="1351825"/>
                </a:lnTo>
                <a:lnTo>
                  <a:pt x="2717802" y="1357133"/>
                </a:lnTo>
                <a:lnTo>
                  <a:pt x="2714871" y="1366753"/>
                </a:lnTo>
                <a:lnTo>
                  <a:pt x="2737346" y="1381682"/>
                </a:lnTo>
                <a:lnTo>
                  <a:pt x="2734740" y="1388315"/>
                </a:lnTo>
                <a:lnTo>
                  <a:pt x="2737346" y="1400258"/>
                </a:lnTo>
                <a:lnTo>
                  <a:pt x="2729529" y="1412532"/>
                </a:lnTo>
                <a:lnTo>
                  <a:pt x="2713568" y="1434095"/>
                </a:lnTo>
                <a:lnTo>
                  <a:pt x="2705750" y="1431442"/>
                </a:lnTo>
                <a:lnTo>
                  <a:pt x="2693698" y="1439404"/>
                </a:lnTo>
                <a:lnTo>
                  <a:pt x="2687183" y="1446369"/>
                </a:lnTo>
                <a:lnTo>
                  <a:pt x="2660800" y="1455659"/>
                </a:lnTo>
                <a:lnTo>
                  <a:pt x="2660800" y="1463620"/>
                </a:lnTo>
                <a:lnTo>
                  <a:pt x="2646142" y="1467932"/>
                </a:lnTo>
                <a:lnTo>
                  <a:pt x="2619758" y="1460966"/>
                </a:lnTo>
                <a:lnTo>
                  <a:pt x="2610312" y="1451677"/>
                </a:lnTo>
                <a:lnTo>
                  <a:pt x="2583928" y="1449024"/>
                </a:lnTo>
                <a:lnTo>
                  <a:pt x="2592072" y="1442057"/>
                </a:lnTo>
                <a:lnTo>
                  <a:pt x="2589139" y="1427461"/>
                </a:lnTo>
                <a:lnTo>
                  <a:pt x="2583928" y="1419167"/>
                </a:lnTo>
                <a:lnTo>
                  <a:pt x="2582626" y="1409879"/>
                </a:lnTo>
                <a:lnTo>
                  <a:pt x="2562756" y="1409879"/>
                </a:lnTo>
                <a:lnTo>
                  <a:pt x="2570899" y="1403244"/>
                </a:lnTo>
                <a:lnTo>
                  <a:pt x="2583928" y="1400258"/>
                </a:lnTo>
                <a:lnTo>
                  <a:pt x="2582626" y="1393624"/>
                </a:lnTo>
                <a:lnTo>
                  <a:pt x="2586534" y="1383008"/>
                </a:lnTo>
                <a:lnTo>
                  <a:pt x="2574808" y="1378695"/>
                </a:lnTo>
                <a:lnTo>
                  <a:pt x="2567968" y="1381682"/>
                </a:lnTo>
                <a:lnTo>
                  <a:pt x="2546795" y="1381682"/>
                </a:lnTo>
                <a:lnTo>
                  <a:pt x="2565362" y="1351825"/>
                </a:lnTo>
                <a:lnTo>
                  <a:pt x="2572202" y="1339883"/>
                </a:lnTo>
                <a:lnTo>
                  <a:pt x="2582626" y="1339883"/>
                </a:lnTo>
                <a:lnTo>
                  <a:pt x="2592072" y="1346517"/>
                </a:lnTo>
                <a:lnTo>
                  <a:pt x="2603797" y="1366753"/>
                </a:lnTo>
                <a:lnTo>
                  <a:pt x="2598585" y="1373388"/>
                </a:lnTo>
                <a:lnTo>
                  <a:pt x="2618455" y="1381682"/>
                </a:lnTo>
                <a:lnTo>
                  <a:pt x="2619758" y="1370734"/>
                </a:lnTo>
                <a:lnTo>
                  <a:pt x="2618455" y="1357133"/>
                </a:lnTo>
                <a:lnTo>
                  <a:pt x="2634416" y="1370734"/>
                </a:lnTo>
                <a:lnTo>
                  <a:pt x="2634416" y="1357133"/>
                </a:lnTo>
                <a:lnTo>
                  <a:pt x="2643536" y="1351825"/>
                </a:lnTo>
                <a:lnTo>
                  <a:pt x="2660800" y="1354478"/>
                </a:lnTo>
                <a:lnTo>
                  <a:pt x="2669920" y="1361445"/>
                </a:lnTo>
                <a:lnTo>
                  <a:pt x="2672526" y="1351825"/>
                </a:lnTo>
                <a:lnTo>
                  <a:pt x="2681972" y="1354478"/>
                </a:lnTo>
                <a:lnTo>
                  <a:pt x="2687183" y="1346517"/>
                </a:lnTo>
                <a:lnTo>
                  <a:pt x="2684578" y="1339883"/>
                </a:lnTo>
                <a:close/>
                <a:moveTo>
                  <a:pt x="1641600" y="1254958"/>
                </a:moveTo>
                <a:lnTo>
                  <a:pt x="1665378" y="1257612"/>
                </a:lnTo>
                <a:lnTo>
                  <a:pt x="1667006" y="1285809"/>
                </a:lnTo>
                <a:lnTo>
                  <a:pt x="1660166" y="1298084"/>
                </a:lnTo>
                <a:lnTo>
                  <a:pt x="1638993" y="1306046"/>
                </a:lnTo>
                <a:lnTo>
                  <a:pt x="1627268" y="1284483"/>
                </a:lnTo>
                <a:close/>
                <a:moveTo>
                  <a:pt x="3236685" y="1223775"/>
                </a:moveTo>
                <a:lnTo>
                  <a:pt x="3239943" y="1227756"/>
                </a:lnTo>
                <a:lnTo>
                  <a:pt x="3236685" y="1242684"/>
                </a:lnTo>
                <a:lnTo>
                  <a:pt x="3223657" y="1240030"/>
                </a:lnTo>
                <a:close/>
                <a:moveTo>
                  <a:pt x="3829509" y="1196904"/>
                </a:moveTo>
                <a:lnTo>
                  <a:pt x="3842538" y="1206193"/>
                </a:lnTo>
                <a:lnTo>
                  <a:pt x="3836023" y="1227756"/>
                </a:lnTo>
                <a:lnTo>
                  <a:pt x="3819737" y="1236049"/>
                </a:lnTo>
                <a:lnTo>
                  <a:pt x="3809965" y="1225102"/>
                </a:lnTo>
                <a:lnTo>
                  <a:pt x="3819737" y="1199558"/>
                </a:lnTo>
                <a:close/>
                <a:moveTo>
                  <a:pt x="3279029" y="1191597"/>
                </a:moveTo>
                <a:lnTo>
                  <a:pt x="3285544" y="1199558"/>
                </a:lnTo>
                <a:lnTo>
                  <a:pt x="3282287" y="1213159"/>
                </a:lnTo>
                <a:lnTo>
                  <a:pt x="3266001" y="1208847"/>
                </a:lnTo>
                <a:close/>
                <a:moveTo>
                  <a:pt x="1269945" y="1176668"/>
                </a:moveTo>
                <a:lnTo>
                  <a:pt x="1302843" y="1208847"/>
                </a:lnTo>
                <a:lnTo>
                  <a:pt x="1309358" y="1227756"/>
                </a:lnTo>
                <a:lnTo>
                  <a:pt x="1297631" y="1247992"/>
                </a:lnTo>
                <a:lnTo>
                  <a:pt x="1276460" y="1242684"/>
                </a:lnTo>
                <a:lnTo>
                  <a:pt x="1245841" y="1227756"/>
                </a:lnTo>
                <a:lnTo>
                  <a:pt x="1257893" y="1194250"/>
                </a:lnTo>
                <a:close/>
                <a:moveTo>
                  <a:pt x="5901133" y="1170033"/>
                </a:moveTo>
                <a:lnTo>
                  <a:pt x="5917419" y="1181976"/>
                </a:lnTo>
                <a:lnTo>
                  <a:pt x="5910905" y="1191597"/>
                </a:lnTo>
                <a:lnTo>
                  <a:pt x="5891361" y="1179322"/>
                </a:lnTo>
                <a:close/>
                <a:moveTo>
                  <a:pt x="2026935" y="1152451"/>
                </a:moveTo>
                <a:lnTo>
                  <a:pt x="2050713" y="1163067"/>
                </a:lnTo>
                <a:lnTo>
                  <a:pt x="2067976" y="1179322"/>
                </a:lnTo>
                <a:lnTo>
                  <a:pt x="2070583" y="1191597"/>
                </a:lnTo>
                <a:lnTo>
                  <a:pt x="2058530" y="1200885"/>
                </a:lnTo>
                <a:lnTo>
                  <a:pt x="2041267" y="1208847"/>
                </a:lnTo>
                <a:lnTo>
                  <a:pt x="2032147" y="1194250"/>
                </a:lnTo>
                <a:lnTo>
                  <a:pt x="2014883" y="1187284"/>
                </a:lnTo>
                <a:lnTo>
                  <a:pt x="2017489" y="1163067"/>
                </a:lnTo>
                <a:close/>
                <a:moveTo>
                  <a:pt x="3998887" y="1145485"/>
                </a:moveTo>
                <a:lnTo>
                  <a:pt x="4024945" y="1179322"/>
                </a:lnTo>
                <a:lnTo>
                  <a:pt x="4011916" y="1187284"/>
                </a:lnTo>
                <a:lnTo>
                  <a:pt x="3998887" y="1176668"/>
                </a:lnTo>
                <a:lnTo>
                  <a:pt x="3985857" y="1157760"/>
                </a:lnTo>
                <a:close/>
                <a:moveTo>
                  <a:pt x="2524320" y="1111980"/>
                </a:moveTo>
                <a:lnTo>
                  <a:pt x="2532463" y="1136196"/>
                </a:lnTo>
                <a:lnTo>
                  <a:pt x="2517806" y="1140178"/>
                </a:lnTo>
                <a:lnTo>
                  <a:pt x="2487513" y="1148471"/>
                </a:lnTo>
                <a:lnTo>
                  <a:pt x="2500542" y="1123923"/>
                </a:lnTo>
                <a:lnTo>
                  <a:pt x="2515199" y="1121268"/>
                </a:lnTo>
                <a:close/>
                <a:moveTo>
                  <a:pt x="6103084" y="1087763"/>
                </a:moveTo>
                <a:lnTo>
                  <a:pt x="6132400" y="1087763"/>
                </a:lnTo>
                <a:lnTo>
                  <a:pt x="6145429" y="1102359"/>
                </a:lnTo>
                <a:lnTo>
                  <a:pt x="6138915" y="1114633"/>
                </a:lnTo>
                <a:lnTo>
                  <a:pt x="6112856" y="1121268"/>
                </a:lnTo>
                <a:lnTo>
                  <a:pt x="6103084" y="1115961"/>
                </a:lnTo>
                <a:lnTo>
                  <a:pt x="6080283" y="1128235"/>
                </a:lnTo>
                <a:lnTo>
                  <a:pt x="6083541" y="1104018"/>
                </a:lnTo>
                <a:close/>
                <a:moveTo>
                  <a:pt x="1329227" y="1070181"/>
                </a:moveTo>
                <a:lnTo>
                  <a:pt x="1350400" y="1091744"/>
                </a:lnTo>
                <a:lnTo>
                  <a:pt x="1357240" y="1109326"/>
                </a:lnTo>
                <a:lnTo>
                  <a:pt x="1355937" y="1126908"/>
                </a:lnTo>
                <a:lnTo>
                  <a:pt x="1368966" y="1138850"/>
                </a:lnTo>
                <a:lnTo>
                  <a:pt x="1379715" y="1163067"/>
                </a:lnTo>
                <a:lnTo>
                  <a:pt x="1362451" y="1181976"/>
                </a:lnTo>
                <a:lnTo>
                  <a:pt x="1368966" y="1191597"/>
                </a:lnTo>
                <a:lnTo>
                  <a:pt x="1381018" y="1187284"/>
                </a:lnTo>
                <a:lnTo>
                  <a:pt x="1392744" y="1200885"/>
                </a:lnTo>
                <a:lnTo>
                  <a:pt x="1400887" y="1225102"/>
                </a:lnTo>
                <a:lnTo>
                  <a:pt x="1395675" y="1247992"/>
                </a:lnTo>
                <a:lnTo>
                  <a:pt x="1404796" y="1257612"/>
                </a:lnTo>
                <a:lnTo>
                  <a:pt x="1412614" y="1223775"/>
                </a:lnTo>
                <a:lnTo>
                  <a:pt x="1419453" y="1208847"/>
                </a:lnTo>
                <a:lnTo>
                  <a:pt x="1439323" y="1225102"/>
                </a:lnTo>
                <a:lnTo>
                  <a:pt x="1445838" y="1251972"/>
                </a:lnTo>
                <a:lnTo>
                  <a:pt x="1436717" y="1266901"/>
                </a:lnTo>
                <a:lnTo>
                  <a:pt x="1439323" y="1284483"/>
                </a:lnTo>
                <a:lnTo>
                  <a:pt x="1454958" y="1306046"/>
                </a:lnTo>
                <a:lnTo>
                  <a:pt x="1463101" y="1296756"/>
                </a:lnTo>
                <a:lnTo>
                  <a:pt x="1479062" y="1266901"/>
                </a:lnTo>
                <a:lnTo>
                  <a:pt x="1481668" y="1236049"/>
                </a:lnTo>
                <a:lnTo>
                  <a:pt x="1496000" y="1221121"/>
                </a:lnTo>
                <a:lnTo>
                  <a:pt x="1486880" y="1203539"/>
                </a:lnTo>
                <a:lnTo>
                  <a:pt x="1484273" y="1176668"/>
                </a:lnTo>
                <a:lnTo>
                  <a:pt x="1505446" y="1176668"/>
                </a:lnTo>
                <a:lnTo>
                  <a:pt x="1534436" y="1191597"/>
                </a:lnTo>
                <a:lnTo>
                  <a:pt x="1558213" y="1215813"/>
                </a:lnTo>
                <a:lnTo>
                  <a:pt x="1559517" y="1237376"/>
                </a:lnTo>
                <a:lnTo>
                  <a:pt x="1547790" y="1249319"/>
                </a:lnTo>
                <a:lnTo>
                  <a:pt x="1538344" y="1247992"/>
                </a:lnTo>
                <a:lnTo>
                  <a:pt x="1546487" y="1273536"/>
                </a:lnTo>
                <a:lnTo>
                  <a:pt x="1559517" y="1293771"/>
                </a:lnTo>
                <a:lnTo>
                  <a:pt x="1555608" y="1315334"/>
                </a:lnTo>
                <a:lnTo>
                  <a:pt x="1529224" y="1334243"/>
                </a:lnTo>
                <a:lnTo>
                  <a:pt x="1514566" y="1351825"/>
                </a:lnTo>
                <a:lnTo>
                  <a:pt x="1488182" y="1346517"/>
                </a:lnTo>
                <a:lnTo>
                  <a:pt x="1486880" y="1334243"/>
                </a:lnTo>
                <a:lnTo>
                  <a:pt x="1467010" y="1336897"/>
                </a:lnTo>
                <a:lnTo>
                  <a:pt x="1479062" y="1351825"/>
                </a:lnTo>
                <a:lnTo>
                  <a:pt x="1469616" y="1370734"/>
                </a:lnTo>
                <a:lnTo>
                  <a:pt x="1452352" y="1388315"/>
                </a:lnTo>
                <a:lnTo>
                  <a:pt x="1443231" y="1388315"/>
                </a:lnTo>
                <a:lnTo>
                  <a:pt x="1412614" y="1361445"/>
                </a:lnTo>
                <a:lnTo>
                  <a:pt x="1412614" y="1370734"/>
                </a:lnTo>
                <a:lnTo>
                  <a:pt x="1424665" y="1388315"/>
                </a:lnTo>
                <a:lnTo>
                  <a:pt x="1448443" y="1390970"/>
                </a:lnTo>
                <a:lnTo>
                  <a:pt x="1460495" y="1394950"/>
                </a:lnTo>
                <a:lnTo>
                  <a:pt x="1443231" y="1436749"/>
                </a:lnTo>
                <a:lnTo>
                  <a:pt x="1428574" y="1443384"/>
                </a:lnTo>
                <a:lnTo>
                  <a:pt x="1403493" y="1443384"/>
                </a:lnTo>
                <a:lnTo>
                  <a:pt x="1404796" y="1458312"/>
                </a:lnTo>
                <a:lnTo>
                  <a:pt x="1392744" y="1460966"/>
                </a:lnTo>
                <a:lnTo>
                  <a:pt x="1395675" y="1479876"/>
                </a:lnTo>
                <a:lnTo>
                  <a:pt x="1368966" y="1500111"/>
                </a:lnTo>
                <a:lnTo>
                  <a:pt x="1343885" y="1536602"/>
                </a:lnTo>
                <a:lnTo>
                  <a:pt x="1332159" y="1563473"/>
                </a:lnTo>
                <a:lnTo>
                  <a:pt x="1324016" y="1597310"/>
                </a:lnTo>
                <a:lnTo>
                  <a:pt x="1324016" y="1625507"/>
                </a:lnTo>
                <a:lnTo>
                  <a:pt x="1329227" y="1637450"/>
                </a:lnTo>
                <a:lnTo>
                  <a:pt x="1353331" y="1637450"/>
                </a:lnTo>
                <a:lnTo>
                  <a:pt x="1365058" y="1686215"/>
                </a:lnTo>
                <a:lnTo>
                  <a:pt x="1362451" y="1696831"/>
                </a:lnTo>
                <a:lnTo>
                  <a:pt x="1386229" y="1688869"/>
                </a:lnTo>
                <a:lnTo>
                  <a:pt x="1427271" y="1700811"/>
                </a:lnTo>
                <a:lnTo>
                  <a:pt x="1443231" y="1715740"/>
                </a:lnTo>
                <a:lnTo>
                  <a:pt x="1451049" y="1728013"/>
                </a:lnTo>
                <a:lnTo>
                  <a:pt x="1481668" y="1739956"/>
                </a:lnTo>
                <a:lnTo>
                  <a:pt x="1488182" y="1746923"/>
                </a:lnTo>
                <a:lnTo>
                  <a:pt x="1502840" y="1752230"/>
                </a:lnTo>
                <a:lnTo>
                  <a:pt x="1511960" y="1749577"/>
                </a:lnTo>
                <a:lnTo>
                  <a:pt x="1541275" y="1758865"/>
                </a:lnTo>
                <a:lnTo>
                  <a:pt x="1538344" y="1781755"/>
                </a:lnTo>
                <a:lnTo>
                  <a:pt x="1543882" y="1798010"/>
                </a:lnTo>
                <a:lnTo>
                  <a:pt x="1541275" y="1822227"/>
                </a:lnTo>
                <a:lnTo>
                  <a:pt x="1558213" y="1846444"/>
                </a:lnTo>
                <a:lnTo>
                  <a:pt x="1570265" y="1856064"/>
                </a:lnTo>
                <a:lnTo>
                  <a:pt x="1574174" y="1868006"/>
                </a:lnTo>
                <a:lnTo>
                  <a:pt x="1586226" y="1870661"/>
                </a:lnTo>
                <a:lnTo>
                  <a:pt x="1594044" y="1858718"/>
                </a:lnTo>
                <a:lnTo>
                  <a:pt x="1600558" y="1854737"/>
                </a:lnTo>
                <a:lnTo>
                  <a:pt x="1607398" y="1837155"/>
                </a:lnTo>
                <a:lnTo>
                  <a:pt x="1600558" y="1822227"/>
                </a:lnTo>
                <a:lnTo>
                  <a:pt x="1597952" y="1791375"/>
                </a:lnTo>
                <a:lnTo>
                  <a:pt x="1591438" y="1767158"/>
                </a:lnTo>
                <a:lnTo>
                  <a:pt x="1617822" y="1752230"/>
                </a:lnTo>
                <a:lnTo>
                  <a:pt x="1629873" y="1742610"/>
                </a:lnTo>
                <a:lnTo>
                  <a:pt x="1641600" y="1718393"/>
                </a:lnTo>
                <a:lnTo>
                  <a:pt x="1641600" y="1694176"/>
                </a:lnTo>
                <a:lnTo>
                  <a:pt x="1631176" y="1661999"/>
                </a:lnTo>
                <a:lnTo>
                  <a:pt x="1607398" y="1640435"/>
                </a:lnTo>
                <a:lnTo>
                  <a:pt x="1629873" y="1601290"/>
                </a:lnTo>
                <a:lnTo>
                  <a:pt x="1612610" y="1563473"/>
                </a:lnTo>
                <a:lnTo>
                  <a:pt x="1621730" y="1551198"/>
                </a:lnTo>
                <a:lnTo>
                  <a:pt x="1617822" y="1533948"/>
                </a:lnTo>
                <a:lnTo>
                  <a:pt x="1615215" y="1506746"/>
                </a:lnTo>
                <a:lnTo>
                  <a:pt x="1624337" y="1500111"/>
                </a:lnTo>
                <a:lnTo>
                  <a:pt x="1654954" y="1509731"/>
                </a:lnTo>
                <a:lnTo>
                  <a:pt x="1677429" y="1512385"/>
                </a:lnTo>
                <a:lnTo>
                  <a:pt x="1690785" y="1502765"/>
                </a:lnTo>
                <a:lnTo>
                  <a:pt x="1717168" y="1526981"/>
                </a:lnTo>
                <a:lnTo>
                  <a:pt x="1726289" y="1548545"/>
                </a:lnTo>
                <a:lnTo>
                  <a:pt x="1752998" y="1555511"/>
                </a:lnTo>
                <a:lnTo>
                  <a:pt x="1760815" y="1570107"/>
                </a:lnTo>
                <a:lnTo>
                  <a:pt x="1760815" y="1611906"/>
                </a:lnTo>
                <a:lnTo>
                  <a:pt x="1764725" y="1636122"/>
                </a:lnTo>
                <a:lnTo>
                  <a:pt x="1776776" y="1633469"/>
                </a:lnTo>
                <a:lnTo>
                  <a:pt x="1797949" y="1657686"/>
                </a:lnTo>
                <a:lnTo>
                  <a:pt x="1821727" y="1637450"/>
                </a:lnTo>
                <a:lnTo>
                  <a:pt x="1832150" y="1625507"/>
                </a:lnTo>
                <a:lnTo>
                  <a:pt x="1833453" y="1603944"/>
                </a:lnTo>
                <a:lnTo>
                  <a:pt x="1845505" y="1582382"/>
                </a:lnTo>
                <a:lnTo>
                  <a:pt x="1857556" y="1594324"/>
                </a:lnTo>
                <a:lnTo>
                  <a:pt x="1857556" y="1609252"/>
                </a:lnTo>
                <a:lnTo>
                  <a:pt x="1869283" y="1621527"/>
                </a:lnTo>
                <a:lnTo>
                  <a:pt x="1883941" y="1648397"/>
                </a:lnTo>
                <a:lnTo>
                  <a:pt x="1895667" y="1676594"/>
                </a:lnTo>
                <a:lnTo>
                  <a:pt x="1895667" y="1709105"/>
                </a:lnTo>
                <a:lnTo>
                  <a:pt x="1905113" y="1730668"/>
                </a:lnTo>
                <a:lnTo>
                  <a:pt x="1922376" y="1734648"/>
                </a:lnTo>
                <a:lnTo>
                  <a:pt x="1922376" y="1746923"/>
                </a:lnTo>
                <a:lnTo>
                  <a:pt x="1931496" y="1757538"/>
                </a:lnTo>
                <a:lnTo>
                  <a:pt x="1943549" y="1752230"/>
                </a:lnTo>
                <a:lnTo>
                  <a:pt x="1948760" y="1764173"/>
                </a:lnTo>
                <a:lnTo>
                  <a:pt x="1967327" y="1769813"/>
                </a:lnTo>
                <a:lnTo>
                  <a:pt x="1952669" y="1788722"/>
                </a:lnTo>
                <a:lnTo>
                  <a:pt x="1927588" y="1798010"/>
                </a:lnTo>
                <a:lnTo>
                  <a:pt x="1927588" y="1810284"/>
                </a:lnTo>
                <a:lnTo>
                  <a:pt x="1963418" y="1783082"/>
                </a:lnTo>
                <a:lnTo>
                  <a:pt x="1972539" y="1783082"/>
                </a:lnTo>
                <a:lnTo>
                  <a:pt x="1979053" y="1798010"/>
                </a:lnTo>
                <a:lnTo>
                  <a:pt x="1996316" y="1803318"/>
                </a:lnTo>
                <a:lnTo>
                  <a:pt x="2003156" y="1815592"/>
                </a:lnTo>
                <a:lnTo>
                  <a:pt x="1998923" y="1827534"/>
                </a:lnTo>
                <a:lnTo>
                  <a:pt x="2003156" y="1846444"/>
                </a:lnTo>
                <a:lnTo>
                  <a:pt x="1981659" y="1866679"/>
                </a:lnTo>
                <a:lnTo>
                  <a:pt x="1967327" y="1864026"/>
                </a:lnTo>
                <a:lnTo>
                  <a:pt x="1952669" y="1870661"/>
                </a:lnTo>
                <a:lnTo>
                  <a:pt x="1948760" y="1882934"/>
                </a:lnTo>
                <a:lnTo>
                  <a:pt x="1928891" y="1897863"/>
                </a:lnTo>
                <a:lnTo>
                  <a:pt x="1905113" y="1900516"/>
                </a:lnTo>
                <a:lnTo>
                  <a:pt x="1862768" y="1897863"/>
                </a:lnTo>
                <a:lnTo>
                  <a:pt x="1817818" y="1897863"/>
                </a:lnTo>
                <a:lnTo>
                  <a:pt x="1805766" y="1909805"/>
                </a:lnTo>
                <a:lnTo>
                  <a:pt x="1800554" y="1924733"/>
                </a:lnTo>
                <a:lnTo>
                  <a:pt x="1785896" y="1927388"/>
                </a:lnTo>
                <a:lnTo>
                  <a:pt x="1772868" y="1939661"/>
                </a:lnTo>
                <a:lnTo>
                  <a:pt x="1755604" y="1965205"/>
                </a:lnTo>
                <a:lnTo>
                  <a:pt x="1785896" y="1943642"/>
                </a:lnTo>
                <a:lnTo>
                  <a:pt x="1812281" y="1931368"/>
                </a:lnTo>
                <a:lnTo>
                  <a:pt x="1833453" y="1927388"/>
                </a:lnTo>
                <a:lnTo>
                  <a:pt x="1848110" y="1928714"/>
                </a:lnTo>
                <a:lnTo>
                  <a:pt x="1856254" y="1943642"/>
                </a:lnTo>
                <a:lnTo>
                  <a:pt x="1845505" y="1952930"/>
                </a:lnTo>
                <a:lnTo>
                  <a:pt x="1826939" y="1961224"/>
                </a:lnTo>
                <a:lnTo>
                  <a:pt x="1832150" y="1970513"/>
                </a:lnTo>
                <a:lnTo>
                  <a:pt x="1845505" y="1965205"/>
                </a:lnTo>
                <a:lnTo>
                  <a:pt x="1844202" y="1977148"/>
                </a:lnTo>
                <a:lnTo>
                  <a:pt x="1850716" y="2004350"/>
                </a:lnTo>
                <a:lnTo>
                  <a:pt x="1869283" y="2018947"/>
                </a:lnTo>
                <a:lnTo>
                  <a:pt x="1886547" y="2021600"/>
                </a:lnTo>
                <a:lnTo>
                  <a:pt x="1895667" y="2016292"/>
                </a:lnTo>
                <a:lnTo>
                  <a:pt x="1903810" y="2018947"/>
                </a:lnTo>
                <a:lnTo>
                  <a:pt x="1905113" y="2033874"/>
                </a:lnTo>
                <a:lnTo>
                  <a:pt x="1877426" y="2043163"/>
                </a:lnTo>
                <a:lnTo>
                  <a:pt x="1853322" y="2055437"/>
                </a:lnTo>
                <a:lnTo>
                  <a:pt x="1841596" y="2070366"/>
                </a:lnTo>
                <a:lnTo>
                  <a:pt x="1829544" y="2074346"/>
                </a:lnTo>
                <a:lnTo>
                  <a:pt x="1821727" y="2067711"/>
                </a:lnTo>
                <a:lnTo>
                  <a:pt x="1821727" y="2052784"/>
                </a:lnTo>
                <a:lnTo>
                  <a:pt x="1832150" y="2043163"/>
                </a:lnTo>
                <a:lnTo>
                  <a:pt x="1844202" y="2033874"/>
                </a:lnTo>
                <a:lnTo>
                  <a:pt x="1836385" y="2025912"/>
                </a:lnTo>
                <a:lnTo>
                  <a:pt x="1812281" y="2036529"/>
                </a:lnTo>
                <a:lnTo>
                  <a:pt x="1803161" y="2031221"/>
                </a:lnTo>
                <a:lnTo>
                  <a:pt x="1803161" y="2046149"/>
                </a:lnTo>
                <a:lnTo>
                  <a:pt x="1779383" y="2052784"/>
                </a:lnTo>
                <a:lnTo>
                  <a:pt x="1764725" y="2064726"/>
                </a:lnTo>
                <a:lnTo>
                  <a:pt x="1752998" y="2067711"/>
                </a:lnTo>
                <a:lnTo>
                  <a:pt x="1740946" y="2086289"/>
                </a:lnTo>
                <a:lnTo>
                  <a:pt x="1740946" y="2097236"/>
                </a:lnTo>
                <a:lnTo>
                  <a:pt x="1748764" y="2118798"/>
                </a:lnTo>
                <a:lnTo>
                  <a:pt x="1728894" y="2125433"/>
                </a:lnTo>
                <a:lnTo>
                  <a:pt x="1702510" y="2128088"/>
                </a:lnTo>
                <a:lnTo>
                  <a:pt x="1681339" y="2145670"/>
                </a:lnTo>
                <a:lnTo>
                  <a:pt x="1686550" y="2149650"/>
                </a:lnTo>
                <a:lnTo>
                  <a:pt x="1683944" y="2164578"/>
                </a:lnTo>
                <a:lnTo>
                  <a:pt x="1672218" y="2182160"/>
                </a:lnTo>
                <a:lnTo>
                  <a:pt x="1667006" y="2191449"/>
                </a:lnTo>
                <a:lnTo>
                  <a:pt x="1657561" y="2206377"/>
                </a:lnTo>
                <a:lnTo>
                  <a:pt x="1645508" y="2206377"/>
                </a:lnTo>
                <a:lnTo>
                  <a:pt x="1642903" y="2218652"/>
                </a:lnTo>
                <a:lnTo>
                  <a:pt x="1651046" y="2227940"/>
                </a:lnTo>
                <a:lnTo>
                  <a:pt x="1654954" y="2252157"/>
                </a:lnTo>
                <a:lnTo>
                  <a:pt x="1645508" y="2271066"/>
                </a:lnTo>
                <a:lnTo>
                  <a:pt x="1621730" y="2283339"/>
                </a:lnTo>
                <a:lnTo>
                  <a:pt x="1615215" y="2292629"/>
                </a:lnTo>
                <a:lnTo>
                  <a:pt x="1606095" y="2292629"/>
                </a:lnTo>
                <a:lnTo>
                  <a:pt x="1595346" y="2307556"/>
                </a:lnTo>
                <a:lnTo>
                  <a:pt x="1565053" y="2331773"/>
                </a:lnTo>
                <a:lnTo>
                  <a:pt x="1555608" y="2355990"/>
                </a:lnTo>
                <a:lnTo>
                  <a:pt x="1559517" y="2377553"/>
                </a:lnTo>
                <a:lnTo>
                  <a:pt x="1570265" y="2401770"/>
                </a:lnTo>
                <a:lnTo>
                  <a:pt x="1567660" y="2407077"/>
                </a:lnTo>
                <a:lnTo>
                  <a:pt x="1579386" y="2434280"/>
                </a:lnTo>
                <a:lnTo>
                  <a:pt x="1579386" y="2455842"/>
                </a:lnTo>
                <a:lnTo>
                  <a:pt x="1571568" y="2470439"/>
                </a:lnTo>
                <a:lnTo>
                  <a:pt x="1562448" y="2471766"/>
                </a:lnTo>
                <a:lnTo>
                  <a:pt x="1558213" y="2458497"/>
                </a:lnTo>
                <a:lnTo>
                  <a:pt x="1550396" y="2455842"/>
                </a:lnTo>
                <a:lnTo>
                  <a:pt x="1546487" y="2435607"/>
                </a:lnTo>
                <a:lnTo>
                  <a:pt x="1538344" y="2435607"/>
                </a:lnTo>
                <a:lnTo>
                  <a:pt x="1531829" y="2416698"/>
                </a:lnTo>
                <a:lnTo>
                  <a:pt x="1535739" y="2397789"/>
                </a:lnTo>
                <a:lnTo>
                  <a:pt x="1517171" y="2374899"/>
                </a:lnTo>
                <a:lnTo>
                  <a:pt x="1508051" y="2370918"/>
                </a:lnTo>
                <a:lnTo>
                  <a:pt x="1488182" y="2380207"/>
                </a:lnTo>
                <a:lnTo>
                  <a:pt x="1472222" y="2362625"/>
                </a:lnTo>
                <a:lnTo>
                  <a:pt x="1457889" y="2362625"/>
                </a:lnTo>
                <a:lnTo>
                  <a:pt x="1445838" y="2368265"/>
                </a:lnTo>
                <a:lnTo>
                  <a:pt x="1427271" y="2365610"/>
                </a:lnTo>
                <a:lnTo>
                  <a:pt x="1419453" y="2374899"/>
                </a:lnTo>
                <a:lnTo>
                  <a:pt x="1395675" y="2392482"/>
                </a:lnTo>
                <a:lnTo>
                  <a:pt x="1386229" y="2389827"/>
                </a:lnTo>
                <a:lnTo>
                  <a:pt x="1374504" y="2377553"/>
                </a:lnTo>
                <a:lnTo>
                  <a:pt x="1367663" y="2382860"/>
                </a:lnTo>
                <a:lnTo>
                  <a:pt x="1343885" y="2377553"/>
                </a:lnTo>
                <a:lnTo>
                  <a:pt x="1329227" y="2382860"/>
                </a:lnTo>
                <a:lnTo>
                  <a:pt x="1309358" y="2399115"/>
                </a:lnTo>
                <a:lnTo>
                  <a:pt x="1285580" y="2414044"/>
                </a:lnTo>
                <a:lnTo>
                  <a:pt x="1276460" y="2434280"/>
                </a:lnTo>
                <a:lnTo>
                  <a:pt x="1284277" y="2455842"/>
                </a:lnTo>
                <a:lnTo>
                  <a:pt x="1281671" y="2462477"/>
                </a:lnTo>
                <a:lnTo>
                  <a:pt x="1276460" y="2471766"/>
                </a:lnTo>
                <a:lnTo>
                  <a:pt x="1273853" y="2486694"/>
                </a:lnTo>
                <a:lnTo>
                  <a:pt x="1272550" y="2506930"/>
                </a:lnTo>
                <a:lnTo>
                  <a:pt x="1272550" y="2513565"/>
                </a:lnTo>
                <a:lnTo>
                  <a:pt x="1269945" y="2519204"/>
                </a:lnTo>
                <a:lnTo>
                  <a:pt x="1273853" y="2538113"/>
                </a:lnTo>
                <a:lnTo>
                  <a:pt x="1276460" y="2543421"/>
                </a:lnTo>
                <a:lnTo>
                  <a:pt x="1281671" y="2556690"/>
                </a:lnTo>
                <a:lnTo>
                  <a:pt x="1291118" y="2567638"/>
                </a:lnTo>
                <a:lnTo>
                  <a:pt x="1296329" y="2571618"/>
                </a:lnTo>
                <a:lnTo>
                  <a:pt x="1297631" y="2581239"/>
                </a:lnTo>
                <a:lnTo>
                  <a:pt x="1300238" y="2583893"/>
                </a:lnTo>
                <a:lnTo>
                  <a:pt x="1305449" y="2593182"/>
                </a:lnTo>
                <a:lnTo>
                  <a:pt x="1317501" y="2593182"/>
                </a:lnTo>
                <a:lnTo>
                  <a:pt x="1324016" y="2598489"/>
                </a:lnTo>
                <a:lnTo>
                  <a:pt x="1329227" y="2604129"/>
                </a:lnTo>
                <a:lnTo>
                  <a:pt x="1341279" y="2601475"/>
                </a:lnTo>
                <a:lnTo>
                  <a:pt x="1345188" y="2598489"/>
                </a:lnTo>
                <a:lnTo>
                  <a:pt x="1357240" y="2598489"/>
                </a:lnTo>
                <a:lnTo>
                  <a:pt x="1365058" y="2593182"/>
                </a:lnTo>
                <a:lnTo>
                  <a:pt x="1374504" y="2593182"/>
                </a:lnTo>
                <a:lnTo>
                  <a:pt x="1377109" y="2598489"/>
                </a:lnTo>
                <a:lnTo>
                  <a:pt x="1381018" y="2598489"/>
                </a:lnTo>
                <a:lnTo>
                  <a:pt x="1386229" y="2593182"/>
                </a:lnTo>
                <a:lnTo>
                  <a:pt x="1383624" y="2589200"/>
                </a:lnTo>
                <a:lnTo>
                  <a:pt x="1391441" y="2583893"/>
                </a:lnTo>
                <a:lnTo>
                  <a:pt x="1392744" y="2581239"/>
                </a:lnTo>
                <a:lnTo>
                  <a:pt x="1395675" y="2574273"/>
                </a:lnTo>
                <a:lnTo>
                  <a:pt x="1400887" y="2568965"/>
                </a:lnTo>
                <a:lnTo>
                  <a:pt x="1398282" y="2567638"/>
                </a:lnTo>
                <a:lnTo>
                  <a:pt x="1400887" y="2555363"/>
                </a:lnTo>
                <a:lnTo>
                  <a:pt x="1400887" y="2550056"/>
                </a:lnTo>
                <a:lnTo>
                  <a:pt x="1404796" y="2547402"/>
                </a:lnTo>
                <a:lnTo>
                  <a:pt x="1412614" y="2544748"/>
                </a:lnTo>
                <a:lnTo>
                  <a:pt x="1422060" y="2543421"/>
                </a:lnTo>
                <a:lnTo>
                  <a:pt x="1431180" y="2540767"/>
                </a:lnTo>
                <a:lnTo>
                  <a:pt x="1440626" y="2538113"/>
                </a:lnTo>
                <a:lnTo>
                  <a:pt x="1454958" y="2543421"/>
                </a:lnTo>
                <a:lnTo>
                  <a:pt x="1460495" y="2540767"/>
                </a:lnTo>
                <a:lnTo>
                  <a:pt x="1463101" y="2543421"/>
                </a:lnTo>
                <a:lnTo>
                  <a:pt x="1463101" y="2547402"/>
                </a:lnTo>
                <a:lnTo>
                  <a:pt x="1460495" y="2555363"/>
                </a:lnTo>
                <a:lnTo>
                  <a:pt x="1454958" y="2559676"/>
                </a:lnTo>
                <a:lnTo>
                  <a:pt x="1452352" y="2564983"/>
                </a:lnTo>
                <a:lnTo>
                  <a:pt x="1451049" y="2571618"/>
                </a:lnTo>
                <a:lnTo>
                  <a:pt x="1445838" y="2576927"/>
                </a:lnTo>
                <a:lnTo>
                  <a:pt x="1452352" y="2576927"/>
                </a:lnTo>
                <a:lnTo>
                  <a:pt x="1445838" y="2598489"/>
                </a:lnTo>
                <a:lnTo>
                  <a:pt x="1436717" y="2598489"/>
                </a:lnTo>
                <a:lnTo>
                  <a:pt x="1440626" y="2601475"/>
                </a:lnTo>
                <a:lnTo>
                  <a:pt x="1440626" y="2605455"/>
                </a:lnTo>
                <a:lnTo>
                  <a:pt x="1436717" y="2613417"/>
                </a:lnTo>
                <a:lnTo>
                  <a:pt x="1439323" y="2617398"/>
                </a:lnTo>
                <a:lnTo>
                  <a:pt x="1436717" y="2632327"/>
                </a:lnTo>
                <a:lnTo>
                  <a:pt x="1433786" y="2637634"/>
                </a:lnTo>
                <a:lnTo>
                  <a:pt x="1428574" y="2640287"/>
                </a:lnTo>
                <a:lnTo>
                  <a:pt x="1427271" y="2647254"/>
                </a:lnTo>
                <a:lnTo>
                  <a:pt x="1431180" y="2649909"/>
                </a:lnTo>
                <a:lnTo>
                  <a:pt x="1433786" y="2647254"/>
                </a:lnTo>
                <a:lnTo>
                  <a:pt x="1439323" y="2649909"/>
                </a:lnTo>
                <a:lnTo>
                  <a:pt x="1448443" y="2644601"/>
                </a:lnTo>
                <a:lnTo>
                  <a:pt x="1451049" y="2647254"/>
                </a:lnTo>
                <a:lnTo>
                  <a:pt x="1452352" y="2647254"/>
                </a:lnTo>
                <a:lnTo>
                  <a:pt x="1460495" y="2649909"/>
                </a:lnTo>
                <a:lnTo>
                  <a:pt x="1469616" y="2647254"/>
                </a:lnTo>
                <a:lnTo>
                  <a:pt x="1481668" y="2644601"/>
                </a:lnTo>
                <a:lnTo>
                  <a:pt x="1486880" y="2647254"/>
                </a:lnTo>
                <a:lnTo>
                  <a:pt x="1493393" y="2644601"/>
                </a:lnTo>
                <a:lnTo>
                  <a:pt x="1500234" y="2647254"/>
                </a:lnTo>
                <a:lnTo>
                  <a:pt x="1508051" y="2647254"/>
                </a:lnTo>
                <a:lnTo>
                  <a:pt x="1511960" y="2652562"/>
                </a:lnTo>
                <a:lnTo>
                  <a:pt x="1510657" y="2653889"/>
                </a:lnTo>
                <a:lnTo>
                  <a:pt x="1511960" y="2656543"/>
                </a:lnTo>
                <a:lnTo>
                  <a:pt x="1522709" y="2659197"/>
                </a:lnTo>
                <a:lnTo>
                  <a:pt x="1526618" y="2661851"/>
                </a:lnTo>
                <a:lnTo>
                  <a:pt x="1522709" y="2664504"/>
                </a:lnTo>
                <a:lnTo>
                  <a:pt x="1526618" y="2676779"/>
                </a:lnTo>
                <a:lnTo>
                  <a:pt x="1522709" y="2680759"/>
                </a:lnTo>
                <a:lnTo>
                  <a:pt x="1520104" y="2690381"/>
                </a:lnTo>
                <a:lnTo>
                  <a:pt x="1520104" y="2710616"/>
                </a:lnTo>
                <a:lnTo>
                  <a:pt x="1517171" y="2713270"/>
                </a:lnTo>
                <a:lnTo>
                  <a:pt x="1517171" y="2719905"/>
                </a:lnTo>
                <a:lnTo>
                  <a:pt x="1517171" y="2722558"/>
                </a:lnTo>
                <a:lnTo>
                  <a:pt x="1514566" y="2729525"/>
                </a:lnTo>
                <a:lnTo>
                  <a:pt x="1514566" y="2734833"/>
                </a:lnTo>
                <a:lnTo>
                  <a:pt x="1517171" y="2737486"/>
                </a:lnTo>
                <a:lnTo>
                  <a:pt x="1522709" y="2744121"/>
                </a:lnTo>
                <a:lnTo>
                  <a:pt x="1526618" y="2753742"/>
                </a:lnTo>
                <a:lnTo>
                  <a:pt x="1534436" y="2759050"/>
                </a:lnTo>
                <a:lnTo>
                  <a:pt x="1535739" y="2761703"/>
                </a:lnTo>
                <a:lnTo>
                  <a:pt x="1541275" y="2763030"/>
                </a:lnTo>
                <a:lnTo>
                  <a:pt x="1541275" y="2770992"/>
                </a:lnTo>
                <a:lnTo>
                  <a:pt x="1546487" y="2773978"/>
                </a:lnTo>
                <a:lnTo>
                  <a:pt x="1550396" y="2770992"/>
                </a:lnTo>
                <a:lnTo>
                  <a:pt x="1555608" y="2775305"/>
                </a:lnTo>
                <a:lnTo>
                  <a:pt x="1559517" y="2775305"/>
                </a:lnTo>
                <a:lnTo>
                  <a:pt x="1567660" y="2773978"/>
                </a:lnTo>
                <a:lnTo>
                  <a:pt x="1570265" y="2770992"/>
                </a:lnTo>
                <a:lnTo>
                  <a:pt x="1579386" y="2765685"/>
                </a:lnTo>
                <a:lnTo>
                  <a:pt x="1588832" y="2761703"/>
                </a:lnTo>
                <a:lnTo>
                  <a:pt x="1597952" y="2761703"/>
                </a:lnTo>
                <a:lnTo>
                  <a:pt x="1597952" y="2763030"/>
                </a:lnTo>
                <a:lnTo>
                  <a:pt x="1606095" y="2763030"/>
                </a:lnTo>
                <a:lnTo>
                  <a:pt x="1615215" y="2765685"/>
                </a:lnTo>
                <a:lnTo>
                  <a:pt x="1621730" y="2773978"/>
                </a:lnTo>
                <a:lnTo>
                  <a:pt x="1627268" y="2777958"/>
                </a:lnTo>
                <a:lnTo>
                  <a:pt x="1638993" y="2787247"/>
                </a:lnTo>
                <a:lnTo>
                  <a:pt x="1638993" y="2777958"/>
                </a:lnTo>
                <a:lnTo>
                  <a:pt x="1653651" y="2763030"/>
                </a:lnTo>
                <a:lnTo>
                  <a:pt x="1654954" y="2763030"/>
                </a:lnTo>
                <a:lnTo>
                  <a:pt x="1660166" y="2744121"/>
                </a:lnTo>
                <a:lnTo>
                  <a:pt x="1669612" y="2732179"/>
                </a:lnTo>
                <a:lnTo>
                  <a:pt x="1677429" y="2734833"/>
                </a:lnTo>
                <a:lnTo>
                  <a:pt x="1683944" y="2729525"/>
                </a:lnTo>
                <a:lnTo>
                  <a:pt x="1698602" y="2729525"/>
                </a:lnTo>
                <a:lnTo>
                  <a:pt x="1728894" y="2710616"/>
                </a:lnTo>
                <a:lnTo>
                  <a:pt x="1731826" y="2719905"/>
                </a:lnTo>
                <a:lnTo>
                  <a:pt x="1722380" y="2725213"/>
                </a:lnTo>
                <a:lnTo>
                  <a:pt x="1726289" y="2738813"/>
                </a:lnTo>
                <a:lnTo>
                  <a:pt x="1717168" y="2756395"/>
                </a:lnTo>
                <a:lnTo>
                  <a:pt x="1728894" y="2770992"/>
                </a:lnTo>
                <a:lnTo>
                  <a:pt x="1737037" y="2765685"/>
                </a:lnTo>
                <a:lnTo>
                  <a:pt x="1737037" y="2756395"/>
                </a:lnTo>
                <a:lnTo>
                  <a:pt x="1728894" y="2741468"/>
                </a:lnTo>
                <a:lnTo>
                  <a:pt x="1731826" y="2734833"/>
                </a:lnTo>
                <a:lnTo>
                  <a:pt x="1755604" y="2726540"/>
                </a:lnTo>
                <a:lnTo>
                  <a:pt x="1750067" y="2719905"/>
                </a:lnTo>
                <a:lnTo>
                  <a:pt x="1755604" y="2713270"/>
                </a:lnTo>
                <a:lnTo>
                  <a:pt x="1762118" y="2726540"/>
                </a:lnTo>
                <a:lnTo>
                  <a:pt x="1774171" y="2726540"/>
                </a:lnTo>
                <a:lnTo>
                  <a:pt x="1781988" y="2732179"/>
                </a:lnTo>
                <a:lnTo>
                  <a:pt x="1785896" y="2744121"/>
                </a:lnTo>
                <a:lnTo>
                  <a:pt x="1820424" y="2741468"/>
                </a:lnTo>
                <a:lnTo>
                  <a:pt x="1826939" y="2749430"/>
                </a:lnTo>
                <a:lnTo>
                  <a:pt x="1845505" y="2751088"/>
                </a:lnTo>
                <a:lnTo>
                  <a:pt x="1856254" y="2744121"/>
                </a:lnTo>
                <a:lnTo>
                  <a:pt x="1881335" y="2738813"/>
                </a:lnTo>
                <a:lnTo>
                  <a:pt x="1880032" y="2746775"/>
                </a:lnTo>
                <a:lnTo>
                  <a:pt x="1889152" y="2759050"/>
                </a:lnTo>
                <a:lnTo>
                  <a:pt x="1895667" y="2753742"/>
                </a:lnTo>
                <a:lnTo>
                  <a:pt x="1903810" y="2756395"/>
                </a:lnTo>
                <a:lnTo>
                  <a:pt x="1915536" y="2763030"/>
                </a:lnTo>
                <a:lnTo>
                  <a:pt x="1905113" y="2780612"/>
                </a:lnTo>
                <a:lnTo>
                  <a:pt x="1916839" y="2777958"/>
                </a:lnTo>
                <a:lnTo>
                  <a:pt x="1928891" y="2780612"/>
                </a:lnTo>
                <a:lnTo>
                  <a:pt x="1943549" y="2787247"/>
                </a:lnTo>
                <a:lnTo>
                  <a:pt x="1955275" y="2799522"/>
                </a:lnTo>
                <a:lnTo>
                  <a:pt x="1955275" y="2807483"/>
                </a:lnTo>
                <a:lnTo>
                  <a:pt x="1964720" y="2811464"/>
                </a:lnTo>
                <a:lnTo>
                  <a:pt x="1979053" y="2826392"/>
                </a:lnTo>
                <a:lnTo>
                  <a:pt x="2012277" y="2826392"/>
                </a:lnTo>
                <a:lnTo>
                  <a:pt x="2014883" y="2823738"/>
                </a:lnTo>
                <a:lnTo>
                  <a:pt x="2034752" y="2829046"/>
                </a:lnTo>
                <a:lnTo>
                  <a:pt x="2050713" y="2834354"/>
                </a:lnTo>
                <a:lnTo>
                  <a:pt x="2067976" y="2847955"/>
                </a:lnTo>
                <a:lnTo>
                  <a:pt x="2074491" y="2860229"/>
                </a:lnTo>
                <a:lnTo>
                  <a:pt x="2083611" y="2862883"/>
                </a:lnTo>
                <a:lnTo>
                  <a:pt x="2083611" y="2874826"/>
                </a:lnTo>
                <a:lnTo>
                  <a:pt x="2095664" y="2899042"/>
                </a:lnTo>
                <a:lnTo>
                  <a:pt x="2103481" y="2902028"/>
                </a:lnTo>
                <a:lnTo>
                  <a:pt x="2103481" y="2911316"/>
                </a:lnTo>
                <a:lnTo>
                  <a:pt x="2089149" y="2928898"/>
                </a:lnTo>
                <a:lnTo>
                  <a:pt x="2079703" y="2935533"/>
                </a:lnTo>
                <a:lnTo>
                  <a:pt x="2067976" y="2959750"/>
                </a:lnTo>
                <a:lnTo>
                  <a:pt x="2089149" y="2947808"/>
                </a:lnTo>
                <a:lnTo>
                  <a:pt x="2089149" y="2943826"/>
                </a:lnTo>
                <a:lnTo>
                  <a:pt x="2094360" y="2932879"/>
                </a:lnTo>
                <a:lnTo>
                  <a:pt x="2107389" y="2935533"/>
                </a:lnTo>
                <a:lnTo>
                  <a:pt x="2118138" y="2932879"/>
                </a:lnTo>
                <a:lnTo>
                  <a:pt x="2131493" y="2935533"/>
                </a:lnTo>
                <a:lnTo>
                  <a:pt x="2130190" y="2945153"/>
                </a:lnTo>
                <a:lnTo>
                  <a:pt x="2122047" y="2957096"/>
                </a:lnTo>
                <a:lnTo>
                  <a:pt x="2094360" y="2962403"/>
                </a:lnTo>
                <a:lnTo>
                  <a:pt x="2089149" y="2957096"/>
                </a:lnTo>
                <a:lnTo>
                  <a:pt x="2091754" y="2962403"/>
                </a:lnTo>
                <a:lnTo>
                  <a:pt x="2106087" y="2965390"/>
                </a:lnTo>
                <a:lnTo>
                  <a:pt x="2119442" y="2965390"/>
                </a:lnTo>
                <a:lnTo>
                  <a:pt x="2131493" y="2955770"/>
                </a:lnTo>
                <a:lnTo>
                  <a:pt x="2136705" y="2943826"/>
                </a:lnTo>
                <a:lnTo>
                  <a:pt x="2151362" y="2940841"/>
                </a:lnTo>
                <a:lnTo>
                  <a:pt x="2163089" y="2950461"/>
                </a:lnTo>
                <a:lnTo>
                  <a:pt x="2193707" y="2959750"/>
                </a:lnTo>
                <a:lnTo>
                  <a:pt x="2201525" y="2972024"/>
                </a:lnTo>
                <a:lnTo>
                  <a:pt x="2208040" y="2977332"/>
                </a:lnTo>
                <a:lnTo>
                  <a:pt x="2217486" y="2972024"/>
                </a:lnTo>
                <a:lnTo>
                  <a:pt x="2234749" y="2979985"/>
                </a:lnTo>
                <a:lnTo>
                  <a:pt x="2255921" y="2983967"/>
                </a:lnTo>
                <a:lnTo>
                  <a:pt x="2277093" y="2981313"/>
                </a:lnTo>
                <a:lnTo>
                  <a:pt x="2303477" y="2996240"/>
                </a:lnTo>
                <a:lnTo>
                  <a:pt x="2327255" y="3017804"/>
                </a:lnTo>
                <a:lnTo>
                  <a:pt x="2333770" y="3020457"/>
                </a:lnTo>
                <a:lnTo>
                  <a:pt x="2345821" y="3020457"/>
                </a:lnTo>
                <a:lnTo>
                  <a:pt x="2356245" y="3023112"/>
                </a:lnTo>
                <a:lnTo>
                  <a:pt x="2360479" y="3030077"/>
                </a:lnTo>
                <a:lnTo>
                  <a:pt x="2368297" y="3059602"/>
                </a:lnTo>
                <a:lnTo>
                  <a:pt x="2368297" y="3071877"/>
                </a:lnTo>
                <a:lnTo>
                  <a:pt x="2360479" y="3090454"/>
                </a:lnTo>
                <a:lnTo>
                  <a:pt x="2339307" y="3117656"/>
                </a:lnTo>
                <a:lnTo>
                  <a:pt x="2329861" y="3125618"/>
                </a:lnTo>
                <a:lnTo>
                  <a:pt x="2318135" y="3147181"/>
                </a:lnTo>
                <a:lnTo>
                  <a:pt x="2306083" y="3162108"/>
                </a:lnTo>
                <a:lnTo>
                  <a:pt x="2298266" y="3163436"/>
                </a:lnTo>
                <a:lnTo>
                  <a:pt x="2294031" y="3174052"/>
                </a:lnTo>
                <a:lnTo>
                  <a:pt x="2296636" y="3183672"/>
                </a:lnTo>
                <a:lnTo>
                  <a:pt x="2294031" y="3192960"/>
                </a:lnTo>
                <a:lnTo>
                  <a:pt x="2296636" y="3216514"/>
                </a:lnTo>
                <a:lnTo>
                  <a:pt x="2291426" y="3239735"/>
                </a:lnTo>
                <a:lnTo>
                  <a:pt x="2288819" y="3253004"/>
                </a:lnTo>
                <a:lnTo>
                  <a:pt x="2284911" y="3259639"/>
                </a:lnTo>
                <a:lnTo>
                  <a:pt x="2282305" y="3279544"/>
                </a:lnTo>
                <a:lnTo>
                  <a:pt x="2270253" y="3306083"/>
                </a:lnTo>
                <a:lnTo>
                  <a:pt x="2262435" y="3309400"/>
                </a:lnTo>
                <a:lnTo>
                  <a:pt x="2258527" y="3322669"/>
                </a:lnTo>
                <a:lnTo>
                  <a:pt x="2261133" y="3332621"/>
                </a:lnTo>
                <a:lnTo>
                  <a:pt x="2243869" y="3342573"/>
                </a:lnTo>
                <a:lnTo>
                  <a:pt x="2238657" y="3349208"/>
                </a:lnTo>
                <a:lnTo>
                  <a:pt x="2214879" y="3349208"/>
                </a:lnTo>
                <a:lnTo>
                  <a:pt x="2210645" y="3349208"/>
                </a:lnTo>
                <a:lnTo>
                  <a:pt x="2196313" y="3349208"/>
                </a:lnTo>
                <a:lnTo>
                  <a:pt x="2193707" y="3355843"/>
                </a:lnTo>
                <a:lnTo>
                  <a:pt x="2175140" y="3365795"/>
                </a:lnTo>
                <a:lnTo>
                  <a:pt x="2155271" y="3375747"/>
                </a:lnTo>
                <a:lnTo>
                  <a:pt x="2136705" y="3389017"/>
                </a:lnTo>
                <a:lnTo>
                  <a:pt x="2127259" y="3405603"/>
                </a:lnTo>
                <a:lnTo>
                  <a:pt x="2127259" y="3442094"/>
                </a:lnTo>
                <a:lnTo>
                  <a:pt x="2122047" y="3458681"/>
                </a:lnTo>
                <a:lnTo>
                  <a:pt x="2112927" y="3465316"/>
                </a:lnTo>
                <a:lnTo>
                  <a:pt x="2100875" y="3485220"/>
                </a:lnTo>
                <a:lnTo>
                  <a:pt x="2098269" y="3495172"/>
                </a:lnTo>
                <a:lnTo>
                  <a:pt x="2091754" y="3498489"/>
                </a:lnTo>
                <a:lnTo>
                  <a:pt x="2083611" y="3491854"/>
                </a:lnTo>
                <a:lnTo>
                  <a:pt x="2074491" y="3508441"/>
                </a:lnTo>
                <a:lnTo>
                  <a:pt x="2070583" y="3508441"/>
                </a:lnTo>
                <a:lnTo>
                  <a:pt x="2065045" y="3534980"/>
                </a:lnTo>
                <a:lnTo>
                  <a:pt x="2055925" y="3564837"/>
                </a:lnTo>
                <a:lnTo>
                  <a:pt x="2043872" y="3564837"/>
                </a:lnTo>
                <a:lnTo>
                  <a:pt x="2032147" y="3591375"/>
                </a:lnTo>
                <a:lnTo>
                  <a:pt x="2020094" y="3591375"/>
                </a:lnTo>
                <a:lnTo>
                  <a:pt x="2003156" y="3591375"/>
                </a:lnTo>
                <a:lnTo>
                  <a:pt x="1996316" y="3591375"/>
                </a:lnTo>
                <a:lnTo>
                  <a:pt x="1979053" y="3578106"/>
                </a:lnTo>
                <a:lnTo>
                  <a:pt x="1967327" y="3578106"/>
                </a:lnTo>
                <a:lnTo>
                  <a:pt x="1957881" y="3578106"/>
                </a:lnTo>
                <a:lnTo>
                  <a:pt x="1960487" y="3534980"/>
                </a:lnTo>
                <a:lnTo>
                  <a:pt x="1952669" y="3564837"/>
                </a:lnTo>
                <a:lnTo>
                  <a:pt x="1955275" y="3578106"/>
                </a:lnTo>
                <a:lnTo>
                  <a:pt x="1975144" y="3604645"/>
                </a:lnTo>
                <a:lnTo>
                  <a:pt x="1979053" y="3617914"/>
                </a:lnTo>
                <a:lnTo>
                  <a:pt x="1987196" y="3631184"/>
                </a:lnTo>
                <a:lnTo>
                  <a:pt x="1972539" y="3657722"/>
                </a:lnTo>
                <a:lnTo>
                  <a:pt x="1946154" y="3670992"/>
                </a:lnTo>
                <a:lnTo>
                  <a:pt x="1915536" y="3684261"/>
                </a:lnTo>
                <a:lnTo>
                  <a:pt x="1893061" y="3684261"/>
                </a:lnTo>
                <a:lnTo>
                  <a:pt x="1893061" y="3697531"/>
                </a:lnTo>
                <a:lnTo>
                  <a:pt x="1886547" y="3710801"/>
                </a:lnTo>
                <a:lnTo>
                  <a:pt x="1889152" y="3724070"/>
                </a:lnTo>
                <a:lnTo>
                  <a:pt x="1874494" y="3724070"/>
                </a:lnTo>
                <a:lnTo>
                  <a:pt x="1862768" y="3724070"/>
                </a:lnTo>
                <a:lnTo>
                  <a:pt x="1841596" y="3724070"/>
                </a:lnTo>
                <a:lnTo>
                  <a:pt x="1838990" y="3724070"/>
                </a:lnTo>
                <a:lnTo>
                  <a:pt x="1844202" y="3750608"/>
                </a:lnTo>
                <a:lnTo>
                  <a:pt x="1850716" y="3750608"/>
                </a:lnTo>
                <a:lnTo>
                  <a:pt x="1865374" y="3750608"/>
                </a:lnTo>
                <a:lnTo>
                  <a:pt x="1865374" y="3780465"/>
                </a:lnTo>
                <a:lnTo>
                  <a:pt x="1848110" y="3780465"/>
                </a:lnTo>
                <a:lnTo>
                  <a:pt x="1836385" y="3793735"/>
                </a:lnTo>
                <a:lnTo>
                  <a:pt x="1838990" y="3807004"/>
                </a:lnTo>
                <a:lnTo>
                  <a:pt x="1829544" y="3820274"/>
                </a:lnTo>
                <a:lnTo>
                  <a:pt x="1808372" y="3833542"/>
                </a:lnTo>
                <a:lnTo>
                  <a:pt x="1796646" y="3860082"/>
                </a:lnTo>
                <a:lnTo>
                  <a:pt x="1800554" y="3873351"/>
                </a:lnTo>
                <a:lnTo>
                  <a:pt x="1812281" y="3873351"/>
                </a:lnTo>
                <a:lnTo>
                  <a:pt x="1829544" y="3886621"/>
                </a:lnTo>
                <a:lnTo>
                  <a:pt x="1824332" y="3899890"/>
                </a:lnTo>
                <a:lnTo>
                  <a:pt x="1805766" y="3913160"/>
                </a:lnTo>
                <a:lnTo>
                  <a:pt x="1794039" y="3939698"/>
                </a:lnTo>
                <a:lnTo>
                  <a:pt x="1794039" y="3952968"/>
                </a:lnTo>
                <a:lnTo>
                  <a:pt x="1774171" y="3966237"/>
                </a:lnTo>
                <a:lnTo>
                  <a:pt x="1769937" y="3979507"/>
                </a:lnTo>
                <a:lnTo>
                  <a:pt x="1772868" y="4006045"/>
                </a:lnTo>
                <a:lnTo>
                  <a:pt x="1781988" y="4019315"/>
                </a:lnTo>
                <a:lnTo>
                  <a:pt x="1769937" y="4019315"/>
                </a:lnTo>
                <a:lnTo>
                  <a:pt x="1764725" y="4019315"/>
                </a:lnTo>
                <a:lnTo>
                  <a:pt x="1758210" y="4019315"/>
                </a:lnTo>
                <a:lnTo>
                  <a:pt x="1740946" y="4032584"/>
                </a:lnTo>
                <a:lnTo>
                  <a:pt x="1738341" y="4062441"/>
                </a:lnTo>
                <a:lnTo>
                  <a:pt x="1731826" y="4062441"/>
                </a:lnTo>
                <a:lnTo>
                  <a:pt x="1717168" y="4062441"/>
                </a:lnTo>
                <a:lnTo>
                  <a:pt x="1713259" y="4049171"/>
                </a:lnTo>
                <a:lnTo>
                  <a:pt x="1731826" y="4049171"/>
                </a:lnTo>
                <a:lnTo>
                  <a:pt x="1731826" y="4032584"/>
                </a:lnTo>
                <a:lnTo>
                  <a:pt x="1713259" y="4049171"/>
                </a:lnTo>
                <a:lnTo>
                  <a:pt x="1702510" y="4049171"/>
                </a:lnTo>
                <a:lnTo>
                  <a:pt x="1702510" y="4032584"/>
                </a:lnTo>
                <a:lnTo>
                  <a:pt x="1690785" y="4019315"/>
                </a:lnTo>
                <a:lnTo>
                  <a:pt x="1693390" y="4019315"/>
                </a:lnTo>
                <a:lnTo>
                  <a:pt x="1681339" y="3979507"/>
                </a:lnTo>
                <a:lnTo>
                  <a:pt x="1683944" y="3979507"/>
                </a:lnTo>
                <a:lnTo>
                  <a:pt x="1678732" y="3952968"/>
                </a:lnTo>
                <a:lnTo>
                  <a:pt x="1678732" y="3913160"/>
                </a:lnTo>
                <a:lnTo>
                  <a:pt x="1683944" y="3913160"/>
                </a:lnTo>
                <a:lnTo>
                  <a:pt x="1686550" y="3899890"/>
                </a:lnTo>
                <a:lnTo>
                  <a:pt x="1672218" y="3899890"/>
                </a:lnTo>
                <a:lnTo>
                  <a:pt x="1683944" y="3873351"/>
                </a:lnTo>
                <a:lnTo>
                  <a:pt x="1678732" y="3873351"/>
                </a:lnTo>
                <a:lnTo>
                  <a:pt x="1667006" y="3873351"/>
                </a:lnTo>
                <a:lnTo>
                  <a:pt x="1660166" y="3860082"/>
                </a:lnTo>
                <a:lnTo>
                  <a:pt x="1672218" y="3846812"/>
                </a:lnTo>
                <a:lnTo>
                  <a:pt x="1674824" y="3846812"/>
                </a:lnTo>
                <a:lnTo>
                  <a:pt x="1683944" y="3846812"/>
                </a:lnTo>
                <a:lnTo>
                  <a:pt x="1689482" y="3860082"/>
                </a:lnTo>
                <a:lnTo>
                  <a:pt x="1693390" y="3846812"/>
                </a:lnTo>
                <a:lnTo>
                  <a:pt x="1695996" y="3820274"/>
                </a:lnTo>
                <a:lnTo>
                  <a:pt x="1707722" y="3820274"/>
                </a:lnTo>
                <a:lnTo>
                  <a:pt x="1710654" y="3807004"/>
                </a:lnTo>
                <a:lnTo>
                  <a:pt x="1701208" y="3807004"/>
                </a:lnTo>
                <a:lnTo>
                  <a:pt x="1702510" y="3793735"/>
                </a:lnTo>
                <a:lnTo>
                  <a:pt x="1701208" y="3780465"/>
                </a:lnTo>
                <a:lnTo>
                  <a:pt x="1707722" y="3780465"/>
                </a:lnTo>
                <a:lnTo>
                  <a:pt x="1705116" y="3750608"/>
                </a:lnTo>
                <a:lnTo>
                  <a:pt x="1710654" y="3750608"/>
                </a:lnTo>
                <a:lnTo>
                  <a:pt x="1705116" y="3737340"/>
                </a:lnTo>
                <a:lnTo>
                  <a:pt x="1698602" y="3750608"/>
                </a:lnTo>
                <a:lnTo>
                  <a:pt x="1690785" y="3750608"/>
                </a:lnTo>
                <a:lnTo>
                  <a:pt x="1686550" y="3724070"/>
                </a:lnTo>
                <a:lnTo>
                  <a:pt x="1690785" y="3697531"/>
                </a:lnTo>
                <a:lnTo>
                  <a:pt x="1695996" y="3697531"/>
                </a:lnTo>
                <a:lnTo>
                  <a:pt x="1698602" y="3684261"/>
                </a:lnTo>
                <a:lnTo>
                  <a:pt x="1693390" y="3670992"/>
                </a:lnTo>
                <a:lnTo>
                  <a:pt x="1690785" y="3644454"/>
                </a:lnTo>
                <a:lnTo>
                  <a:pt x="1698602" y="3644454"/>
                </a:lnTo>
                <a:lnTo>
                  <a:pt x="1702510" y="3631184"/>
                </a:lnTo>
                <a:lnTo>
                  <a:pt x="1710654" y="3604645"/>
                </a:lnTo>
                <a:lnTo>
                  <a:pt x="1717168" y="3591375"/>
                </a:lnTo>
                <a:lnTo>
                  <a:pt x="1719774" y="3578106"/>
                </a:lnTo>
                <a:lnTo>
                  <a:pt x="1726289" y="3564837"/>
                </a:lnTo>
                <a:lnTo>
                  <a:pt x="1731826" y="3534980"/>
                </a:lnTo>
                <a:lnTo>
                  <a:pt x="1726289" y="3508441"/>
                </a:lnTo>
                <a:lnTo>
                  <a:pt x="1726289" y="3495172"/>
                </a:lnTo>
                <a:lnTo>
                  <a:pt x="1731826" y="3485220"/>
                </a:lnTo>
                <a:lnTo>
                  <a:pt x="1728894" y="3465316"/>
                </a:lnTo>
                <a:lnTo>
                  <a:pt x="1734432" y="3455364"/>
                </a:lnTo>
                <a:lnTo>
                  <a:pt x="1738341" y="3428825"/>
                </a:lnTo>
                <a:lnTo>
                  <a:pt x="1740946" y="3428825"/>
                </a:lnTo>
                <a:lnTo>
                  <a:pt x="1748764" y="3392334"/>
                </a:lnTo>
                <a:lnTo>
                  <a:pt x="1746158" y="3382382"/>
                </a:lnTo>
                <a:lnTo>
                  <a:pt x="1746158" y="3365795"/>
                </a:lnTo>
                <a:lnTo>
                  <a:pt x="1746158" y="3349208"/>
                </a:lnTo>
                <a:lnTo>
                  <a:pt x="1750067" y="3345891"/>
                </a:lnTo>
                <a:lnTo>
                  <a:pt x="1752998" y="3319351"/>
                </a:lnTo>
                <a:lnTo>
                  <a:pt x="1750067" y="3306083"/>
                </a:lnTo>
                <a:lnTo>
                  <a:pt x="1752998" y="3292813"/>
                </a:lnTo>
                <a:lnTo>
                  <a:pt x="1748764" y="3259639"/>
                </a:lnTo>
                <a:lnTo>
                  <a:pt x="1731826" y="3249687"/>
                </a:lnTo>
                <a:lnTo>
                  <a:pt x="1728894" y="3239735"/>
                </a:lnTo>
                <a:lnTo>
                  <a:pt x="1667006" y="3207889"/>
                </a:lnTo>
                <a:lnTo>
                  <a:pt x="1653651" y="3192960"/>
                </a:lnTo>
                <a:lnTo>
                  <a:pt x="1645508" y="3186325"/>
                </a:lnTo>
                <a:lnTo>
                  <a:pt x="1648440" y="3171398"/>
                </a:lnTo>
                <a:lnTo>
                  <a:pt x="1629873" y="3139219"/>
                </a:lnTo>
                <a:lnTo>
                  <a:pt x="1621730" y="3132253"/>
                </a:lnTo>
                <a:lnTo>
                  <a:pt x="1603164" y="3083819"/>
                </a:lnTo>
                <a:lnTo>
                  <a:pt x="1594044" y="3071877"/>
                </a:lnTo>
                <a:lnTo>
                  <a:pt x="1586226" y="3056949"/>
                </a:lnTo>
                <a:lnTo>
                  <a:pt x="1579386" y="3050314"/>
                </a:lnTo>
                <a:lnTo>
                  <a:pt x="1559517" y="3040694"/>
                </a:lnTo>
                <a:lnTo>
                  <a:pt x="1565053" y="3030077"/>
                </a:lnTo>
                <a:lnTo>
                  <a:pt x="1558213" y="3013823"/>
                </a:lnTo>
                <a:lnTo>
                  <a:pt x="1559517" y="3005530"/>
                </a:lnTo>
                <a:lnTo>
                  <a:pt x="1574174" y="2992260"/>
                </a:lnTo>
                <a:lnTo>
                  <a:pt x="1576780" y="2979985"/>
                </a:lnTo>
                <a:lnTo>
                  <a:pt x="1565053" y="2972024"/>
                </a:lnTo>
                <a:lnTo>
                  <a:pt x="1567660" y="2959750"/>
                </a:lnTo>
                <a:lnTo>
                  <a:pt x="1571568" y="2938187"/>
                </a:lnTo>
                <a:lnTo>
                  <a:pt x="1581991" y="2928898"/>
                </a:lnTo>
                <a:lnTo>
                  <a:pt x="1579386" y="2916624"/>
                </a:lnTo>
                <a:lnTo>
                  <a:pt x="1600558" y="2908663"/>
                </a:lnTo>
                <a:lnTo>
                  <a:pt x="1603164" y="2907336"/>
                </a:lnTo>
                <a:lnTo>
                  <a:pt x="1600558" y="2899042"/>
                </a:lnTo>
                <a:lnTo>
                  <a:pt x="1606095" y="2887099"/>
                </a:lnTo>
                <a:lnTo>
                  <a:pt x="1619125" y="2883119"/>
                </a:lnTo>
                <a:lnTo>
                  <a:pt x="1631176" y="2865537"/>
                </a:lnTo>
                <a:lnTo>
                  <a:pt x="1627268" y="2860229"/>
                </a:lnTo>
                <a:lnTo>
                  <a:pt x="1627268" y="2850609"/>
                </a:lnTo>
                <a:lnTo>
                  <a:pt x="1624337" y="2822411"/>
                </a:lnTo>
                <a:lnTo>
                  <a:pt x="1627268" y="2814117"/>
                </a:lnTo>
                <a:lnTo>
                  <a:pt x="1617822" y="2802175"/>
                </a:lnTo>
                <a:lnTo>
                  <a:pt x="1612610" y="2798195"/>
                </a:lnTo>
                <a:lnTo>
                  <a:pt x="1607398" y="2787247"/>
                </a:lnTo>
                <a:lnTo>
                  <a:pt x="1610004" y="2787247"/>
                </a:lnTo>
                <a:lnTo>
                  <a:pt x="1612610" y="2783267"/>
                </a:lnTo>
                <a:lnTo>
                  <a:pt x="1607398" y="2780612"/>
                </a:lnTo>
                <a:lnTo>
                  <a:pt x="1607398" y="2777958"/>
                </a:lnTo>
                <a:lnTo>
                  <a:pt x="1600558" y="2773978"/>
                </a:lnTo>
                <a:lnTo>
                  <a:pt x="1595346" y="2770992"/>
                </a:lnTo>
                <a:lnTo>
                  <a:pt x="1591438" y="2770992"/>
                </a:lnTo>
                <a:lnTo>
                  <a:pt x="1586226" y="2775305"/>
                </a:lnTo>
                <a:lnTo>
                  <a:pt x="1583621" y="2777958"/>
                </a:lnTo>
                <a:lnTo>
                  <a:pt x="1576780" y="2783267"/>
                </a:lnTo>
                <a:lnTo>
                  <a:pt x="1574174" y="2783267"/>
                </a:lnTo>
                <a:lnTo>
                  <a:pt x="1571568" y="2787247"/>
                </a:lnTo>
                <a:lnTo>
                  <a:pt x="1579386" y="2795540"/>
                </a:lnTo>
                <a:lnTo>
                  <a:pt x="1574174" y="2802175"/>
                </a:lnTo>
                <a:lnTo>
                  <a:pt x="1565053" y="2802175"/>
                </a:lnTo>
                <a:lnTo>
                  <a:pt x="1565053" y="2798195"/>
                </a:lnTo>
                <a:lnTo>
                  <a:pt x="1553002" y="2792555"/>
                </a:lnTo>
                <a:lnTo>
                  <a:pt x="1550396" y="2785920"/>
                </a:lnTo>
                <a:lnTo>
                  <a:pt x="1543882" y="2785920"/>
                </a:lnTo>
                <a:lnTo>
                  <a:pt x="1541275" y="2783267"/>
                </a:lnTo>
                <a:lnTo>
                  <a:pt x="1531829" y="2783267"/>
                </a:lnTo>
                <a:lnTo>
                  <a:pt x="1531829" y="2787247"/>
                </a:lnTo>
                <a:lnTo>
                  <a:pt x="1529224" y="2785920"/>
                </a:lnTo>
                <a:lnTo>
                  <a:pt x="1520104" y="2780612"/>
                </a:lnTo>
                <a:lnTo>
                  <a:pt x="1517171" y="2777958"/>
                </a:lnTo>
                <a:lnTo>
                  <a:pt x="1520104" y="2773978"/>
                </a:lnTo>
                <a:lnTo>
                  <a:pt x="1517171" y="2770992"/>
                </a:lnTo>
                <a:lnTo>
                  <a:pt x="1511960" y="2765685"/>
                </a:lnTo>
                <a:lnTo>
                  <a:pt x="1508051" y="2763030"/>
                </a:lnTo>
                <a:lnTo>
                  <a:pt x="1500234" y="2761703"/>
                </a:lnTo>
                <a:lnTo>
                  <a:pt x="1498931" y="2753742"/>
                </a:lnTo>
                <a:lnTo>
                  <a:pt x="1493393" y="2751088"/>
                </a:lnTo>
                <a:lnTo>
                  <a:pt x="1490788" y="2753742"/>
                </a:lnTo>
                <a:lnTo>
                  <a:pt x="1496000" y="2756395"/>
                </a:lnTo>
                <a:lnTo>
                  <a:pt x="1496000" y="2759050"/>
                </a:lnTo>
                <a:lnTo>
                  <a:pt x="1490788" y="2761703"/>
                </a:lnTo>
                <a:lnTo>
                  <a:pt x="1488182" y="2756395"/>
                </a:lnTo>
                <a:lnTo>
                  <a:pt x="1484273" y="2753742"/>
                </a:lnTo>
                <a:lnTo>
                  <a:pt x="1481668" y="2751088"/>
                </a:lnTo>
                <a:lnTo>
                  <a:pt x="1479062" y="2746775"/>
                </a:lnTo>
                <a:lnTo>
                  <a:pt x="1484273" y="2741468"/>
                </a:lnTo>
                <a:lnTo>
                  <a:pt x="1481668" y="2734833"/>
                </a:lnTo>
                <a:lnTo>
                  <a:pt x="1479062" y="2729525"/>
                </a:lnTo>
                <a:lnTo>
                  <a:pt x="1467010" y="2722558"/>
                </a:lnTo>
                <a:lnTo>
                  <a:pt x="1463101" y="2713270"/>
                </a:lnTo>
                <a:lnTo>
                  <a:pt x="1460495" y="2710616"/>
                </a:lnTo>
                <a:lnTo>
                  <a:pt x="1448443" y="2700996"/>
                </a:lnTo>
                <a:lnTo>
                  <a:pt x="1448443" y="2698341"/>
                </a:lnTo>
                <a:lnTo>
                  <a:pt x="1454958" y="2698341"/>
                </a:lnTo>
                <a:lnTo>
                  <a:pt x="1448443" y="2693034"/>
                </a:lnTo>
                <a:lnTo>
                  <a:pt x="1445838" y="2690381"/>
                </a:lnTo>
                <a:lnTo>
                  <a:pt x="1443231" y="2695688"/>
                </a:lnTo>
                <a:lnTo>
                  <a:pt x="1428574" y="2695688"/>
                </a:lnTo>
                <a:lnTo>
                  <a:pt x="1419453" y="2690381"/>
                </a:lnTo>
                <a:lnTo>
                  <a:pt x="1410007" y="2689053"/>
                </a:lnTo>
                <a:lnTo>
                  <a:pt x="1404796" y="2686399"/>
                </a:lnTo>
                <a:lnTo>
                  <a:pt x="1395675" y="2680759"/>
                </a:lnTo>
                <a:lnTo>
                  <a:pt x="1388836" y="2683414"/>
                </a:lnTo>
                <a:lnTo>
                  <a:pt x="1383624" y="2680759"/>
                </a:lnTo>
                <a:lnTo>
                  <a:pt x="1377109" y="2676779"/>
                </a:lnTo>
                <a:lnTo>
                  <a:pt x="1367663" y="2671471"/>
                </a:lnTo>
                <a:lnTo>
                  <a:pt x="1350400" y="2653889"/>
                </a:lnTo>
                <a:lnTo>
                  <a:pt x="1341279" y="2644601"/>
                </a:lnTo>
                <a:lnTo>
                  <a:pt x="1338673" y="2641615"/>
                </a:lnTo>
                <a:lnTo>
                  <a:pt x="1333462" y="2640287"/>
                </a:lnTo>
                <a:lnTo>
                  <a:pt x="1326622" y="2640287"/>
                </a:lnTo>
                <a:lnTo>
                  <a:pt x="1321410" y="2634980"/>
                </a:lnTo>
                <a:lnTo>
                  <a:pt x="1312289" y="2644601"/>
                </a:lnTo>
                <a:lnTo>
                  <a:pt x="1308055" y="2647254"/>
                </a:lnTo>
                <a:lnTo>
                  <a:pt x="1300238" y="2649909"/>
                </a:lnTo>
                <a:lnTo>
                  <a:pt x="1296329" y="2649909"/>
                </a:lnTo>
                <a:lnTo>
                  <a:pt x="1288185" y="2649909"/>
                </a:lnTo>
                <a:lnTo>
                  <a:pt x="1284277" y="2647254"/>
                </a:lnTo>
                <a:lnTo>
                  <a:pt x="1272550" y="2644601"/>
                </a:lnTo>
                <a:lnTo>
                  <a:pt x="1267014" y="2640287"/>
                </a:lnTo>
                <a:lnTo>
                  <a:pt x="1257893" y="2637634"/>
                </a:lnTo>
                <a:lnTo>
                  <a:pt x="1255287" y="2634980"/>
                </a:lnTo>
                <a:lnTo>
                  <a:pt x="1238024" y="2629672"/>
                </a:lnTo>
                <a:lnTo>
                  <a:pt x="1236721" y="2628345"/>
                </a:lnTo>
                <a:lnTo>
                  <a:pt x="1214246" y="2620052"/>
                </a:lnTo>
                <a:lnTo>
                  <a:pt x="1205125" y="2613417"/>
                </a:lnTo>
                <a:lnTo>
                  <a:pt x="1200890" y="2608110"/>
                </a:lnTo>
                <a:lnTo>
                  <a:pt x="1195679" y="2608110"/>
                </a:lnTo>
                <a:lnTo>
                  <a:pt x="1186559" y="2605455"/>
                </a:lnTo>
                <a:lnTo>
                  <a:pt x="1171901" y="2601475"/>
                </a:lnTo>
                <a:lnTo>
                  <a:pt x="1169296" y="2593182"/>
                </a:lnTo>
                <a:lnTo>
                  <a:pt x="1157243" y="2586547"/>
                </a:lnTo>
                <a:lnTo>
                  <a:pt x="1153335" y="2583893"/>
                </a:lnTo>
                <a:lnTo>
                  <a:pt x="1145518" y="2581239"/>
                </a:lnTo>
                <a:lnTo>
                  <a:pt x="1136071" y="2568965"/>
                </a:lnTo>
                <a:lnTo>
                  <a:pt x="1133465" y="2562330"/>
                </a:lnTo>
                <a:lnTo>
                  <a:pt x="1141283" y="2559676"/>
                </a:lnTo>
                <a:lnTo>
                  <a:pt x="1141283" y="2555363"/>
                </a:lnTo>
                <a:lnTo>
                  <a:pt x="1136071" y="2555363"/>
                </a:lnTo>
                <a:lnTo>
                  <a:pt x="1142911" y="2547402"/>
                </a:lnTo>
                <a:lnTo>
                  <a:pt x="1142911" y="2543421"/>
                </a:lnTo>
                <a:lnTo>
                  <a:pt x="1138677" y="2538113"/>
                </a:lnTo>
                <a:lnTo>
                  <a:pt x="1136071" y="2532473"/>
                </a:lnTo>
                <a:lnTo>
                  <a:pt x="1136071" y="2525839"/>
                </a:lnTo>
                <a:lnTo>
                  <a:pt x="1130860" y="2519204"/>
                </a:lnTo>
                <a:lnTo>
                  <a:pt x="1121739" y="2508257"/>
                </a:lnTo>
                <a:lnTo>
                  <a:pt x="1114899" y="2498968"/>
                </a:lnTo>
                <a:lnTo>
                  <a:pt x="1109687" y="2494988"/>
                </a:lnTo>
                <a:lnTo>
                  <a:pt x="1103172" y="2486694"/>
                </a:lnTo>
                <a:lnTo>
                  <a:pt x="1097636" y="2482713"/>
                </a:lnTo>
                <a:lnTo>
                  <a:pt x="1093726" y="2480059"/>
                </a:lnTo>
                <a:lnTo>
                  <a:pt x="1088515" y="2470439"/>
                </a:lnTo>
                <a:lnTo>
                  <a:pt x="1081349" y="2465131"/>
                </a:lnTo>
                <a:lnTo>
                  <a:pt x="1076789" y="2465131"/>
                </a:lnTo>
                <a:lnTo>
                  <a:pt x="1069622" y="2458497"/>
                </a:lnTo>
                <a:lnTo>
                  <a:pt x="1069622" y="2453189"/>
                </a:lnTo>
                <a:lnTo>
                  <a:pt x="1074183" y="2446222"/>
                </a:lnTo>
                <a:lnTo>
                  <a:pt x="1069622" y="2440914"/>
                </a:lnTo>
                <a:lnTo>
                  <a:pt x="1062456" y="2438261"/>
                </a:lnTo>
                <a:lnTo>
                  <a:pt x="1060177" y="2434280"/>
                </a:lnTo>
                <a:lnTo>
                  <a:pt x="1053010" y="2431626"/>
                </a:lnTo>
                <a:lnTo>
                  <a:pt x="1050405" y="2425987"/>
                </a:lnTo>
                <a:lnTo>
                  <a:pt x="1048125" y="2422005"/>
                </a:lnTo>
                <a:lnTo>
                  <a:pt x="1040959" y="2416698"/>
                </a:lnTo>
                <a:lnTo>
                  <a:pt x="1033793" y="2407077"/>
                </a:lnTo>
                <a:lnTo>
                  <a:pt x="1029232" y="2404424"/>
                </a:lnTo>
                <a:lnTo>
                  <a:pt x="1026627" y="2397789"/>
                </a:lnTo>
                <a:lnTo>
                  <a:pt x="1022066" y="2395135"/>
                </a:lnTo>
                <a:lnTo>
                  <a:pt x="1022066" y="2392482"/>
                </a:lnTo>
                <a:lnTo>
                  <a:pt x="1022066" y="2389827"/>
                </a:lnTo>
                <a:lnTo>
                  <a:pt x="1014901" y="2380207"/>
                </a:lnTo>
                <a:lnTo>
                  <a:pt x="1012295" y="2374899"/>
                </a:lnTo>
                <a:lnTo>
                  <a:pt x="1012295" y="2370918"/>
                </a:lnTo>
                <a:lnTo>
                  <a:pt x="1005128" y="2358645"/>
                </a:lnTo>
                <a:lnTo>
                  <a:pt x="1005128" y="2349355"/>
                </a:lnTo>
                <a:lnTo>
                  <a:pt x="995682" y="2346701"/>
                </a:lnTo>
                <a:lnTo>
                  <a:pt x="995682" y="2341062"/>
                </a:lnTo>
                <a:lnTo>
                  <a:pt x="986237" y="2341062"/>
                </a:lnTo>
                <a:lnTo>
                  <a:pt x="979070" y="2337081"/>
                </a:lnTo>
                <a:lnTo>
                  <a:pt x="976791" y="2337081"/>
                </a:lnTo>
                <a:lnTo>
                  <a:pt x="974185" y="2352010"/>
                </a:lnTo>
                <a:lnTo>
                  <a:pt x="976791" y="2353336"/>
                </a:lnTo>
                <a:lnTo>
                  <a:pt x="979070" y="2362625"/>
                </a:lnTo>
                <a:lnTo>
                  <a:pt x="979070" y="2370918"/>
                </a:lnTo>
                <a:lnTo>
                  <a:pt x="983957" y="2377553"/>
                </a:lnTo>
                <a:lnTo>
                  <a:pt x="986237" y="2377553"/>
                </a:lnTo>
                <a:lnTo>
                  <a:pt x="993403" y="2385515"/>
                </a:lnTo>
                <a:lnTo>
                  <a:pt x="997962" y="2392482"/>
                </a:lnTo>
                <a:lnTo>
                  <a:pt x="1005128" y="2399115"/>
                </a:lnTo>
                <a:lnTo>
                  <a:pt x="1005128" y="2404424"/>
                </a:lnTo>
                <a:lnTo>
                  <a:pt x="1010015" y="2407077"/>
                </a:lnTo>
                <a:lnTo>
                  <a:pt x="1012295" y="2414044"/>
                </a:lnTo>
                <a:lnTo>
                  <a:pt x="1012295" y="2416698"/>
                </a:lnTo>
                <a:lnTo>
                  <a:pt x="1014901" y="2422005"/>
                </a:lnTo>
                <a:lnTo>
                  <a:pt x="1019461" y="2423332"/>
                </a:lnTo>
                <a:lnTo>
                  <a:pt x="1022066" y="2428640"/>
                </a:lnTo>
                <a:lnTo>
                  <a:pt x="1026627" y="2438261"/>
                </a:lnTo>
                <a:lnTo>
                  <a:pt x="1031513" y="2440914"/>
                </a:lnTo>
                <a:lnTo>
                  <a:pt x="1036073" y="2447549"/>
                </a:lnTo>
                <a:lnTo>
                  <a:pt x="1036073" y="2455842"/>
                </a:lnTo>
                <a:lnTo>
                  <a:pt x="1048125" y="2477406"/>
                </a:lnTo>
                <a:lnTo>
                  <a:pt x="1048125" y="2484041"/>
                </a:lnTo>
                <a:lnTo>
                  <a:pt x="1053010" y="2489348"/>
                </a:lnTo>
                <a:lnTo>
                  <a:pt x="1055290" y="2486694"/>
                </a:lnTo>
                <a:lnTo>
                  <a:pt x="1062456" y="2492002"/>
                </a:lnTo>
                <a:lnTo>
                  <a:pt x="1064737" y="2498968"/>
                </a:lnTo>
                <a:lnTo>
                  <a:pt x="1069622" y="2504276"/>
                </a:lnTo>
                <a:lnTo>
                  <a:pt x="1069622" y="2508257"/>
                </a:lnTo>
                <a:lnTo>
                  <a:pt x="1062456" y="2513565"/>
                </a:lnTo>
                <a:lnTo>
                  <a:pt x="1057571" y="2513565"/>
                </a:lnTo>
                <a:lnTo>
                  <a:pt x="1057571" y="2506930"/>
                </a:lnTo>
                <a:lnTo>
                  <a:pt x="1055290" y="2501623"/>
                </a:lnTo>
                <a:lnTo>
                  <a:pt x="1048125" y="2498968"/>
                </a:lnTo>
                <a:lnTo>
                  <a:pt x="1040959" y="2492002"/>
                </a:lnTo>
                <a:lnTo>
                  <a:pt x="1033793" y="2486694"/>
                </a:lnTo>
                <a:lnTo>
                  <a:pt x="1026627" y="2480059"/>
                </a:lnTo>
                <a:lnTo>
                  <a:pt x="1024347" y="2477406"/>
                </a:lnTo>
                <a:lnTo>
                  <a:pt x="1022066" y="2474752"/>
                </a:lnTo>
                <a:lnTo>
                  <a:pt x="1024347" y="2467786"/>
                </a:lnTo>
                <a:lnTo>
                  <a:pt x="1022066" y="2459824"/>
                </a:lnTo>
                <a:lnTo>
                  <a:pt x="1019461" y="2450204"/>
                </a:lnTo>
                <a:lnTo>
                  <a:pt x="1012295" y="2447549"/>
                </a:lnTo>
                <a:lnTo>
                  <a:pt x="1002849" y="2438261"/>
                </a:lnTo>
                <a:lnTo>
                  <a:pt x="997962" y="2438261"/>
                </a:lnTo>
                <a:lnTo>
                  <a:pt x="993403" y="2434280"/>
                </a:lnTo>
                <a:lnTo>
                  <a:pt x="981350" y="2428640"/>
                </a:lnTo>
                <a:lnTo>
                  <a:pt x="981350" y="2425987"/>
                </a:lnTo>
                <a:lnTo>
                  <a:pt x="974185" y="2422005"/>
                </a:lnTo>
                <a:lnTo>
                  <a:pt x="983957" y="2416698"/>
                </a:lnTo>
                <a:lnTo>
                  <a:pt x="988516" y="2414044"/>
                </a:lnTo>
                <a:lnTo>
                  <a:pt x="988516" y="2404424"/>
                </a:lnTo>
                <a:lnTo>
                  <a:pt x="974185" y="2387173"/>
                </a:lnTo>
                <a:lnTo>
                  <a:pt x="969625" y="2385515"/>
                </a:lnTo>
                <a:lnTo>
                  <a:pt x="959853" y="2377553"/>
                </a:lnTo>
                <a:lnTo>
                  <a:pt x="957572" y="2365610"/>
                </a:lnTo>
                <a:lnTo>
                  <a:pt x="955292" y="2361298"/>
                </a:lnTo>
                <a:lnTo>
                  <a:pt x="955292" y="2358645"/>
                </a:lnTo>
                <a:lnTo>
                  <a:pt x="950407" y="2353336"/>
                </a:lnTo>
                <a:lnTo>
                  <a:pt x="950407" y="2349355"/>
                </a:lnTo>
                <a:lnTo>
                  <a:pt x="943241" y="2341062"/>
                </a:lnTo>
                <a:lnTo>
                  <a:pt x="945846" y="2337081"/>
                </a:lnTo>
                <a:lnTo>
                  <a:pt x="940960" y="2331773"/>
                </a:lnTo>
                <a:lnTo>
                  <a:pt x="938680" y="2327793"/>
                </a:lnTo>
                <a:lnTo>
                  <a:pt x="936075" y="2322153"/>
                </a:lnTo>
                <a:lnTo>
                  <a:pt x="928909" y="2304903"/>
                </a:lnTo>
                <a:lnTo>
                  <a:pt x="910017" y="2288648"/>
                </a:lnTo>
                <a:lnTo>
                  <a:pt x="893405" y="2280686"/>
                </a:lnTo>
                <a:lnTo>
                  <a:pt x="879073" y="2280686"/>
                </a:lnTo>
                <a:lnTo>
                  <a:pt x="874186" y="2267084"/>
                </a:lnTo>
                <a:lnTo>
                  <a:pt x="852689" y="2240214"/>
                </a:lnTo>
                <a:lnTo>
                  <a:pt x="852689" y="2225286"/>
                </a:lnTo>
                <a:lnTo>
                  <a:pt x="843242" y="2219979"/>
                </a:lnTo>
                <a:lnTo>
                  <a:pt x="831516" y="2191449"/>
                </a:lnTo>
                <a:lnTo>
                  <a:pt x="821745" y="2182160"/>
                </a:lnTo>
                <a:lnTo>
                  <a:pt x="819464" y="2159270"/>
                </a:lnTo>
                <a:lnTo>
                  <a:pt x="810018" y="2149650"/>
                </a:lnTo>
                <a:lnTo>
                  <a:pt x="814579" y="2125433"/>
                </a:lnTo>
                <a:lnTo>
                  <a:pt x="807412" y="2089274"/>
                </a:lnTo>
                <a:lnTo>
                  <a:pt x="812299" y="2067711"/>
                </a:lnTo>
                <a:lnTo>
                  <a:pt x="817184" y="2033874"/>
                </a:lnTo>
                <a:lnTo>
                  <a:pt x="817184" y="1997384"/>
                </a:lnTo>
                <a:lnTo>
                  <a:pt x="817184" y="1988095"/>
                </a:lnTo>
                <a:lnTo>
                  <a:pt x="805133" y="1958238"/>
                </a:lnTo>
                <a:lnTo>
                  <a:pt x="814579" y="1952930"/>
                </a:lnTo>
                <a:lnTo>
                  <a:pt x="845523" y="1961224"/>
                </a:lnTo>
                <a:lnTo>
                  <a:pt x="843242" y="1939661"/>
                </a:lnTo>
                <a:lnTo>
                  <a:pt x="838357" y="1934022"/>
                </a:lnTo>
                <a:lnTo>
                  <a:pt x="828911" y="1928714"/>
                </a:lnTo>
                <a:lnTo>
                  <a:pt x="802852" y="1907151"/>
                </a:lnTo>
                <a:lnTo>
                  <a:pt x="805133" y="1900516"/>
                </a:lnTo>
                <a:lnTo>
                  <a:pt x="793406" y="1892223"/>
                </a:lnTo>
                <a:lnTo>
                  <a:pt x="779074" y="1892223"/>
                </a:lnTo>
                <a:lnTo>
                  <a:pt x="779074" y="1880281"/>
                </a:lnTo>
                <a:lnTo>
                  <a:pt x="764742" y="1882934"/>
                </a:lnTo>
                <a:lnTo>
                  <a:pt x="750410" y="1873646"/>
                </a:lnTo>
                <a:lnTo>
                  <a:pt x="748130" y="1843789"/>
                </a:lnTo>
                <a:lnTo>
                  <a:pt x="728912" y="1803318"/>
                </a:lnTo>
                <a:lnTo>
                  <a:pt x="721746" y="1807299"/>
                </a:lnTo>
                <a:lnTo>
                  <a:pt x="710020" y="1791375"/>
                </a:lnTo>
                <a:lnTo>
                  <a:pt x="707415" y="1769813"/>
                </a:lnTo>
                <a:lnTo>
                  <a:pt x="712300" y="1752230"/>
                </a:lnTo>
                <a:lnTo>
                  <a:pt x="705134" y="1761520"/>
                </a:lnTo>
                <a:lnTo>
                  <a:pt x="695688" y="1767158"/>
                </a:lnTo>
                <a:lnTo>
                  <a:pt x="695688" y="1746923"/>
                </a:lnTo>
                <a:lnTo>
                  <a:pt x="695688" y="1737302"/>
                </a:lnTo>
                <a:lnTo>
                  <a:pt x="678750" y="1721048"/>
                </a:lnTo>
                <a:lnTo>
                  <a:pt x="662138" y="1696831"/>
                </a:lnTo>
                <a:lnTo>
                  <a:pt x="650412" y="1691523"/>
                </a:lnTo>
                <a:lnTo>
                  <a:pt x="647806" y="1669959"/>
                </a:lnTo>
                <a:lnTo>
                  <a:pt x="640640" y="1660671"/>
                </a:lnTo>
                <a:lnTo>
                  <a:pt x="638360" y="1657686"/>
                </a:lnTo>
                <a:lnTo>
                  <a:pt x="628914" y="1648397"/>
                </a:lnTo>
                <a:lnTo>
                  <a:pt x="616861" y="1648397"/>
                </a:lnTo>
                <a:lnTo>
                  <a:pt x="595690" y="1655032"/>
                </a:lnTo>
                <a:lnTo>
                  <a:pt x="567025" y="1625507"/>
                </a:lnTo>
                <a:lnTo>
                  <a:pt x="533476" y="1603944"/>
                </a:lnTo>
                <a:lnTo>
                  <a:pt x="521750" y="1603944"/>
                </a:lnTo>
                <a:lnTo>
                  <a:pt x="490806" y="1591670"/>
                </a:lnTo>
                <a:lnTo>
                  <a:pt x="469307" y="1594324"/>
                </a:lnTo>
                <a:lnTo>
                  <a:pt x="428917" y="1572761"/>
                </a:lnTo>
                <a:lnTo>
                  <a:pt x="414586" y="1558165"/>
                </a:lnTo>
                <a:lnTo>
                  <a:pt x="395367" y="1575747"/>
                </a:lnTo>
                <a:lnTo>
                  <a:pt x="390808" y="1597310"/>
                </a:lnTo>
                <a:lnTo>
                  <a:pt x="369309" y="1597310"/>
                </a:lnTo>
                <a:lnTo>
                  <a:pt x="359538" y="1611906"/>
                </a:lnTo>
                <a:lnTo>
                  <a:pt x="333480" y="1624180"/>
                </a:lnTo>
                <a:lnTo>
                  <a:pt x="331199" y="1601290"/>
                </a:lnTo>
                <a:lnTo>
                  <a:pt x="338365" y="1587690"/>
                </a:lnTo>
                <a:lnTo>
                  <a:pt x="338365" y="1570107"/>
                </a:lnTo>
                <a:lnTo>
                  <a:pt x="357258" y="1558165"/>
                </a:lnTo>
                <a:lnTo>
                  <a:pt x="352697" y="1548545"/>
                </a:lnTo>
                <a:lnTo>
                  <a:pt x="338365" y="1558165"/>
                </a:lnTo>
                <a:lnTo>
                  <a:pt x="324033" y="1577074"/>
                </a:lnTo>
                <a:lnTo>
                  <a:pt x="319148" y="1591670"/>
                </a:lnTo>
                <a:lnTo>
                  <a:pt x="293090" y="1615887"/>
                </a:lnTo>
                <a:lnTo>
                  <a:pt x="307421" y="1636122"/>
                </a:lnTo>
                <a:lnTo>
                  <a:pt x="293090" y="1648397"/>
                </a:lnTo>
                <a:lnTo>
                  <a:pt x="290483" y="1660671"/>
                </a:lnTo>
                <a:lnTo>
                  <a:pt x="254979" y="1682234"/>
                </a:lnTo>
                <a:lnTo>
                  <a:pt x="250093" y="1696831"/>
                </a:lnTo>
                <a:lnTo>
                  <a:pt x="233481" y="1700811"/>
                </a:lnTo>
                <a:lnTo>
                  <a:pt x="214263" y="1728013"/>
                </a:lnTo>
                <a:lnTo>
                  <a:pt x="190485" y="1734648"/>
                </a:lnTo>
                <a:lnTo>
                  <a:pt x="176153" y="1745595"/>
                </a:lnTo>
                <a:lnTo>
                  <a:pt x="159541" y="1746923"/>
                </a:lnTo>
                <a:lnTo>
                  <a:pt x="150095" y="1758865"/>
                </a:lnTo>
                <a:lnTo>
                  <a:pt x="138044" y="1754885"/>
                </a:lnTo>
                <a:lnTo>
                  <a:pt x="159541" y="1733321"/>
                </a:lnTo>
                <a:lnTo>
                  <a:pt x="171593" y="1730668"/>
                </a:lnTo>
                <a:lnTo>
                  <a:pt x="193091" y="1710431"/>
                </a:lnTo>
                <a:lnTo>
                  <a:pt x="207097" y="1703797"/>
                </a:lnTo>
                <a:lnTo>
                  <a:pt x="228596" y="1673941"/>
                </a:lnTo>
                <a:lnTo>
                  <a:pt x="233481" y="1649724"/>
                </a:lnTo>
                <a:lnTo>
                  <a:pt x="214263" y="1636122"/>
                </a:lnTo>
                <a:lnTo>
                  <a:pt x="207097" y="1649724"/>
                </a:lnTo>
                <a:lnTo>
                  <a:pt x="197651" y="1633469"/>
                </a:lnTo>
                <a:lnTo>
                  <a:pt x="181039" y="1628161"/>
                </a:lnTo>
                <a:lnTo>
                  <a:pt x="157261" y="1640435"/>
                </a:lnTo>
                <a:lnTo>
                  <a:pt x="159541" y="1611906"/>
                </a:lnTo>
                <a:lnTo>
                  <a:pt x="145209" y="1594324"/>
                </a:lnTo>
                <a:lnTo>
                  <a:pt x="126317" y="1601290"/>
                </a:lnTo>
                <a:lnTo>
                  <a:pt x="102408" y="1582382"/>
                </a:lnTo>
                <a:lnTo>
                  <a:pt x="97653" y="1572761"/>
                </a:lnTo>
                <a:lnTo>
                  <a:pt x="111952" y="1564800"/>
                </a:lnTo>
                <a:lnTo>
                  <a:pt x="83354" y="1539256"/>
                </a:lnTo>
                <a:lnTo>
                  <a:pt x="83354" y="1528308"/>
                </a:lnTo>
                <a:lnTo>
                  <a:pt x="107197" y="1497457"/>
                </a:lnTo>
                <a:lnTo>
                  <a:pt x="109575" y="1478548"/>
                </a:lnTo>
                <a:lnTo>
                  <a:pt x="116708" y="1473241"/>
                </a:lnTo>
                <a:lnTo>
                  <a:pt x="130877" y="1482529"/>
                </a:lnTo>
                <a:lnTo>
                  <a:pt x="142929" y="1473241"/>
                </a:lnTo>
                <a:lnTo>
                  <a:pt x="150095" y="1460966"/>
                </a:lnTo>
                <a:lnTo>
                  <a:pt x="168987" y="1463620"/>
                </a:lnTo>
                <a:lnTo>
                  <a:pt x="176153" y="1455659"/>
                </a:lnTo>
                <a:lnTo>
                  <a:pt x="173873" y="1434095"/>
                </a:lnTo>
                <a:lnTo>
                  <a:pt x="164427" y="1427461"/>
                </a:lnTo>
                <a:lnTo>
                  <a:pt x="173873" y="1409879"/>
                </a:lnTo>
                <a:lnTo>
                  <a:pt x="152375" y="1415187"/>
                </a:lnTo>
                <a:lnTo>
                  <a:pt x="145209" y="1421822"/>
                </a:lnTo>
                <a:lnTo>
                  <a:pt x="123874" y="1419167"/>
                </a:lnTo>
                <a:lnTo>
                  <a:pt x="102408" y="1424807"/>
                </a:lnTo>
                <a:lnTo>
                  <a:pt x="83354" y="1419167"/>
                </a:lnTo>
                <a:lnTo>
                  <a:pt x="73843" y="1403244"/>
                </a:lnTo>
                <a:lnTo>
                  <a:pt x="73843" y="1388315"/>
                </a:lnTo>
                <a:lnTo>
                  <a:pt x="59543" y="1385662"/>
                </a:lnTo>
                <a:lnTo>
                  <a:pt x="49999" y="1376042"/>
                </a:lnTo>
                <a:lnTo>
                  <a:pt x="92897" y="1345190"/>
                </a:lnTo>
                <a:lnTo>
                  <a:pt x="111952" y="1334243"/>
                </a:lnTo>
                <a:lnTo>
                  <a:pt x="123874" y="1332916"/>
                </a:lnTo>
                <a:lnTo>
                  <a:pt x="126317" y="1357133"/>
                </a:lnTo>
                <a:lnTo>
                  <a:pt x="157261" y="1358460"/>
                </a:lnTo>
                <a:lnTo>
                  <a:pt x="162147" y="1339883"/>
                </a:lnTo>
                <a:lnTo>
                  <a:pt x="185925" y="1342536"/>
                </a:lnTo>
                <a:lnTo>
                  <a:pt x="185925" y="1332916"/>
                </a:lnTo>
                <a:lnTo>
                  <a:pt x="157261" y="1327608"/>
                </a:lnTo>
                <a:lnTo>
                  <a:pt x="147815" y="1315334"/>
                </a:lnTo>
                <a:lnTo>
                  <a:pt x="123874" y="1310026"/>
                </a:lnTo>
                <a:lnTo>
                  <a:pt x="119086" y="1285809"/>
                </a:lnTo>
                <a:lnTo>
                  <a:pt x="76220" y="1251972"/>
                </a:lnTo>
                <a:lnTo>
                  <a:pt x="80976" y="1227756"/>
                </a:lnTo>
                <a:lnTo>
                  <a:pt x="116708" y="1223775"/>
                </a:lnTo>
                <a:lnTo>
                  <a:pt x="135763" y="1200885"/>
                </a:lnTo>
                <a:lnTo>
                  <a:pt x="138044" y="1181976"/>
                </a:lnTo>
                <a:lnTo>
                  <a:pt x="157261" y="1152451"/>
                </a:lnTo>
                <a:lnTo>
                  <a:pt x="176153" y="1151125"/>
                </a:lnTo>
                <a:lnTo>
                  <a:pt x="195371" y="1128235"/>
                </a:lnTo>
                <a:lnTo>
                  <a:pt x="224035" y="1126908"/>
                </a:lnTo>
                <a:lnTo>
                  <a:pt x="245208" y="1102359"/>
                </a:lnTo>
                <a:lnTo>
                  <a:pt x="276478" y="1109326"/>
                </a:lnTo>
                <a:lnTo>
                  <a:pt x="283317" y="1126908"/>
                </a:lnTo>
                <a:lnTo>
                  <a:pt x="307421" y="1121268"/>
                </a:lnTo>
                <a:lnTo>
                  <a:pt x="321427" y="1123923"/>
                </a:lnTo>
                <a:lnTo>
                  <a:pt x="319148" y="1140178"/>
                </a:lnTo>
                <a:lnTo>
                  <a:pt x="378755" y="1142831"/>
                </a:lnTo>
                <a:lnTo>
                  <a:pt x="404813" y="1160413"/>
                </a:lnTo>
                <a:lnTo>
                  <a:pt x="436083" y="1163067"/>
                </a:lnTo>
                <a:lnTo>
                  <a:pt x="454976" y="1172687"/>
                </a:lnTo>
                <a:lnTo>
                  <a:pt x="481034" y="1164394"/>
                </a:lnTo>
                <a:lnTo>
                  <a:pt x="497972" y="1176668"/>
                </a:lnTo>
                <a:lnTo>
                  <a:pt x="519143" y="1188942"/>
                </a:lnTo>
                <a:lnTo>
                  <a:pt x="552694" y="1196904"/>
                </a:lnTo>
                <a:lnTo>
                  <a:pt x="562140" y="1208847"/>
                </a:lnTo>
                <a:lnTo>
                  <a:pt x="595690" y="1227756"/>
                </a:lnTo>
                <a:lnTo>
                  <a:pt x="607416" y="1225102"/>
                </a:lnTo>
                <a:lnTo>
                  <a:pt x="607416" y="1213159"/>
                </a:lnTo>
                <a:lnTo>
                  <a:pt x="624028" y="1200885"/>
                </a:lnTo>
                <a:lnTo>
                  <a:pt x="633800" y="1200885"/>
                </a:lnTo>
                <a:lnTo>
                  <a:pt x="636080" y="1191597"/>
                </a:lnTo>
                <a:lnTo>
                  <a:pt x="645526" y="1200885"/>
                </a:lnTo>
                <a:lnTo>
                  <a:pt x="654972" y="1200885"/>
                </a:lnTo>
                <a:lnTo>
                  <a:pt x="662138" y="1187284"/>
                </a:lnTo>
                <a:lnTo>
                  <a:pt x="678750" y="1181976"/>
                </a:lnTo>
                <a:lnTo>
                  <a:pt x="705134" y="1163067"/>
                </a:lnTo>
                <a:lnTo>
                  <a:pt x="719466" y="1170033"/>
                </a:lnTo>
                <a:lnTo>
                  <a:pt x="731193" y="1181976"/>
                </a:lnTo>
                <a:lnTo>
                  <a:pt x="740964" y="1172687"/>
                </a:lnTo>
                <a:lnTo>
                  <a:pt x="745524" y="1138850"/>
                </a:lnTo>
                <a:lnTo>
                  <a:pt x="762136" y="1157760"/>
                </a:lnTo>
                <a:lnTo>
                  <a:pt x="769302" y="1181976"/>
                </a:lnTo>
                <a:lnTo>
                  <a:pt x="779074" y="1196904"/>
                </a:lnTo>
                <a:lnTo>
                  <a:pt x="788521" y="1200885"/>
                </a:lnTo>
                <a:lnTo>
                  <a:pt x="793406" y="1176668"/>
                </a:lnTo>
                <a:lnTo>
                  <a:pt x="805133" y="1167380"/>
                </a:lnTo>
                <a:lnTo>
                  <a:pt x="812299" y="1200885"/>
                </a:lnTo>
                <a:lnTo>
                  <a:pt x="824350" y="1200885"/>
                </a:lnTo>
                <a:lnTo>
                  <a:pt x="831516" y="1181976"/>
                </a:lnTo>
                <a:lnTo>
                  <a:pt x="850408" y="1179322"/>
                </a:lnTo>
                <a:lnTo>
                  <a:pt x="869627" y="1188942"/>
                </a:lnTo>
                <a:lnTo>
                  <a:pt x="881352" y="1200885"/>
                </a:lnTo>
                <a:lnTo>
                  <a:pt x="910017" y="1211832"/>
                </a:lnTo>
                <a:lnTo>
                  <a:pt x="921743" y="1221121"/>
                </a:lnTo>
                <a:lnTo>
                  <a:pt x="945846" y="1227756"/>
                </a:lnTo>
                <a:lnTo>
                  <a:pt x="953013" y="1221121"/>
                </a:lnTo>
                <a:lnTo>
                  <a:pt x="971904" y="1227756"/>
                </a:lnTo>
                <a:lnTo>
                  <a:pt x="988516" y="1247992"/>
                </a:lnTo>
                <a:lnTo>
                  <a:pt x="969625" y="1269554"/>
                </a:lnTo>
                <a:lnTo>
                  <a:pt x="983957" y="1281829"/>
                </a:lnTo>
                <a:lnTo>
                  <a:pt x="1017181" y="1284483"/>
                </a:lnTo>
                <a:lnTo>
                  <a:pt x="1040959" y="1279174"/>
                </a:lnTo>
                <a:lnTo>
                  <a:pt x="1057571" y="1269554"/>
                </a:lnTo>
                <a:lnTo>
                  <a:pt x="1064737" y="1281829"/>
                </a:lnTo>
                <a:lnTo>
                  <a:pt x="1083955" y="1285809"/>
                </a:lnTo>
                <a:lnTo>
                  <a:pt x="1093726" y="1300738"/>
                </a:lnTo>
                <a:lnTo>
                  <a:pt x="1097636" y="1318320"/>
                </a:lnTo>
                <a:lnTo>
                  <a:pt x="1107081" y="1315334"/>
                </a:lnTo>
                <a:lnTo>
                  <a:pt x="1095029" y="1284483"/>
                </a:lnTo>
                <a:lnTo>
                  <a:pt x="1088515" y="1240030"/>
                </a:lnTo>
                <a:lnTo>
                  <a:pt x="1117504" y="1230409"/>
                </a:lnTo>
                <a:lnTo>
                  <a:pt x="1124345" y="1223775"/>
                </a:lnTo>
                <a:lnTo>
                  <a:pt x="1138677" y="1236049"/>
                </a:lnTo>
                <a:lnTo>
                  <a:pt x="1138677" y="1249319"/>
                </a:lnTo>
                <a:lnTo>
                  <a:pt x="1153335" y="1257612"/>
                </a:lnTo>
                <a:lnTo>
                  <a:pt x="1154638" y="1266901"/>
                </a:lnTo>
                <a:lnTo>
                  <a:pt x="1171901" y="1266901"/>
                </a:lnTo>
                <a:lnTo>
                  <a:pt x="1183953" y="1276521"/>
                </a:lnTo>
                <a:lnTo>
                  <a:pt x="1205125" y="1284483"/>
                </a:lnTo>
                <a:lnTo>
                  <a:pt x="1222063" y="1276521"/>
                </a:lnTo>
                <a:lnTo>
                  <a:pt x="1261802" y="1279174"/>
                </a:lnTo>
                <a:lnTo>
                  <a:pt x="1276460" y="1288463"/>
                </a:lnTo>
                <a:lnTo>
                  <a:pt x="1273853" y="1269554"/>
                </a:lnTo>
                <a:lnTo>
                  <a:pt x="1264407" y="1273536"/>
                </a:lnTo>
                <a:lnTo>
                  <a:pt x="1255287" y="1251972"/>
                </a:lnTo>
                <a:lnTo>
                  <a:pt x="1281671" y="1247992"/>
                </a:lnTo>
                <a:lnTo>
                  <a:pt x="1302843" y="1264247"/>
                </a:lnTo>
                <a:lnTo>
                  <a:pt x="1321410" y="1266901"/>
                </a:lnTo>
                <a:lnTo>
                  <a:pt x="1343885" y="1245337"/>
                </a:lnTo>
                <a:lnTo>
                  <a:pt x="1345188" y="1227756"/>
                </a:lnTo>
                <a:lnTo>
                  <a:pt x="1333462" y="1218467"/>
                </a:lnTo>
                <a:lnTo>
                  <a:pt x="1333462" y="1199558"/>
                </a:lnTo>
                <a:lnTo>
                  <a:pt x="1309358" y="1181976"/>
                </a:lnTo>
                <a:lnTo>
                  <a:pt x="1293723" y="1163067"/>
                </a:lnTo>
                <a:lnTo>
                  <a:pt x="1297631" y="1140178"/>
                </a:lnTo>
                <a:lnTo>
                  <a:pt x="1293723" y="1128235"/>
                </a:lnTo>
                <a:lnTo>
                  <a:pt x="1293723" y="1102359"/>
                </a:lnTo>
                <a:lnTo>
                  <a:pt x="1314895" y="1078143"/>
                </a:lnTo>
                <a:close/>
                <a:moveTo>
                  <a:pt x="5194305" y="1024402"/>
                </a:moveTo>
                <a:lnTo>
                  <a:pt x="5226878" y="1045964"/>
                </a:lnTo>
                <a:lnTo>
                  <a:pt x="5213849" y="1055253"/>
                </a:lnTo>
                <a:lnTo>
                  <a:pt x="5191049" y="1036344"/>
                </a:lnTo>
                <a:close/>
                <a:moveTo>
                  <a:pt x="2546795" y="1012127"/>
                </a:moveTo>
                <a:lnTo>
                  <a:pt x="2570899" y="1012127"/>
                </a:lnTo>
                <a:lnTo>
                  <a:pt x="2583928" y="1031036"/>
                </a:lnTo>
                <a:lnTo>
                  <a:pt x="2582626" y="1053926"/>
                </a:lnTo>
                <a:lnTo>
                  <a:pt x="2548098" y="1027055"/>
                </a:lnTo>
                <a:close/>
                <a:moveTo>
                  <a:pt x="979070" y="978622"/>
                </a:moveTo>
                <a:lnTo>
                  <a:pt x="991123" y="994545"/>
                </a:lnTo>
                <a:lnTo>
                  <a:pt x="991123" y="1021747"/>
                </a:lnTo>
                <a:lnTo>
                  <a:pt x="1007735" y="1002839"/>
                </a:lnTo>
                <a:lnTo>
                  <a:pt x="1038679" y="1019094"/>
                </a:lnTo>
                <a:lnTo>
                  <a:pt x="1040959" y="1039329"/>
                </a:lnTo>
                <a:lnTo>
                  <a:pt x="1060177" y="1027055"/>
                </a:lnTo>
                <a:lnTo>
                  <a:pt x="1064737" y="1009473"/>
                </a:lnTo>
                <a:lnTo>
                  <a:pt x="1081349" y="1027055"/>
                </a:lnTo>
                <a:lnTo>
                  <a:pt x="1091121" y="1063546"/>
                </a:lnTo>
                <a:lnTo>
                  <a:pt x="1100567" y="1075489"/>
                </a:lnTo>
                <a:lnTo>
                  <a:pt x="1088515" y="993218"/>
                </a:lnTo>
                <a:lnTo>
                  <a:pt x="1114899" y="985257"/>
                </a:lnTo>
                <a:lnTo>
                  <a:pt x="1136071" y="1006819"/>
                </a:lnTo>
                <a:lnTo>
                  <a:pt x="1145518" y="1053926"/>
                </a:lnTo>
                <a:lnTo>
                  <a:pt x="1157243" y="1085109"/>
                </a:lnTo>
                <a:lnTo>
                  <a:pt x="1153335" y="1114633"/>
                </a:lnTo>
                <a:lnTo>
                  <a:pt x="1165386" y="1130888"/>
                </a:lnTo>
                <a:lnTo>
                  <a:pt x="1216851" y="1163067"/>
                </a:lnTo>
                <a:lnTo>
                  <a:pt x="1216851" y="1187284"/>
                </a:lnTo>
                <a:lnTo>
                  <a:pt x="1200890" y="1181976"/>
                </a:lnTo>
                <a:lnTo>
                  <a:pt x="1202194" y="1221121"/>
                </a:lnTo>
                <a:lnTo>
                  <a:pt x="1171901" y="1230409"/>
                </a:lnTo>
                <a:lnTo>
                  <a:pt x="1142911" y="1225102"/>
                </a:lnTo>
                <a:lnTo>
                  <a:pt x="1121739" y="1211832"/>
                </a:lnTo>
                <a:lnTo>
                  <a:pt x="1086234" y="1223775"/>
                </a:lnTo>
                <a:lnTo>
                  <a:pt x="1079068" y="1233395"/>
                </a:lnTo>
                <a:lnTo>
                  <a:pt x="1038679" y="1245337"/>
                </a:lnTo>
                <a:lnTo>
                  <a:pt x="1002849" y="1247992"/>
                </a:lnTo>
                <a:lnTo>
                  <a:pt x="995682" y="1211832"/>
                </a:lnTo>
                <a:lnTo>
                  <a:pt x="967019" y="1208847"/>
                </a:lnTo>
                <a:lnTo>
                  <a:pt x="945846" y="1200885"/>
                </a:lnTo>
                <a:lnTo>
                  <a:pt x="933795" y="1181976"/>
                </a:lnTo>
                <a:lnTo>
                  <a:pt x="936075" y="1164394"/>
                </a:lnTo>
                <a:lnTo>
                  <a:pt x="981350" y="1152451"/>
                </a:lnTo>
                <a:lnTo>
                  <a:pt x="1012295" y="1160413"/>
                </a:lnTo>
                <a:lnTo>
                  <a:pt x="1022066" y="1145485"/>
                </a:lnTo>
                <a:lnTo>
                  <a:pt x="991123" y="1133543"/>
                </a:lnTo>
                <a:lnTo>
                  <a:pt x="969625" y="1138850"/>
                </a:lnTo>
                <a:lnTo>
                  <a:pt x="928909" y="1138850"/>
                </a:lnTo>
                <a:lnTo>
                  <a:pt x="917182" y="1085109"/>
                </a:lnTo>
                <a:lnTo>
                  <a:pt x="900570" y="1066201"/>
                </a:lnTo>
                <a:lnTo>
                  <a:pt x="912297" y="1031036"/>
                </a:lnTo>
                <a:lnTo>
                  <a:pt x="931514" y="1006819"/>
                </a:lnTo>
                <a:close/>
                <a:moveTo>
                  <a:pt x="3927227" y="975968"/>
                </a:moveTo>
                <a:lnTo>
                  <a:pt x="3953285" y="987910"/>
                </a:lnTo>
                <a:lnTo>
                  <a:pt x="3950028" y="1014781"/>
                </a:lnTo>
                <a:lnTo>
                  <a:pt x="3936998" y="1036344"/>
                </a:lnTo>
                <a:lnTo>
                  <a:pt x="3933741" y="1063546"/>
                </a:lnTo>
                <a:lnTo>
                  <a:pt x="3946771" y="1102359"/>
                </a:lnTo>
                <a:lnTo>
                  <a:pt x="3966314" y="1123923"/>
                </a:lnTo>
                <a:lnTo>
                  <a:pt x="3966314" y="1140178"/>
                </a:lnTo>
                <a:lnTo>
                  <a:pt x="3950028" y="1138850"/>
                </a:lnTo>
                <a:lnTo>
                  <a:pt x="3936998" y="1130888"/>
                </a:lnTo>
                <a:lnTo>
                  <a:pt x="3933741" y="1140178"/>
                </a:lnTo>
                <a:lnTo>
                  <a:pt x="3920712" y="1128235"/>
                </a:lnTo>
                <a:lnTo>
                  <a:pt x="3914198" y="1130888"/>
                </a:lnTo>
                <a:lnTo>
                  <a:pt x="3897912" y="1090417"/>
                </a:lnTo>
                <a:lnTo>
                  <a:pt x="3871853" y="1090417"/>
                </a:lnTo>
                <a:lnTo>
                  <a:pt x="3865339" y="1075489"/>
                </a:lnTo>
                <a:lnTo>
                  <a:pt x="3871853" y="1057907"/>
                </a:lnTo>
                <a:lnTo>
                  <a:pt x="3891397" y="1041984"/>
                </a:lnTo>
                <a:lnTo>
                  <a:pt x="3888139" y="1012127"/>
                </a:lnTo>
                <a:lnTo>
                  <a:pt x="3897912" y="993218"/>
                </a:lnTo>
                <a:close/>
                <a:moveTo>
                  <a:pt x="2548098" y="975968"/>
                </a:moveTo>
                <a:lnTo>
                  <a:pt x="2567968" y="985257"/>
                </a:lnTo>
                <a:lnTo>
                  <a:pt x="2548098" y="1000185"/>
                </a:lnTo>
                <a:lnTo>
                  <a:pt x="2524320" y="990564"/>
                </a:lnTo>
                <a:lnTo>
                  <a:pt x="2535069" y="978622"/>
                </a:lnTo>
                <a:close/>
                <a:moveTo>
                  <a:pt x="4207353" y="970328"/>
                </a:moveTo>
                <a:lnTo>
                  <a:pt x="4217124" y="990564"/>
                </a:lnTo>
                <a:lnTo>
                  <a:pt x="4187809" y="1000185"/>
                </a:lnTo>
                <a:lnTo>
                  <a:pt x="4194323" y="972982"/>
                </a:lnTo>
                <a:close/>
                <a:moveTo>
                  <a:pt x="5181277" y="969002"/>
                </a:moveTo>
                <a:lnTo>
                  <a:pt x="5197563" y="972982"/>
                </a:lnTo>
                <a:lnTo>
                  <a:pt x="5217107" y="1002839"/>
                </a:lnTo>
                <a:lnTo>
                  <a:pt x="5200820" y="1014781"/>
                </a:lnTo>
                <a:lnTo>
                  <a:pt x="5168247" y="1031036"/>
                </a:lnTo>
                <a:lnTo>
                  <a:pt x="5171504" y="1014781"/>
                </a:lnTo>
                <a:lnTo>
                  <a:pt x="5171504" y="1006819"/>
                </a:lnTo>
                <a:lnTo>
                  <a:pt x="5178019" y="997530"/>
                </a:lnTo>
                <a:close/>
                <a:moveTo>
                  <a:pt x="1567660" y="957058"/>
                </a:moveTo>
                <a:lnTo>
                  <a:pt x="1591438" y="963693"/>
                </a:lnTo>
                <a:lnTo>
                  <a:pt x="1612610" y="961040"/>
                </a:lnTo>
                <a:lnTo>
                  <a:pt x="1629873" y="970328"/>
                </a:lnTo>
                <a:lnTo>
                  <a:pt x="1645508" y="994545"/>
                </a:lnTo>
                <a:lnTo>
                  <a:pt x="1631176" y="1012127"/>
                </a:lnTo>
                <a:lnTo>
                  <a:pt x="1610004" y="1009473"/>
                </a:lnTo>
                <a:lnTo>
                  <a:pt x="1595346" y="1017767"/>
                </a:lnTo>
                <a:lnTo>
                  <a:pt x="1581991" y="1009473"/>
                </a:lnTo>
                <a:lnTo>
                  <a:pt x="1576780" y="987910"/>
                </a:lnTo>
                <a:lnTo>
                  <a:pt x="1565053" y="981275"/>
                </a:lnTo>
                <a:close/>
                <a:moveTo>
                  <a:pt x="1142911" y="957058"/>
                </a:moveTo>
                <a:lnTo>
                  <a:pt x="1154638" y="969002"/>
                </a:lnTo>
                <a:lnTo>
                  <a:pt x="1142911" y="1006819"/>
                </a:lnTo>
                <a:lnTo>
                  <a:pt x="1121739" y="978622"/>
                </a:lnTo>
                <a:lnTo>
                  <a:pt x="1118807" y="958386"/>
                </a:lnTo>
                <a:close/>
                <a:moveTo>
                  <a:pt x="5135675" y="951420"/>
                </a:moveTo>
                <a:lnTo>
                  <a:pt x="5158475" y="972982"/>
                </a:lnTo>
                <a:lnTo>
                  <a:pt x="5171504" y="978622"/>
                </a:lnTo>
                <a:lnTo>
                  <a:pt x="5178019" y="997530"/>
                </a:lnTo>
                <a:lnTo>
                  <a:pt x="5168247" y="1006819"/>
                </a:lnTo>
                <a:lnTo>
                  <a:pt x="5171504" y="1014781"/>
                </a:lnTo>
                <a:lnTo>
                  <a:pt x="5164991" y="1043310"/>
                </a:lnTo>
                <a:lnTo>
                  <a:pt x="5142189" y="1021747"/>
                </a:lnTo>
                <a:lnTo>
                  <a:pt x="5112873" y="1009473"/>
                </a:lnTo>
                <a:lnTo>
                  <a:pt x="5119389" y="990564"/>
                </a:lnTo>
                <a:lnTo>
                  <a:pt x="5116131" y="969002"/>
                </a:lnTo>
                <a:lnTo>
                  <a:pt x="5129160" y="963693"/>
                </a:lnTo>
                <a:close/>
                <a:moveTo>
                  <a:pt x="1464404" y="948765"/>
                </a:moveTo>
                <a:lnTo>
                  <a:pt x="1493393" y="951420"/>
                </a:lnTo>
                <a:lnTo>
                  <a:pt x="1464404" y="1009473"/>
                </a:lnTo>
                <a:lnTo>
                  <a:pt x="1479062" y="1063546"/>
                </a:lnTo>
                <a:lnTo>
                  <a:pt x="1490788" y="1041984"/>
                </a:lnTo>
                <a:lnTo>
                  <a:pt x="1481668" y="1006819"/>
                </a:lnTo>
                <a:lnTo>
                  <a:pt x="1493393" y="981275"/>
                </a:lnTo>
                <a:lnTo>
                  <a:pt x="1531829" y="957058"/>
                </a:lnTo>
                <a:lnTo>
                  <a:pt x="1553002" y="958386"/>
                </a:lnTo>
                <a:lnTo>
                  <a:pt x="1559517" y="985257"/>
                </a:lnTo>
                <a:lnTo>
                  <a:pt x="1571568" y="997530"/>
                </a:lnTo>
                <a:lnTo>
                  <a:pt x="1579386" y="1041984"/>
                </a:lnTo>
                <a:lnTo>
                  <a:pt x="1597952" y="1045964"/>
                </a:lnTo>
                <a:lnTo>
                  <a:pt x="1624337" y="1017767"/>
                </a:lnTo>
                <a:lnTo>
                  <a:pt x="1665378" y="1031036"/>
                </a:lnTo>
                <a:lnTo>
                  <a:pt x="1681339" y="1070181"/>
                </a:lnTo>
                <a:lnTo>
                  <a:pt x="1693390" y="1075489"/>
                </a:lnTo>
                <a:lnTo>
                  <a:pt x="1690785" y="1102359"/>
                </a:lnTo>
                <a:lnTo>
                  <a:pt x="1710654" y="1079469"/>
                </a:lnTo>
                <a:lnTo>
                  <a:pt x="1728894" y="1090417"/>
                </a:lnTo>
                <a:lnTo>
                  <a:pt x="1746158" y="1121268"/>
                </a:lnTo>
                <a:lnTo>
                  <a:pt x="1784594" y="1140178"/>
                </a:lnTo>
                <a:lnTo>
                  <a:pt x="1803161" y="1172687"/>
                </a:lnTo>
                <a:lnTo>
                  <a:pt x="1788503" y="1181976"/>
                </a:lnTo>
                <a:lnTo>
                  <a:pt x="1796646" y="1242684"/>
                </a:lnTo>
                <a:lnTo>
                  <a:pt x="1808372" y="1247992"/>
                </a:lnTo>
                <a:lnTo>
                  <a:pt x="1809674" y="1264247"/>
                </a:lnTo>
                <a:lnTo>
                  <a:pt x="1821727" y="1269554"/>
                </a:lnTo>
                <a:lnTo>
                  <a:pt x="1844202" y="1266901"/>
                </a:lnTo>
                <a:lnTo>
                  <a:pt x="1857556" y="1285809"/>
                </a:lnTo>
                <a:lnTo>
                  <a:pt x="1865374" y="1324954"/>
                </a:lnTo>
                <a:lnTo>
                  <a:pt x="1877426" y="1318320"/>
                </a:lnTo>
                <a:lnTo>
                  <a:pt x="1898598" y="1318320"/>
                </a:lnTo>
                <a:lnTo>
                  <a:pt x="1907718" y="1332916"/>
                </a:lnTo>
                <a:lnTo>
                  <a:pt x="1886547" y="1361445"/>
                </a:lnTo>
                <a:lnTo>
                  <a:pt x="1883941" y="1378695"/>
                </a:lnTo>
                <a:lnTo>
                  <a:pt x="1871889" y="1376042"/>
                </a:lnTo>
                <a:lnTo>
                  <a:pt x="1867980" y="1403244"/>
                </a:lnTo>
                <a:lnTo>
                  <a:pt x="1844202" y="1390970"/>
                </a:lnTo>
                <a:lnTo>
                  <a:pt x="1821727" y="1349171"/>
                </a:lnTo>
                <a:lnTo>
                  <a:pt x="1803161" y="1345190"/>
                </a:lnTo>
                <a:lnTo>
                  <a:pt x="1800554" y="1373388"/>
                </a:lnTo>
                <a:lnTo>
                  <a:pt x="1808372" y="1397605"/>
                </a:lnTo>
                <a:lnTo>
                  <a:pt x="1838990" y="1421822"/>
                </a:lnTo>
                <a:lnTo>
                  <a:pt x="1844202" y="1475894"/>
                </a:lnTo>
                <a:lnTo>
                  <a:pt x="1838990" y="1500111"/>
                </a:lnTo>
                <a:lnTo>
                  <a:pt x="1824332" y="1482529"/>
                </a:lnTo>
                <a:lnTo>
                  <a:pt x="1796646" y="1479876"/>
                </a:lnTo>
                <a:lnTo>
                  <a:pt x="1821727" y="1512385"/>
                </a:lnTo>
                <a:lnTo>
                  <a:pt x="1820424" y="1526981"/>
                </a:lnTo>
                <a:lnTo>
                  <a:pt x="1779383" y="1512385"/>
                </a:lnTo>
                <a:lnTo>
                  <a:pt x="1760815" y="1492149"/>
                </a:lnTo>
                <a:lnTo>
                  <a:pt x="1750067" y="1492149"/>
                </a:lnTo>
                <a:lnTo>
                  <a:pt x="1724986" y="1475894"/>
                </a:lnTo>
                <a:lnTo>
                  <a:pt x="1726289" y="1455659"/>
                </a:lnTo>
                <a:lnTo>
                  <a:pt x="1710654" y="1449024"/>
                </a:lnTo>
                <a:lnTo>
                  <a:pt x="1695996" y="1419167"/>
                </a:lnTo>
                <a:lnTo>
                  <a:pt x="1683944" y="1430115"/>
                </a:lnTo>
                <a:lnTo>
                  <a:pt x="1665378" y="1427461"/>
                </a:lnTo>
                <a:lnTo>
                  <a:pt x="1638993" y="1434095"/>
                </a:lnTo>
                <a:lnTo>
                  <a:pt x="1612610" y="1419167"/>
                </a:lnTo>
                <a:lnTo>
                  <a:pt x="1627268" y="1383008"/>
                </a:lnTo>
                <a:lnTo>
                  <a:pt x="1648440" y="1390970"/>
                </a:lnTo>
                <a:lnTo>
                  <a:pt x="1674824" y="1388315"/>
                </a:lnTo>
                <a:lnTo>
                  <a:pt x="1690785" y="1370734"/>
                </a:lnTo>
                <a:lnTo>
                  <a:pt x="1677429" y="1354478"/>
                </a:lnTo>
                <a:lnTo>
                  <a:pt x="1701208" y="1327608"/>
                </a:lnTo>
                <a:lnTo>
                  <a:pt x="1714563" y="1303391"/>
                </a:lnTo>
                <a:lnTo>
                  <a:pt x="1702510" y="1260266"/>
                </a:lnTo>
                <a:lnTo>
                  <a:pt x="1678732" y="1242684"/>
                </a:lnTo>
                <a:lnTo>
                  <a:pt x="1672218" y="1223775"/>
                </a:lnTo>
                <a:lnTo>
                  <a:pt x="1657561" y="1225102"/>
                </a:lnTo>
                <a:lnTo>
                  <a:pt x="1657561" y="1208847"/>
                </a:lnTo>
                <a:lnTo>
                  <a:pt x="1621730" y="1181976"/>
                </a:lnTo>
                <a:lnTo>
                  <a:pt x="1621730" y="1160413"/>
                </a:lnTo>
                <a:lnTo>
                  <a:pt x="1603164" y="1163067"/>
                </a:lnTo>
                <a:lnTo>
                  <a:pt x="1603164" y="1175342"/>
                </a:lnTo>
                <a:lnTo>
                  <a:pt x="1559517" y="1164394"/>
                </a:lnTo>
                <a:lnTo>
                  <a:pt x="1535739" y="1176668"/>
                </a:lnTo>
                <a:lnTo>
                  <a:pt x="1490788" y="1164394"/>
                </a:lnTo>
                <a:lnTo>
                  <a:pt x="1481668" y="1170033"/>
                </a:lnTo>
                <a:lnTo>
                  <a:pt x="1464404" y="1152451"/>
                </a:lnTo>
                <a:lnTo>
                  <a:pt x="1439323" y="1152451"/>
                </a:lnTo>
                <a:lnTo>
                  <a:pt x="1416848" y="1126908"/>
                </a:lnTo>
                <a:lnTo>
                  <a:pt x="1410007" y="1099706"/>
                </a:lnTo>
                <a:lnTo>
                  <a:pt x="1404796" y="1063546"/>
                </a:lnTo>
                <a:lnTo>
                  <a:pt x="1412614" y="1024402"/>
                </a:lnTo>
                <a:lnTo>
                  <a:pt x="1424665" y="985257"/>
                </a:lnTo>
                <a:lnTo>
                  <a:pt x="1445838" y="958386"/>
                </a:lnTo>
                <a:close/>
                <a:moveTo>
                  <a:pt x="5441859" y="944785"/>
                </a:moveTo>
                <a:lnTo>
                  <a:pt x="5467917" y="970328"/>
                </a:lnTo>
                <a:lnTo>
                  <a:pt x="5461401" y="990564"/>
                </a:lnTo>
                <a:lnTo>
                  <a:pt x="5435343" y="982603"/>
                </a:lnTo>
                <a:lnTo>
                  <a:pt x="5422314" y="975968"/>
                </a:lnTo>
                <a:lnTo>
                  <a:pt x="5428829" y="946111"/>
                </a:lnTo>
                <a:close/>
                <a:moveTo>
                  <a:pt x="1234115" y="944785"/>
                </a:moveTo>
                <a:lnTo>
                  <a:pt x="1245841" y="957058"/>
                </a:lnTo>
                <a:lnTo>
                  <a:pt x="1281671" y="948765"/>
                </a:lnTo>
                <a:lnTo>
                  <a:pt x="1269945" y="1000185"/>
                </a:lnTo>
                <a:lnTo>
                  <a:pt x="1293723" y="1017767"/>
                </a:lnTo>
                <a:lnTo>
                  <a:pt x="1297631" y="1036344"/>
                </a:lnTo>
                <a:lnTo>
                  <a:pt x="1288185" y="1070181"/>
                </a:lnTo>
                <a:lnTo>
                  <a:pt x="1269945" y="1079469"/>
                </a:lnTo>
                <a:lnTo>
                  <a:pt x="1257893" y="1102359"/>
                </a:lnTo>
                <a:lnTo>
                  <a:pt x="1245841" y="1097051"/>
                </a:lnTo>
                <a:lnTo>
                  <a:pt x="1238024" y="1075489"/>
                </a:lnTo>
                <a:lnTo>
                  <a:pt x="1222063" y="1051272"/>
                </a:lnTo>
                <a:lnTo>
                  <a:pt x="1202194" y="1043310"/>
                </a:lnTo>
                <a:lnTo>
                  <a:pt x="1186559" y="1019094"/>
                </a:lnTo>
                <a:lnTo>
                  <a:pt x="1198285" y="997530"/>
                </a:lnTo>
                <a:lnTo>
                  <a:pt x="1210337" y="1019094"/>
                </a:lnTo>
                <a:lnTo>
                  <a:pt x="1226298" y="1017767"/>
                </a:lnTo>
                <a:lnTo>
                  <a:pt x="1226298" y="978622"/>
                </a:lnTo>
                <a:lnTo>
                  <a:pt x="1214246" y="954405"/>
                </a:lnTo>
                <a:close/>
                <a:moveTo>
                  <a:pt x="1345188" y="929856"/>
                </a:moveTo>
                <a:lnTo>
                  <a:pt x="1367663" y="942131"/>
                </a:lnTo>
                <a:lnTo>
                  <a:pt x="1403493" y="946111"/>
                </a:lnTo>
                <a:lnTo>
                  <a:pt x="1386229" y="981275"/>
                </a:lnTo>
                <a:lnTo>
                  <a:pt x="1374504" y="1012127"/>
                </a:lnTo>
                <a:lnTo>
                  <a:pt x="1350400" y="1014781"/>
                </a:lnTo>
                <a:lnTo>
                  <a:pt x="1336067" y="1053926"/>
                </a:lnTo>
                <a:lnTo>
                  <a:pt x="1317501" y="1063546"/>
                </a:lnTo>
                <a:lnTo>
                  <a:pt x="1317501" y="1033690"/>
                </a:lnTo>
                <a:lnTo>
                  <a:pt x="1309358" y="1019094"/>
                </a:lnTo>
                <a:lnTo>
                  <a:pt x="1309358" y="957058"/>
                </a:lnTo>
                <a:lnTo>
                  <a:pt x="1317501" y="939477"/>
                </a:lnTo>
                <a:close/>
                <a:moveTo>
                  <a:pt x="5425572" y="921895"/>
                </a:moveTo>
                <a:lnTo>
                  <a:pt x="5425572" y="939477"/>
                </a:lnTo>
                <a:lnTo>
                  <a:pt x="5415801" y="946111"/>
                </a:lnTo>
                <a:lnTo>
                  <a:pt x="5409286" y="927203"/>
                </a:lnTo>
                <a:close/>
                <a:moveTo>
                  <a:pt x="864740" y="905640"/>
                </a:moveTo>
                <a:lnTo>
                  <a:pt x="888518" y="924549"/>
                </a:lnTo>
                <a:lnTo>
                  <a:pt x="928909" y="924549"/>
                </a:lnTo>
                <a:lnTo>
                  <a:pt x="940960" y="936823"/>
                </a:lnTo>
                <a:lnTo>
                  <a:pt x="967019" y="972982"/>
                </a:lnTo>
                <a:lnTo>
                  <a:pt x="900570" y="1024402"/>
                </a:lnTo>
                <a:lnTo>
                  <a:pt x="897964" y="1041984"/>
                </a:lnTo>
                <a:lnTo>
                  <a:pt x="883632" y="1053926"/>
                </a:lnTo>
                <a:lnTo>
                  <a:pt x="874186" y="1090417"/>
                </a:lnTo>
                <a:lnTo>
                  <a:pt x="831516" y="1115961"/>
                </a:lnTo>
                <a:lnTo>
                  <a:pt x="826630" y="1102359"/>
                </a:lnTo>
                <a:lnTo>
                  <a:pt x="814579" y="1079469"/>
                </a:lnTo>
                <a:lnTo>
                  <a:pt x="793406" y="1063546"/>
                </a:lnTo>
                <a:lnTo>
                  <a:pt x="781354" y="1066201"/>
                </a:lnTo>
                <a:lnTo>
                  <a:pt x="790800" y="1036344"/>
                </a:lnTo>
                <a:lnTo>
                  <a:pt x="797967" y="1029709"/>
                </a:lnTo>
                <a:lnTo>
                  <a:pt x="800246" y="997530"/>
                </a:lnTo>
                <a:lnTo>
                  <a:pt x="812299" y="972982"/>
                </a:lnTo>
                <a:lnTo>
                  <a:pt x="812299" y="948765"/>
                </a:lnTo>
                <a:lnTo>
                  <a:pt x="802852" y="917914"/>
                </a:lnTo>
                <a:close/>
                <a:moveTo>
                  <a:pt x="4920695" y="902986"/>
                </a:moveTo>
                <a:lnTo>
                  <a:pt x="4943495" y="915260"/>
                </a:lnTo>
                <a:lnTo>
                  <a:pt x="4936981" y="934169"/>
                </a:lnTo>
                <a:lnTo>
                  <a:pt x="4914181" y="921895"/>
                </a:lnTo>
                <a:close/>
                <a:moveTo>
                  <a:pt x="2658194" y="847917"/>
                </a:moveTo>
                <a:lnTo>
                  <a:pt x="2658194" y="872134"/>
                </a:lnTo>
                <a:lnTo>
                  <a:pt x="2643536" y="873461"/>
                </a:lnTo>
                <a:lnTo>
                  <a:pt x="2643536" y="849244"/>
                </a:lnTo>
                <a:close/>
                <a:moveTo>
                  <a:pt x="5523290" y="844932"/>
                </a:moveTo>
                <a:lnTo>
                  <a:pt x="5552605" y="844932"/>
                </a:lnTo>
                <a:lnTo>
                  <a:pt x="5559120" y="859860"/>
                </a:lnTo>
                <a:lnTo>
                  <a:pt x="5581921" y="857206"/>
                </a:lnTo>
                <a:lnTo>
                  <a:pt x="5591693" y="881423"/>
                </a:lnTo>
                <a:lnTo>
                  <a:pt x="5575406" y="888389"/>
                </a:lnTo>
                <a:lnTo>
                  <a:pt x="5549348" y="888389"/>
                </a:lnTo>
                <a:lnTo>
                  <a:pt x="5513519" y="857206"/>
                </a:lnTo>
                <a:close/>
                <a:moveTo>
                  <a:pt x="1332159" y="832989"/>
                </a:moveTo>
                <a:lnTo>
                  <a:pt x="1345188" y="854552"/>
                </a:lnTo>
                <a:lnTo>
                  <a:pt x="1347794" y="881423"/>
                </a:lnTo>
                <a:lnTo>
                  <a:pt x="1343885" y="897678"/>
                </a:lnTo>
                <a:lnTo>
                  <a:pt x="1329227" y="897678"/>
                </a:lnTo>
                <a:lnTo>
                  <a:pt x="1293723" y="873461"/>
                </a:lnTo>
                <a:lnTo>
                  <a:pt x="1308055" y="836970"/>
                </a:lnTo>
                <a:close/>
                <a:moveTo>
                  <a:pt x="5389741" y="787210"/>
                </a:moveTo>
                <a:lnTo>
                  <a:pt x="5402771" y="811427"/>
                </a:lnTo>
                <a:lnTo>
                  <a:pt x="5415801" y="820715"/>
                </a:lnTo>
                <a:lnTo>
                  <a:pt x="5425572" y="803465"/>
                </a:lnTo>
                <a:lnTo>
                  <a:pt x="5438601" y="796499"/>
                </a:lnTo>
                <a:lnTo>
                  <a:pt x="5451630" y="812754"/>
                </a:lnTo>
                <a:lnTo>
                  <a:pt x="5474431" y="815407"/>
                </a:lnTo>
                <a:lnTo>
                  <a:pt x="5497233" y="836970"/>
                </a:lnTo>
                <a:lnTo>
                  <a:pt x="5484203" y="872134"/>
                </a:lnTo>
                <a:lnTo>
                  <a:pt x="5461401" y="863841"/>
                </a:lnTo>
                <a:lnTo>
                  <a:pt x="5445115" y="873461"/>
                </a:lnTo>
                <a:lnTo>
                  <a:pt x="5412543" y="884077"/>
                </a:lnTo>
                <a:lnTo>
                  <a:pt x="5402771" y="873461"/>
                </a:lnTo>
                <a:lnTo>
                  <a:pt x="5396257" y="896351"/>
                </a:lnTo>
                <a:lnTo>
                  <a:pt x="5376713" y="888058"/>
                </a:lnTo>
                <a:lnTo>
                  <a:pt x="5353912" y="854552"/>
                </a:lnTo>
                <a:lnTo>
                  <a:pt x="5360427" y="808773"/>
                </a:lnTo>
                <a:close/>
                <a:moveTo>
                  <a:pt x="1228903" y="754700"/>
                </a:moveTo>
                <a:lnTo>
                  <a:pt x="1272550" y="764320"/>
                </a:lnTo>
                <a:lnTo>
                  <a:pt x="1276460" y="793845"/>
                </a:lnTo>
                <a:lnTo>
                  <a:pt x="1279065" y="825028"/>
                </a:lnTo>
                <a:lnTo>
                  <a:pt x="1267014" y="839624"/>
                </a:lnTo>
                <a:lnTo>
                  <a:pt x="1269945" y="872134"/>
                </a:lnTo>
                <a:lnTo>
                  <a:pt x="1226298" y="872134"/>
                </a:lnTo>
                <a:lnTo>
                  <a:pt x="1224668" y="844932"/>
                </a:lnTo>
                <a:lnTo>
                  <a:pt x="1186559" y="836970"/>
                </a:lnTo>
                <a:lnTo>
                  <a:pt x="1202194" y="787210"/>
                </a:lnTo>
                <a:close/>
                <a:moveTo>
                  <a:pt x="1071903" y="742758"/>
                </a:moveTo>
                <a:lnTo>
                  <a:pt x="1086234" y="748065"/>
                </a:lnTo>
                <a:lnTo>
                  <a:pt x="1086234" y="791190"/>
                </a:lnTo>
                <a:lnTo>
                  <a:pt x="1109687" y="811427"/>
                </a:lnTo>
                <a:lnTo>
                  <a:pt x="1130860" y="803465"/>
                </a:lnTo>
                <a:lnTo>
                  <a:pt x="1138677" y="827682"/>
                </a:lnTo>
                <a:lnTo>
                  <a:pt x="1124345" y="872134"/>
                </a:lnTo>
                <a:lnTo>
                  <a:pt x="1107081" y="878769"/>
                </a:lnTo>
                <a:lnTo>
                  <a:pt x="1079068" y="869481"/>
                </a:lnTo>
                <a:lnTo>
                  <a:pt x="1067343" y="884077"/>
                </a:lnTo>
                <a:lnTo>
                  <a:pt x="1053010" y="884077"/>
                </a:lnTo>
                <a:lnTo>
                  <a:pt x="1031513" y="908294"/>
                </a:lnTo>
                <a:lnTo>
                  <a:pt x="1007735" y="915260"/>
                </a:lnTo>
                <a:lnTo>
                  <a:pt x="981350" y="896351"/>
                </a:lnTo>
                <a:lnTo>
                  <a:pt x="1010015" y="876116"/>
                </a:lnTo>
                <a:lnTo>
                  <a:pt x="959853" y="876116"/>
                </a:lnTo>
                <a:lnTo>
                  <a:pt x="928909" y="859860"/>
                </a:lnTo>
                <a:lnTo>
                  <a:pt x="943241" y="793845"/>
                </a:lnTo>
                <a:lnTo>
                  <a:pt x="974185" y="764320"/>
                </a:lnTo>
                <a:lnTo>
                  <a:pt x="988516" y="787210"/>
                </a:lnTo>
                <a:lnTo>
                  <a:pt x="1007735" y="784556"/>
                </a:lnTo>
                <a:lnTo>
                  <a:pt x="1022066" y="815407"/>
                </a:lnTo>
                <a:lnTo>
                  <a:pt x="1036073" y="830336"/>
                </a:lnTo>
                <a:lnTo>
                  <a:pt x="1079068" y="836970"/>
                </a:lnTo>
                <a:lnTo>
                  <a:pt x="1067343" y="818062"/>
                </a:lnTo>
                <a:lnTo>
                  <a:pt x="1071903" y="796499"/>
                </a:lnTo>
                <a:lnTo>
                  <a:pt x="1053010" y="781902"/>
                </a:lnTo>
                <a:close/>
                <a:moveTo>
                  <a:pt x="4145464" y="726503"/>
                </a:moveTo>
                <a:lnTo>
                  <a:pt x="4165009" y="730483"/>
                </a:lnTo>
                <a:lnTo>
                  <a:pt x="4171522" y="742758"/>
                </a:lnTo>
                <a:lnTo>
                  <a:pt x="4171522" y="762993"/>
                </a:lnTo>
                <a:lnTo>
                  <a:pt x="4161751" y="781902"/>
                </a:lnTo>
                <a:lnTo>
                  <a:pt x="4135693" y="799152"/>
                </a:lnTo>
                <a:lnTo>
                  <a:pt x="4044489" y="847917"/>
                </a:lnTo>
                <a:lnTo>
                  <a:pt x="4021688" y="873461"/>
                </a:lnTo>
                <a:lnTo>
                  <a:pt x="4021688" y="888389"/>
                </a:lnTo>
                <a:lnTo>
                  <a:pt x="4005401" y="896351"/>
                </a:lnTo>
                <a:lnTo>
                  <a:pt x="3995630" y="924549"/>
                </a:lnTo>
                <a:lnTo>
                  <a:pt x="3976086" y="936823"/>
                </a:lnTo>
                <a:lnTo>
                  <a:pt x="3979344" y="951420"/>
                </a:lnTo>
                <a:lnTo>
                  <a:pt x="3959799" y="987910"/>
                </a:lnTo>
                <a:lnTo>
                  <a:pt x="3927227" y="975968"/>
                </a:lnTo>
                <a:lnTo>
                  <a:pt x="3914198" y="975968"/>
                </a:lnTo>
                <a:lnTo>
                  <a:pt x="3907683" y="954405"/>
                </a:lnTo>
                <a:lnTo>
                  <a:pt x="3930485" y="929856"/>
                </a:lnTo>
                <a:lnTo>
                  <a:pt x="3936998" y="897678"/>
                </a:lnTo>
                <a:lnTo>
                  <a:pt x="3953285" y="893698"/>
                </a:lnTo>
                <a:lnTo>
                  <a:pt x="3953285" y="878769"/>
                </a:lnTo>
                <a:lnTo>
                  <a:pt x="3963057" y="847917"/>
                </a:lnTo>
                <a:lnTo>
                  <a:pt x="3985857" y="832989"/>
                </a:lnTo>
                <a:lnTo>
                  <a:pt x="3998887" y="812754"/>
                </a:lnTo>
                <a:lnTo>
                  <a:pt x="4015173" y="803465"/>
                </a:lnTo>
                <a:lnTo>
                  <a:pt x="4044489" y="778917"/>
                </a:lnTo>
                <a:lnTo>
                  <a:pt x="4057517" y="788537"/>
                </a:lnTo>
                <a:lnTo>
                  <a:pt x="4086833" y="778917"/>
                </a:lnTo>
                <a:lnTo>
                  <a:pt x="4129177" y="738776"/>
                </a:lnTo>
                <a:close/>
                <a:moveTo>
                  <a:pt x="1308055" y="721195"/>
                </a:moveTo>
                <a:lnTo>
                  <a:pt x="1343885" y="733137"/>
                </a:lnTo>
                <a:lnTo>
                  <a:pt x="1355937" y="757353"/>
                </a:lnTo>
                <a:lnTo>
                  <a:pt x="1383624" y="750719"/>
                </a:lnTo>
                <a:lnTo>
                  <a:pt x="1391441" y="793845"/>
                </a:lnTo>
                <a:lnTo>
                  <a:pt x="1388836" y="812754"/>
                </a:lnTo>
                <a:lnTo>
                  <a:pt x="1404796" y="806119"/>
                </a:lnTo>
                <a:lnTo>
                  <a:pt x="1439323" y="836970"/>
                </a:lnTo>
                <a:lnTo>
                  <a:pt x="1454958" y="830336"/>
                </a:lnTo>
                <a:lnTo>
                  <a:pt x="1469616" y="844932"/>
                </a:lnTo>
                <a:lnTo>
                  <a:pt x="1511960" y="815407"/>
                </a:lnTo>
                <a:lnTo>
                  <a:pt x="1541275" y="815407"/>
                </a:lnTo>
                <a:lnTo>
                  <a:pt x="1576780" y="830336"/>
                </a:lnTo>
                <a:lnTo>
                  <a:pt x="1591438" y="847917"/>
                </a:lnTo>
                <a:lnTo>
                  <a:pt x="1588832" y="872134"/>
                </a:lnTo>
                <a:lnTo>
                  <a:pt x="1576780" y="902986"/>
                </a:lnTo>
                <a:lnTo>
                  <a:pt x="1550396" y="909621"/>
                </a:lnTo>
                <a:lnTo>
                  <a:pt x="1522709" y="900332"/>
                </a:lnTo>
                <a:lnTo>
                  <a:pt x="1508051" y="908294"/>
                </a:lnTo>
                <a:lnTo>
                  <a:pt x="1448443" y="909621"/>
                </a:lnTo>
                <a:lnTo>
                  <a:pt x="1422060" y="900332"/>
                </a:lnTo>
                <a:lnTo>
                  <a:pt x="1407402" y="905640"/>
                </a:lnTo>
                <a:lnTo>
                  <a:pt x="1381018" y="897678"/>
                </a:lnTo>
                <a:lnTo>
                  <a:pt x="1365058" y="859860"/>
                </a:lnTo>
                <a:lnTo>
                  <a:pt x="1371571" y="832989"/>
                </a:lnTo>
                <a:lnTo>
                  <a:pt x="1357240" y="787210"/>
                </a:lnTo>
                <a:lnTo>
                  <a:pt x="1324016" y="781902"/>
                </a:lnTo>
                <a:lnTo>
                  <a:pt x="1305449" y="772282"/>
                </a:lnTo>
                <a:lnTo>
                  <a:pt x="1288185" y="733137"/>
                </a:lnTo>
                <a:close/>
                <a:moveTo>
                  <a:pt x="910017" y="699631"/>
                </a:moveTo>
                <a:lnTo>
                  <a:pt x="940960" y="702286"/>
                </a:lnTo>
                <a:lnTo>
                  <a:pt x="957572" y="750719"/>
                </a:lnTo>
                <a:lnTo>
                  <a:pt x="950407" y="760340"/>
                </a:lnTo>
                <a:lnTo>
                  <a:pt x="926629" y="781902"/>
                </a:lnTo>
                <a:lnTo>
                  <a:pt x="907736" y="769628"/>
                </a:lnTo>
                <a:lnTo>
                  <a:pt x="893405" y="808773"/>
                </a:lnTo>
                <a:lnTo>
                  <a:pt x="843242" y="808773"/>
                </a:lnTo>
                <a:lnTo>
                  <a:pt x="833796" y="796499"/>
                </a:lnTo>
                <a:lnTo>
                  <a:pt x="843242" y="774935"/>
                </a:lnTo>
                <a:lnTo>
                  <a:pt x="857574" y="769628"/>
                </a:lnTo>
                <a:lnTo>
                  <a:pt x="883632" y="726503"/>
                </a:lnTo>
                <a:close/>
                <a:moveTo>
                  <a:pt x="4787147" y="672429"/>
                </a:moveTo>
                <a:lnTo>
                  <a:pt x="4816463" y="693992"/>
                </a:lnTo>
                <a:lnTo>
                  <a:pt x="4809947" y="718541"/>
                </a:lnTo>
                <a:lnTo>
                  <a:pt x="4839263" y="726503"/>
                </a:lnTo>
                <a:lnTo>
                  <a:pt x="4842521" y="733137"/>
                </a:lnTo>
                <a:lnTo>
                  <a:pt x="4822977" y="764320"/>
                </a:lnTo>
                <a:lnTo>
                  <a:pt x="4849035" y="762993"/>
                </a:lnTo>
                <a:lnTo>
                  <a:pt x="4849035" y="748065"/>
                </a:lnTo>
                <a:lnTo>
                  <a:pt x="4904409" y="745411"/>
                </a:lnTo>
                <a:lnTo>
                  <a:pt x="4933723" y="778917"/>
                </a:lnTo>
                <a:lnTo>
                  <a:pt x="4943495" y="784556"/>
                </a:lnTo>
                <a:lnTo>
                  <a:pt x="4953268" y="812754"/>
                </a:lnTo>
                <a:lnTo>
                  <a:pt x="4946753" y="827682"/>
                </a:lnTo>
                <a:lnTo>
                  <a:pt x="4950010" y="854552"/>
                </a:lnTo>
                <a:lnTo>
                  <a:pt x="4936981" y="873461"/>
                </a:lnTo>
                <a:lnTo>
                  <a:pt x="4923952" y="881423"/>
                </a:lnTo>
                <a:lnTo>
                  <a:pt x="4917437" y="896351"/>
                </a:lnTo>
                <a:lnTo>
                  <a:pt x="4884865" y="915260"/>
                </a:lnTo>
                <a:lnTo>
                  <a:pt x="4881607" y="927203"/>
                </a:lnTo>
                <a:lnTo>
                  <a:pt x="4868579" y="936823"/>
                </a:lnTo>
                <a:lnTo>
                  <a:pt x="4855550" y="961040"/>
                </a:lnTo>
                <a:lnTo>
                  <a:pt x="4836005" y="963693"/>
                </a:lnTo>
                <a:lnTo>
                  <a:pt x="4819719" y="994545"/>
                </a:lnTo>
                <a:lnTo>
                  <a:pt x="4845777" y="993218"/>
                </a:lnTo>
                <a:lnTo>
                  <a:pt x="4888123" y="970328"/>
                </a:lnTo>
                <a:lnTo>
                  <a:pt x="4878350" y="951420"/>
                </a:lnTo>
                <a:lnTo>
                  <a:pt x="4891379" y="939477"/>
                </a:lnTo>
                <a:lnTo>
                  <a:pt x="4920695" y="958386"/>
                </a:lnTo>
                <a:lnTo>
                  <a:pt x="4933723" y="957058"/>
                </a:lnTo>
                <a:lnTo>
                  <a:pt x="4946753" y="970328"/>
                </a:lnTo>
                <a:lnTo>
                  <a:pt x="4976068" y="958386"/>
                </a:lnTo>
                <a:lnTo>
                  <a:pt x="5011899" y="966348"/>
                </a:lnTo>
                <a:lnTo>
                  <a:pt x="5034699" y="966348"/>
                </a:lnTo>
                <a:lnTo>
                  <a:pt x="5034699" y="990564"/>
                </a:lnTo>
                <a:lnTo>
                  <a:pt x="5057499" y="1000185"/>
                </a:lnTo>
                <a:lnTo>
                  <a:pt x="5093331" y="1009473"/>
                </a:lnTo>
                <a:lnTo>
                  <a:pt x="5119389" y="1019094"/>
                </a:lnTo>
                <a:lnTo>
                  <a:pt x="5142189" y="1024402"/>
                </a:lnTo>
                <a:lnTo>
                  <a:pt x="5164991" y="1045964"/>
                </a:lnTo>
                <a:lnTo>
                  <a:pt x="5191049" y="1041984"/>
                </a:lnTo>
                <a:lnTo>
                  <a:pt x="5220363" y="1087763"/>
                </a:lnTo>
                <a:lnTo>
                  <a:pt x="5230136" y="1111980"/>
                </a:lnTo>
                <a:lnTo>
                  <a:pt x="5249679" y="1130888"/>
                </a:lnTo>
                <a:lnTo>
                  <a:pt x="5259451" y="1123923"/>
                </a:lnTo>
                <a:lnTo>
                  <a:pt x="5278995" y="1067527"/>
                </a:lnTo>
                <a:lnTo>
                  <a:pt x="5288767" y="1085109"/>
                </a:lnTo>
                <a:lnTo>
                  <a:pt x="5311567" y="1097051"/>
                </a:lnTo>
                <a:lnTo>
                  <a:pt x="5334367" y="1082456"/>
                </a:lnTo>
                <a:lnTo>
                  <a:pt x="5347397" y="1085109"/>
                </a:lnTo>
                <a:lnTo>
                  <a:pt x="5363683" y="1099706"/>
                </a:lnTo>
                <a:lnTo>
                  <a:pt x="5373455" y="1085109"/>
                </a:lnTo>
                <a:lnTo>
                  <a:pt x="5386485" y="1082456"/>
                </a:lnTo>
                <a:lnTo>
                  <a:pt x="5396257" y="1090417"/>
                </a:lnTo>
                <a:lnTo>
                  <a:pt x="5406028" y="1087763"/>
                </a:lnTo>
                <a:lnTo>
                  <a:pt x="5399514" y="1066201"/>
                </a:lnTo>
                <a:lnTo>
                  <a:pt x="5406028" y="1048618"/>
                </a:lnTo>
                <a:lnTo>
                  <a:pt x="5425572" y="1019094"/>
                </a:lnTo>
                <a:lnTo>
                  <a:pt x="5435343" y="1017767"/>
                </a:lnTo>
                <a:lnTo>
                  <a:pt x="5467917" y="1021747"/>
                </a:lnTo>
                <a:lnTo>
                  <a:pt x="5493975" y="1036344"/>
                </a:lnTo>
                <a:lnTo>
                  <a:pt x="5490717" y="1048618"/>
                </a:lnTo>
                <a:lnTo>
                  <a:pt x="5533062" y="1041984"/>
                </a:lnTo>
                <a:lnTo>
                  <a:pt x="5552605" y="1043310"/>
                </a:lnTo>
                <a:lnTo>
                  <a:pt x="5575406" y="1053926"/>
                </a:lnTo>
                <a:lnTo>
                  <a:pt x="5581921" y="1063546"/>
                </a:lnTo>
                <a:lnTo>
                  <a:pt x="5575406" y="1082456"/>
                </a:lnTo>
                <a:lnTo>
                  <a:pt x="5607979" y="1102359"/>
                </a:lnTo>
                <a:lnTo>
                  <a:pt x="5627523" y="1126908"/>
                </a:lnTo>
                <a:lnTo>
                  <a:pt x="5643809" y="1123923"/>
                </a:lnTo>
                <a:lnTo>
                  <a:pt x="5682896" y="1111980"/>
                </a:lnTo>
                <a:lnTo>
                  <a:pt x="5718727" y="1114633"/>
                </a:lnTo>
                <a:lnTo>
                  <a:pt x="5748041" y="1136196"/>
                </a:lnTo>
                <a:lnTo>
                  <a:pt x="5757814" y="1157760"/>
                </a:lnTo>
                <a:lnTo>
                  <a:pt x="5748041" y="1175342"/>
                </a:lnTo>
                <a:lnTo>
                  <a:pt x="5770843" y="1188942"/>
                </a:lnTo>
                <a:lnTo>
                  <a:pt x="5780614" y="1200885"/>
                </a:lnTo>
                <a:lnTo>
                  <a:pt x="5793643" y="1188942"/>
                </a:lnTo>
                <a:lnTo>
                  <a:pt x="5826216" y="1181976"/>
                </a:lnTo>
                <a:lnTo>
                  <a:pt x="5832731" y="1191597"/>
                </a:lnTo>
                <a:lnTo>
                  <a:pt x="5875075" y="1196904"/>
                </a:lnTo>
                <a:lnTo>
                  <a:pt x="5891361" y="1181976"/>
                </a:lnTo>
                <a:lnTo>
                  <a:pt x="5901133" y="1194250"/>
                </a:lnTo>
                <a:lnTo>
                  <a:pt x="5897877" y="1206193"/>
                </a:lnTo>
                <a:lnTo>
                  <a:pt x="5917419" y="1218467"/>
                </a:lnTo>
                <a:lnTo>
                  <a:pt x="5917419" y="1230409"/>
                </a:lnTo>
                <a:lnTo>
                  <a:pt x="5936964" y="1230409"/>
                </a:lnTo>
                <a:lnTo>
                  <a:pt x="5946735" y="1218467"/>
                </a:lnTo>
                <a:lnTo>
                  <a:pt x="5940221" y="1191597"/>
                </a:lnTo>
                <a:lnTo>
                  <a:pt x="5936964" y="1164394"/>
                </a:lnTo>
                <a:lnTo>
                  <a:pt x="5976050" y="1172687"/>
                </a:lnTo>
                <a:lnTo>
                  <a:pt x="5982565" y="1176668"/>
                </a:lnTo>
                <a:lnTo>
                  <a:pt x="6034682" y="1175342"/>
                </a:lnTo>
                <a:lnTo>
                  <a:pt x="6080283" y="1206193"/>
                </a:lnTo>
                <a:lnTo>
                  <a:pt x="6090055" y="1208847"/>
                </a:lnTo>
                <a:lnTo>
                  <a:pt x="6103084" y="1221121"/>
                </a:lnTo>
                <a:lnTo>
                  <a:pt x="6112856" y="1225102"/>
                </a:lnTo>
                <a:lnTo>
                  <a:pt x="6122629" y="1233395"/>
                </a:lnTo>
                <a:lnTo>
                  <a:pt x="6125885" y="1242684"/>
                </a:lnTo>
                <a:lnTo>
                  <a:pt x="6132400" y="1247992"/>
                </a:lnTo>
                <a:lnTo>
                  <a:pt x="6184516" y="1284483"/>
                </a:lnTo>
                <a:lnTo>
                  <a:pt x="6194287" y="1324954"/>
                </a:lnTo>
                <a:lnTo>
                  <a:pt x="6200803" y="1332916"/>
                </a:lnTo>
                <a:lnTo>
                  <a:pt x="6207317" y="1324954"/>
                </a:lnTo>
                <a:lnTo>
                  <a:pt x="6200803" y="1312680"/>
                </a:lnTo>
                <a:lnTo>
                  <a:pt x="6210574" y="1308699"/>
                </a:lnTo>
                <a:lnTo>
                  <a:pt x="6230118" y="1318320"/>
                </a:lnTo>
                <a:lnTo>
                  <a:pt x="6239889" y="1318320"/>
                </a:lnTo>
                <a:lnTo>
                  <a:pt x="6272463" y="1351825"/>
                </a:lnTo>
                <a:lnTo>
                  <a:pt x="6282234" y="1354478"/>
                </a:lnTo>
                <a:lnTo>
                  <a:pt x="6265947" y="1366753"/>
                </a:lnTo>
                <a:lnTo>
                  <a:pt x="6265947" y="1376042"/>
                </a:lnTo>
                <a:lnTo>
                  <a:pt x="6259433" y="1378695"/>
                </a:lnTo>
                <a:lnTo>
                  <a:pt x="6243147" y="1381682"/>
                </a:lnTo>
                <a:lnTo>
                  <a:pt x="6236633" y="1390970"/>
                </a:lnTo>
                <a:lnTo>
                  <a:pt x="6236633" y="1400258"/>
                </a:lnTo>
                <a:lnTo>
                  <a:pt x="6230118" y="1407225"/>
                </a:lnTo>
                <a:lnTo>
                  <a:pt x="6226860" y="1419167"/>
                </a:lnTo>
                <a:lnTo>
                  <a:pt x="6236633" y="1421822"/>
                </a:lnTo>
                <a:lnTo>
                  <a:pt x="6223603" y="1431442"/>
                </a:lnTo>
                <a:lnTo>
                  <a:pt x="6207317" y="1427461"/>
                </a:lnTo>
                <a:lnTo>
                  <a:pt x="6197545" y="1415187"/>
                </a:lnTo>
                <a:lnTo>
                  <a:pt x="6184516" y="1409879"/>
                </a:lnTo>
                <a:lnTo>
                  <a:pt x="6174745" y="1403244"/>
                </a:lnTo>
                <a:lnTo>
                  <a:pt x="6171487" y="1383008"/>
                </a:lnTo>
                <a:lnTo>
                  <a:pt x="6155201" y="1376042"/>
                </a:lnTo>
                <a:lnTo>
                  <a:pt x="6145429" y="1381682"/>
                </a:lnTo>
                <a:lnTo>
                  <a:pt x="6132400" y="1383008"/>
                </a:lnTo>
                <a:lnTo>
                  <a:pt x="6122629" y="1366753"/>
                </a:lnTo>
                <a:lnTo>
                  <a:pt x="6129142" y="1351825"/>
                </a:lnTo>
                <a:lnTo>
                  <a:pt x="6109599" y="1354478"/>
                </a:lnTo>
                <a:lnTo>
                  <a:pt x="6106342" y="1364100"/>
                </a:lnTo>
                <a:lnTo>
                  <a:pt x="6116113" y="1378695"/>
                </a:lnTo>
                <a:lnTo>
                  <a:pt x="6109599" y="1393624"/>
                </a:lnTo>
                <a:lnTo>
                  <a:pt x="6103084" y="1400258"/>
                </a:lnTo>
                <a:lnTo>
                  <a:pt x="6093313" y="1409879"/>
                </a:lnTo>
                <a:lnTo>
                  <a:pt x="6083541" y="1415187"/>
                </a:lnTo>
                <a:lnTo>
                  <a:pt x="6060740" y="1415187"/>
                </a:lnTo>
                <a:lnTo>
                  <a:pt x="6063997" y="1434095"/>
                </a:lnTo>
                <a:lnTo>
                  <a:pt x="6073769" y="1430115"/>
                </a:lnTo>
                <a:lnTo>
                  <a:pt x="6080283" y="1446369"/>
                </a:lnTo>
                <a:lnTo>
                  <a:pt x="6080283" y="1467932"/>
                </a:lnTo>
                <a:lnTo>
                  <a:pt x="6093313" y="1478548"/>
                </a:lnTo>
                <a:lnTo>
                  <a:pt x="6096569" y="1494803"/>
                </a:lnTo>
                <a:lnTo>
                  <a:pt x="6086798" y="1509731"/>
                </a:lnTo>
                <a:lnTo>
                  <a:pt x="6057483" y="1500111"/>
                </a:lnTo>
                <a:lnTo>
                  <a:pt x="6054225" y="1492149"/>
                </a:lnTo>
                <a:lnTo>
                  <a:pt x="6037939" y="1509731"/>
                </a:lnTo>
                <a:lnTo>
                  <a:pt x="6008624" y="1528308"/>
                </a:lnTo>
                <a:lnTo>
                  <a:pt x="5998851" y="1526981"/>
                </a:lnTo>
                <a:lnTo>
                  <a:pt x="5963021" y="1563473"/>
                </a:lnTo>
                <a:lnTo>
                  <a:pt x="5940221" y="1579728"/>
                </a:lnTo>
                <a:lnTo>
                  <a:pt x="5936964" y="1597310"/>
                </a:lnTo>
                <a:lnTo>
                  <a:pt x="5923935" y="1579728"/>
                </a:lnTo>
                <a:lnTo>
                  <a:pt x="5901133" y="1572761"/>
                </a:lnTo>
                <a:lnTo>
                  <a:pt x="5878332" y="1582382"/>
                </a:lnTo>
                <a:lnTo>
                  <a:pt x="5865303" y="1599964"/>
                </a:lnTo>
                <a:lnTo>
                  <a:pt x="5865303" y="1577074"/>
                </a:lnTo>
                <a:lnTo>
                  <a:pt x="5845759" y="1591670"/>
                </a:lnTo>
                <a:lnTo>
                  <a:pt x="5819701" y="1594324"/>
                </a:lnTo>
                <a:lnTo>
                  <a:pt x="5806673" y="1630815"/>
                </a:lnTo>
                <a:lnTo>
                  <a:pt x="5793643" y="1648397"/>
                </a:lnTo>
                <a:lnTo>
                  <a:pt x="5793643" y="1669959"/>
                </a:lnTo>
                <a:lnTo>
                  <a:pt x="5803415" y="1664652"/>
                </a:lnTo>
                <a:lnTo>
                  <a:pt x="5813187" y="1672614"/>
                </a:lnTo>
                <a:lnTo>
                  <a:pt x="5803415" y="1684888"/>
                </a:lnTo>
                <a:lnTo>
                  <a:pt x="5806673" y="1703797"/>
                </a:lnTo>
                <a:lnTo>
                  <a:pt x="5813187" y="1706451"/>
                </a:lnTo>
                <a:lnTo>
                  <a:pt x="5813187" y="1722374"/>
                </a:lnTo>
                <a:lnTo>
                  <a:pt x="5800158" y="1721048"/>
                </a:lnTo>
                <a:lnTo>
                  <a:pt x="5790387" y="1725360"/>
                </a:lnTo>
                <a:lnTo>
                  <a:pt x="5783872" y="1739956"/>
                </a:lnTo>
                <a:lnTo>
                  <a:pt x="5783872" y="1773793"/>
                </a:lnTo>
                <a:lnTo>
                  <a:pt x="5770843" y="1773793"/>
                </a:lnTo>
                <a:lnTo>
                  <a:pt x="5754556" y="1785735"/>
                </a:lnTo>
                <a:lnTo>
                  <a:pt x="5748041" y="1812938"/>
                </a:lnTo>
                <a:lnTo>
                  <a:pt x="5731755" y="1827534"/>
                </a:lnTo>
                <a:lnTo>
                  <a:pt x="5725241" y="1852083"/>
                </a:lnTo>
                <a:lnTo>
                  <a:pt x="5699182" y="1878954"/>
                </a:lnTo>
                <a:lnTo>
                  <a:pt x="5695925" y="1864026"/>
                </a:lnTo>
                <a:lnTo>
                  <a:pt x="5692669" y="1843789"/>
                </a:lnTo>
                <a:lnTo>
                  <a:pt x="5686153" y="1824881"/>
                </a:lnTo>
                <a:lnTo>
                  <a:pt x="5679639" y="1749577"/>
                </a:lnTo>
                <a:lnTo>
                  <a:pt x="5679639" y="1728013"/>
                </a:lnTo>
                <a:lnTo>
                  <a:pt x="5686153" y="1706451"/>
                </a:lnTo>
                <a:lnTo>
                  <a:pt x="5699182" y="1694176"/>
                </a:lnTo>
                <a:lnTo>
                  <a:pt x="5715469" y="1661999"/>
                </a:lnTo>
                <a:lnTo>
                  <a:pt x="5721983" y="1661999"/>
                </a:lnTo>
                <a:lnTo>
                  <a:pt x="5748041" y="1636122"/>
                </a:lnTo>
                <a:lnTo>
                  <a:pt x="5754556" y="1624180"/>
                </a:lnTo>
                <a:lnTo>
                  <a:pt x="5770843" y="1609252"/>
                </a:lnTo>
                <a:lnTo>
                  <a:pt x="5787129" y="1579728"/>
                </a:lnTo>
                <a:lnTo>
                  <a:pt x="5813187" y="1564800"/>
                </a:lnTo>
                <a:lnTo>
                  <a:pt x="5826216" y="1528308"/>
                </a:lnTo>
                <a:lnTo>
                  <a:pt x="5829473" y="1494803"/>
                </a:lnTo>
                <a:lnTo>
                  <a:pt x="5813187" y="1500111"/>
                </a:lnTo>
                <a:lnTo>
                  <a:pt x="5806673" y="1528308"/>
                </a:lnTo>
                <a:lnTo>
                  <a:pt x="5767585" y="1567453"/>
                </a:lnTo>
                <a:lnTo>
                  <a:pt x="5751299" y="1548545"/>
                </a:lnTo>
                <a:lnTo>
                  <a:pt x="5744785" y="1526981"/>
                </a:lnTo>
                <a:lnTo>
                  <a:pt x="5712211" y="1528308"/>
                </a:lnTo>
                <a:lnTo>
                  <a:pt x="5699182" y="1539256"/>
                </a:lnTo>
                <a:lnTo>
                  <a:pt x="5682896" y="1567453"/>
                </a:lnTo>
                <a:lnTo>
                  <a:pt x="5669867" y="1582382"/>
                </a:lnTo>
                <a:lnTo>
                  <a:pt x="5653581" y="1599964"/>
                </a:lnTo>
                <a:lnTo>
                  <a:pt x="5656838" y="1625507"/>
                </a:lnTo>
                <a:lnTo>
                  <a:pt x="5640551" y="1621527"/>
                </a:lnTo>
                <a:lnTo>
                  <a:pt x="5630780" y="1633469"/>
                </a:lnTo>
                <a:lnTo>
                  <a:pt x="5621009" y="1628161"/>
                </a:lnTo>
                <a:lnTo>
                  <a:pt x="5604722" y="1609252"/>
                </a:lnTo>
                <a:lnTo>
                  <a:pt x="5591693" y="1609252"/>
                </a:lnTo>
                <a:lnTo>
                  <a:pt x="5575406" y="1603944"/>
                </a:lnTo>
                <a:lnTo>
                  <a:pt x="5565635" y="1611906"/>
                </a:lnTo>
                <a:lnTo>
                  <a:pt x="5539577" y="1621527"/>
                </a:lnTo>
                <a:lnTo>
                  <a:pt x="5507004" y="1613233"/>
                </a:lnTo>
                <a:lnTo>
                  <a:pt x="5464659" y="1615887"/>
                </a:lnTo>
                <a:lnTo>
                  <a:pt x="5451630" y="1621527"/>
                </a:lnTo>
                <a:lnTo>
                  <a:pt x="5438601" y="1640435"/>
                </a:lnTo>
                <a:lnTo>
                  <a:pt x="5419057" y="1655032"/>
                </a:lnTo>
                <a:lnTo>
                  <a:pt x="5415801" y="1669959"/>
                </a:lnTo>
                <a:lnTo>
                  <a:pt x="5409286" y="1672614"/>
                </a:lnTo>
                <a:lnTo>
                  <a:pt x="5373455" y="1710431"/>
                </a:lnTo>
                <a:lnTo>
                  <a:pt x="5360427" y="1730668"/>
                </a:lnTo>
                <a:lnTo>
                  <a:pt x="5324596" y="1764173"/>
                </a:lnTo>
                <a:lnTo>
                  <a:pt x="5334367" y="1773793"/>
                </a:lnTo>
                <a:lnTo>
                  <a:pt x="5353912" y="1773793"/>
                </a:lnTo>
                <a:lnTo>
                  <a:pt x="5350654" y="1794029"/>
                </a:lnTo>
                <a:lnTo>
                  <a:pt x="5360427" y="1805972"/>
                </a:lnTo>
                <a:lnTo>
                  <a:pt x="5383228" y="1803318"/>
                </a:lnTo>
                <a:lnTo>
                  <a:pt x="5386485" y="1788722"/>
                </a:lnTo>
                <a:lnTo>
                  <a:pt x="5402771" y="1783082"/>
                </a:lnTo>
                <a:lnTo>
                  <a:pt x="5432087" y="1815592"/>
                </a:lnTo>
                <a:lnTo>
                  <a:pt x="5425572" y="1819573"/>
                </a:lnTo>
                <a:lnTo>
                  <a:pt x="5432087" y="1843789"/>
                </a:lnTo>
                <a:lnTo>
                  <a:pt x="5419057" y="1868006"/>
                </a:lnTo>
                <a:lnTo>
                  <a:pt x="5415801" y="1890896"/>
                </a:lnTo>
                <a:lnTo>
                  <a:pt x="5415801" y="1916771"/>
                </a:lnTo>
                <a:lnTo>
                  <a:pt x="5412543" y="1948950"/>
                </a:lnTo>
                <a:lnTo>
                  <a:pt x="5396257" y="1965205"/>
                </a:lnTo>
                <a:lnTo>
                  <a:pt x="5383228" y="1985441"/>
                </a:lnTo>
                <a:lnTo>
                  <a:pt x="5379970" y="1997384"/>
                </a:lnTo>
                <a:lnTo>
                  <a:pt x="5366941" y="2016292"/>
                </a:lnTo>
                <a:lnTo>
                  <a:pt x="5334367" y="2052784"/>
                </a:lnTo>
                <a:lnTo>
                  <a:pt x="5324596" y="2074346"/>
                </a:lnTo>
                <a:lnTo>
                  <a:pt x="5301795" y="2089274"/>
                </a:lnTo>
                <a:lnTo>
                  <a:pt x="5285509" y="2091928"/>
                </a:lnTo>
                <a:lnTo>
                  <a:pt x="5275737" y="2082308"/>
                </a:lnTo>
                <a:lnTo>
                  <a:pt x="5249679" y="2094582"/>
                </a:lnTo>
                <a:lnTo>
                  <a:pt x="5246422" y="2103871"/>
                </a:lnTo>
                <a:lnTo>
                  <a:pt x="5239907" y="2103871"/>
                </a:lnTo>
                <a:lnTo>
                  <a:pt x="5226878" y="2121453"/>
                </a:lnTo>
                <a:lnTo>
                  <a:pt x="5226878" y="2137708"/>
                </a:lnTo>
                <a:lnTo>
                  <a:pt x="5204077" y="2155290"/>
                </a:lnTo>
                <a:lnTo>
                  <a:pt x="5191049" y="2164578"/>
                </a:lnTo>
                <a:lnTo>
                  <a:pt x="5191049" y="2176853"/>
                </a:lnTo>
                <a:lnTo>
                  <a:pt x="5204077" y="2188795"/>
                </a:lnTo>
                <a:lnTo>
                  <a:pt x="5210591" y="2201070"/>
                </a:lnTo>
                <a:lnTo>
                  <a:pt x="5220363" y="2219979"/>
                </a:lnTo>
                <a:lnTo>
                  <a:pt x="5223621" y="2231921"/>
                </a:lnTo>
                <a:lnTo>
                  <a:pt x="5223621" y="2256137"/>
                </a:lnTo>
                <a:lnTo>
                  <a:pt x="5220363" y="2267084"/>
                </a:lnTo>
                <a:lnTo>
                  <a:pt x="5207335" y="2271066"/>
                </a:lnTo>
                <a:lnTo>
                  <a:pt x="5200820" y="2268412"/>
                </a:lnTo>
                <a:lnTo>
                  <a:pt x="5184533" y="2276374"/>
                </a:lnTo>
                <a:lnTo>
                  <a:pt x="5168247" y="2279027"/>
                </a:lnTo>
                <a:lnTo>
                  <a:pt x="5174762" y="2244195"/>
                </a:lnTo>
                <a:lnTo>
                  <a:pt x="5171504" y="2230594"/>
                </a:lnTo>
                <a:lnTo>
                  <a:pt x="5178019" y="2225286"/>
                </a:lnTo>
                <a:lnTo>
                  <a:pt x="5174762" y="2210358"/>
                </a:lnTo>
                <a:lnTo>
                  <a:pt x="5178019" y="2206377"/>
                </a:lnTo>
                <a:lnTo>
                  <a:pt x="5155218" y="2206377"/>
                </a:lnTo>
                <a:lnTo>
                  <a:pt x="5142189" y="2198415"/>
                </a:lnTo>
                <a:lnTo>
                  <a:pt x="5151961" y="2176853"/>
                </a:lnTo>
                <a:lnTo>
                  <a:pt x="5151961" y="2169886"/>
                </a:lnTo>
                <a:lnTo>
                  <a:pt x="5135675" y="2161925"/>
                </a:lnTo>
                <a:lnTo>
                  <a:pt x="5135675" y="2155290"/>
                </a:lnTo>
                <a:lnTo>
                  <a:pt x="5129160" y="2161925"/>
                </a:lnTo>
                <a:lnTo>
                  <a:pt x="5112873" y="2164578"/>
                </a:lnTo>
                <a:lnTo>
                  <a:pt x="5090073" y="2176853"/>
                </a:lnTo>
                <a:lnTo>
                  <a:pt x="5086815" y="2169886"/>
                </a:lnTo>
                <a:lnTo>
                  <a:pt x="5099845" y="2145670"/>
                </a:lnTo>
                <a:lnTo>
                  <a:pt x="5093331" y="2140361"/>
                </a:lnTo>
                <a:lnTo>
                  <a:pt x="5080301" y="2135054"/>
                </a:lnTo>
                <a:lnTo>
                  <a:pt x="5067273" y="2152636"/>
                </a:lnTo>
                <a:lnTo>
                  <a:pt x="5050986" y="2159270"/>
                </a:lnTo>
                <a:lnTo>
                  <a:pt x="5044471" y="2176853"/>
                </a:lnTo>
                <a:lnTo>
                  <a:pt x="5021670" y="2176853"/>
                </a:lnTo>
                <a:lnTo>
                  <a:pt x="5018413" y="2194435"/>
                </a:lnTo>
                <a:lnTo>
                  <a:pt x="5024927" y="2198415"/>
                </a:lnTo>
                <a:lnTo>
                  <a:pt x="5041213" y="2198415"/>
                </a:lnTo>
                <a:lnTo>
                  <a:pt x="5044471" y="2206377"/>
                </a:lnTo>
                <a:lnTo>
                  <a:pt x="5044471" y="2218652"/>
                </a:lnTo>
                <a:lnTo>
                  <a:pt x="5050986" y="2222632"/>
                </a:lnTo>
                <a:lnTo>
                  <a:pt x="5073786" y="2206377"/>
                </a:lnTo>
                <a:lnTo>
                  <a:pt x="5086815" y="2215997"/>
                </a:lnTo>
                <a:lnTo>
                  <a:pt x="5106359" y="2215997"/>
                </a:lnTo>
                <a:lnTo>
                  <a:pt x="5099845" y="2230594"/>
                </a:lnTo>
                <a:lnTo>
                  <a:pt x="5093331" y="2227940"/>
                </a:lnTo>
                <a:lnTo>
                  <a:pt x="5080301" y="2231921"/>
                </a:lnTo>
                <a:lnTo>
                  <a:pt x="5070529" y="2244195"/>
                </a:lnTo>
                <a:lnTo>
                  <a:pt x="5064015" y="2246849"/>
                </a:lnTo>
                <a:lnTo>
                  <a:pt x="5054243" y="2256137"/>
                </a:lnTo>
                <a:lnTo>
                  <a:pt x="5044471" y="2273719"/>
                </a:lnTo>
                <a:lnTo>
                  <a:pt x="5064015" y="2283339"/>
                </a:lnTo>
                <a:lnTo>
                  <a:pt x="5077044" y="2312864"/>
                </a:lnTo>
                <a:lnTo>
                  <a:pt x="5073786" y="2319499"/>
                </a:lnTo>
                <a:lnTo>
                  <a:pt x="5086815" y="2331773"/>
                </a:lnTo>
                <a:lnTo>
                  <a:pt x="5077044" y="2337081"/>
                </a:lnTo>
                <a:lnTo>
                  <a:pt x="5086815" y="2346701"/>
                </a:lnTo>
                <a:lnTo>
                  <a:pt x="5093331" y="2353336"/>
                </a:lnTo>
                <a:lnTo>
                  <a:pt x="5077044" y="2361298"/>
                </a:lnTo>
                <a:lnTo>
                  <a:pt x="5093331" y="2382860"/>
                </a:lnTo>
                <a:lnTo>
                  <a:pt x="5093331" y="2389827"/>
                </a:lnTo>
                <a:lnTo>
                  <a:pt x="5070529" y="2419352"/>
                </a:lnTo>
                <a:lnTo>
                  <a:pt x="5070529" y="2428640"/>
                </a:lnTo>
                <a:lnTo>
                  <a:pt x="5060757" y="2438261"/>
                </a:lnTo>
                <a:lnTo>
                  <a:pt x="5050986" y="2440914"/>
                </a:lnTo>
                <a:lnTo>
                  <a:pt x="5054243" y="2447549"/>
                </a:lnTo>
                <a:lnTo>
                  <a:pt x="5044471" y="2474752"/>
                </a:lnTo>
                <a:lnTo>
                  <a:pt x="5008641" y="2501623"/>
                </a:lnTo>
                <a:lnTo>
                  <a:pt x="4998869" y="2513565"/>
                </a:lnTo>
                <a:lnTo>
                  <a:pt x="4982583" y="2519204"/>
                </a:lnTo>
                <a:lnTo>
                  <a:pt x="4963039" y="2519204"/>
                </a:lnTo>
                <a:lnTo>
                  <a:pt x="4959781" y="2520531"/>
                </a:lnTo>
                <a:lnTo>
                  <a:pt x="4956525" y="2525839"/>
                </a:lnTo>
                <a:lnTo>
                  <a:pt x="4950010" y="2520531"/>
                </a:lnTo>
                <a:lnTo>
                  <a:pt x="4946753" y="2528493"/>
                </a:lnTo>
                <a:lnTo>
                  <a:pt x="4914181" y="2540767"/>
                </a:lnTo>
                <a:lnTo>
                  <a:pt x="4901151" y="2540767"/>
                </a:lnTo>
                <a:lnTo>
                  <a:pt x="4888123" y="2550056"/>
                </a:lnTo>
                <a:lnTo>
                  <a:pt x="4894636" y="2562330"/>
                </a:lnTo>
                <a:lnTo>
                  <a:pt x="4884865" y="2564983"/>
                </a:lnTo>
                <a:lnTo>
                  <a:pt x="4881607" y="2552710"/>
                </a:lnTo>
                <a:lnTo>
                  <a:pt x="4881607" y="2540767"/>
                </a:lnTo>
                <a:lnTo>
                  <a:pt x="4871836" y="2543421"/>
                </a:lnTo>
                <a:lnTo>
                  <a:pt x="4862063" y="2532473"/>
                </a:lnTo>
                <a:lnTo>
                  <a:pt x="4849035" y="2540767"/>
                </a:lnTo>
                <a:lnTo>
                  <a:pt x="4839263" y="2550056"/>
                </a:lnTo>
                <a:lnTo>
                  <a:pt x="4832749" y="2552710"/>
                </a:lnTo>
                <a:lnTo>
                  <a:pt x="4826234" y="2564983"/>
                </a:lnTo>
                <a:lnTo>
                  <a:pt x="4816463" y="2571618"/>
                </a:lnTo>
                <a:lnTo>
                  <a:pt x="4809947" y="2589200"/>
                </a:lnTo>
                <a:lnTo>
                  <a:pt x="4813205" y="2598489"/>
                </a:lnTo>
                <a:lnTo>
                  <a:pt x="4826234" y="2608110"/>
                </a:lnTo>
                <a:lnTo>
                  <a:pt x="4822977" y="2610764"/>
                </a:lnTo>
                <a:lnTo>
                  <a:pt x="4839263" y="2628345"/>
                </a:lnTo>
                <a:lnTo>
                  <a:pt x="4845777" y="2634980"/>
                </a:lnTo>
                <a:lnTo>
                  <a:pt x="4865321" y="2656543"/>
                </a:lnTo>
                <a:lnTo>
                  <a:pt x="4875093" y="2683414"/>
                </a:lnTo>
                <a:lnTo>
                  <a:pt x="4875093" y="2690381"/>
                </a:lnTo>
                <a:lnTo>
                  <a:pt x="4875093" y="2700996"/>
                </a:lnTo>
                <a:lnTo>
                  <a:pt x="4875093" y="2704976"/>
                </a:lnTo>
                <a:lnTo>
                  <a:pt x="4871836" y="2722558"/>
                </a:lnTo>
                <a:lnTo>
                  <a:pt x="4868579" y="2729525"/>
                </a:lnTo>
                <a:lnTo>
                  <a:pt x="4839263" y="2744121"/>
                </a:lnTo>
                <a:lnTo>
                  <a:pt x="4829491" y="2744121"/>
                </a:lnTo>
                <a:lnTo>
                  <a:pt x="4832749" y="2751088"/>
                </a:lnTo>
                <a:lnTo>
                  <a:pt x="4826234" y="2761703"/>
                </a:lnTo>
                <a:lnTo>
                  <a:pt x="4809947" y="2768338"/>
                </a:lnTo>
                <a:lnTo>
                  <a:pt x="4803433" y="2775305"/>
                </a:lnTo>
                <a:lnTo>
                  <a:pt x="4796918" y="2777958"/>
                </a:lnTo>
                <a:lnTo>
                  <a:pt x="4796918" y="2761703"/>
                </a:lnTo>
                <a:lnTo>
                  <a:pt x="4800176" y="2751088"/>
                </a:lnTo>
                <a:lnTo>
                  <a:pt x="4790405" y="2746775"/>
                </a:lnTo>
                <a:lnTo>
                  <a:pt x="4780631" y="2741468"/>
                </a:lnTo>
                <a:lnTo>
                  <a:pt x="4761089" y="2725213"/>
                </a:lnTo>
                <a:lnTo>
                  <a:pt x="4761089" y="2717251"/>
                </a:lnTo>
                <a:lnTo>
                  <a:pt x="4751317" y="2713270"/>
                </a:lnTo>
                <a:lnTo>
                  <a:pt x="4741545" y="2704976"/>
                </a:lnTo>
                <a:lnTo>
                  <a:pt x="4725259" y="2704976"/>
                </a:lnTo>
                <a:lnTo>
                  <a:pt x="4728516" y="2690381"/>
                </a:lnTo>
                <a:lnTo>
                  <a:pt x="4712229" y="2690381"/>
                </a:lnTo>
                <a:lnTo>
                  <a:pt x="4712229" y="2713270"/>
                </a:lnTo>
                <a:lnTo>
                  <a:pt x="4695943" y="2746775"/>
                </a:lnTo>
                <a:lnTo>
                  <a:pt x="4695943" y="2759050"/>
                </a:lnTo>
                <a:lnTo>
                  <a:pt x="4702458" y="2768338"/>
                </a:lnTo>
                <a:lnTo>
                  <a:pt x="4708973" y="2765685"/>
                </a:lnTo>
                <a:lnTo>
                  <a:pt x="4712229" y="2777958"/>
                </a:lnTo>
                <a:lnTo>
                  <a:pt x="4715487" y="2780612"/>
                </a:lnTo>
                <a:lnTo>
                  <a:pt x="4715487" y="2792555"/>
                </a:lnTo>
                <a:lnTo>
                  <a:pt x="4712229" y="2798195"/>
                </a:lnTo>
                <a:lnTo>
                  <a:pt x="4731773" y="2810137"/>
                </a:lnTo>
                <a:lnTo>
                  <a:pt x="4738287" y="2810137"/>
                </a:lnTo>
                <a:lnTo>
                  <a:pt x="4748059" y="2819757"/>
                </a:lnTo>
                <a:lnTo>
                  <a:pt x="4767603" y="2836012"/>
                </a:lnTo>
                <a:lnTo>
                  <a:pt x="4770860" y="2846627"/>
                </a:lnTo>
                <a:lnTo>
                  <a:pt x="4774118" y="2855916"/>
                </a:lnTo>
                <a:lnTo>
                  <a:pt x="4770860" y="2865537"/>
                </a:lnTo>
                <a:lnTo>
                  <a:pt x="4770860" y="2877479"/>
                </a:lnTo>
                <a:lnTo>
                  <a:pt x="4777375" y="2884446"/>
                </a:lnTo>
                <a:lnTo>
                  <a:pt x="4787147" y="2907336"/>
                </a:lnTo>
                <a:lnTo>
                  <a:pt x="4770860" y="2904681"/>
                </a:lnTo>
                <a:lnTo>
                  <a:pt x="4748059" y="2892408"/>
                </a:lnTo>
                <a:lnTo>
                  <a:pt x="4735031" y="2883119"/>
                </a:lnTo>
                <a:lnTo>
                  <a:pt x="4735031" y="2872171"/>
                </a:lnTo>
                <a:lnTo>
                  <a:pt x="4725259" y="2862883"/>
                </a:lnTo>
                <a:lnTo>
                  <a:pt x="4725259" y="2846627"/>
                </a:lnTo>
                <a:lnTo>
                  <a:pt x="4718744" y="2841320"/>
                </a:lnTo>
                <a:lnTo>
                  <a:pt x="4718744" y="2823738"/>
                </a:lnTo>
                <a:lnTo>
                  <a:pt x="4712229" y="2817104"/>
                </a:lnTo>
                <a:lnTo>
                  <a:pt x="4705715" y="2810137"/>
                </a:lnTo>
                <a:lnTo>
                  <a:pt x="4699200" y="2795540"/>
                </a:lnTo>
                <a:lnTo>
                  <a:pt x="4689429" y="2787247"/>
                </a:lnTo>
                <a:lnTo>
                  <a:pt x="4689429" y="2783267"/>
                </a:lnTo>
                <a:lnTo>
                  <a:pt x="4679657" y="2777958"/>
                </a:lnTo>
                <a:lnTo>
                  <a:pt x="4682913" y="2768338"/>
                </a:lnTo>
                <a:lnTo>
                  <a:pt x="4689429" y="2746775"/>
                </a:lnTo>
                <a:lnTo>
                  <a:pt x="4686171" y="2741468"/>
                </a:lnTo>
                <a:lnTo>
                  <a:pt x="4689429" y="2737486"/>
                </a:lnTo>
                <a:lnTo>
                  <a:pt x="4689429" y="2722558"/>
                </a:lnTo>
                <a:lnTo>
                  <a:pt x="4689429" y="2710616"/>
                </a:lnTo>
                <a:lnTo>
                  <a:pt x="4689429" y="2695688"/>
                </a:lnTo>
                <a:lnTo>
                  <a:pt x="4682913" y="2686399"/>
                </a:lnTo>
                <a:lnTo>
                  <a:pt x="4673142" y="2664504"/>
                </a:lnTo>
                <a:lnTo>
                  <a:pt x="4673142" y="2653889"/>
                </a:lnTo>
                <a:lnTo>
                  <a:pt x="4663371" y="2623037"/>
                </a:lnTo>
                <a:lnTo>
                  <a:pt x="4656855" y="2629672"/>
                </a:lnTo>
                <a:lnTo>
                  <a:pt x="4637313" y="2641615"/>
                </a:lnTo>
                <a:lnTo>
                  <a:pt x="4634055" y="2649909"/>
                </a:lnTo>
                <a:lnTo>
                  <a:pt x="4624283" y="2649909"/>
                </a:lnTo>
                <a:lnTo>
                  <a:pt x="4611253" y="2644601"/>
                </a:lnTo>
                <a:lnTo>
                  <a:pt x="4617768" y="2616072"/>
                </a:lnTo>
                <a:lnTo>
                  <a:pt x="4604740" y="2581239"/>
                </a:lnTo>
                <a:lnTo>
                  <a:pt x="4598225" y="2568965"/>
                </a:lnTo>
                <a:lnTo>
                  <a:pt x="4591711" y="2567638"/>
                </a:lnTo>
                <a:lnTo>
                  <a:pt x="4588453" y="2559676"/>
                </a:lnTo>
                <a:lnTo>
                  <a:pt x="4581939" y="2556690"/>
                </a:lnTo>
                <a:lnTo>
                  <a:pt x="4578681" y="2550056"/>
                </a:lnTo>
                <a:lnTo>
                  <a:pt x="4568909" y="2523185"/>
                </a:lnTo>
                <a:lnTo>
                  <a:pt x="4562395" y="2516551"/>
                </a:lnTo>
                <a:lnTo>
                  <a:pt x="4555881" y="2520531"/>
                </a:lnTo>
                <a:lnTo>
                  <a:pt x="4542851" y="2535128"/>
                </a:lnTo>
                <a:lnTo>
                  <a:pt x="4536337" y="2532473"/>
                </a:lnTo>
                <a:lnTo>
                  <a:pt x="4523308" y="2538113"/>
                </a:lnTo>
                <a:lnTo>
                  <a:pt x="4510279" y="2540767"/>
                </a:lnTo>
                <a:lnTo>
                  <a:pt x="4500507" y="2535128"/>
                </a:lnTo>
                <a:lnTo>
                  <a:pt x="4487477" y="2540767"/>
                </a:lnTo>
                <a:lnTo>
                  <a:pt x="4484221" y="2547402"/>
                </a:lnTo>
                <a:lnTo>
                  <a:pt x="4484221" y="2556690"/>
                </a:lnTo>
                <a:lnTo>
                  <a:pt x="4474449" y="2568965"/>
                </a:lnTo>
                <a:lnTo>
                  <a:pt x="4461419" y="2574273"/>
                </a:lnTo>
                <a:lnTo>
                  <a:pt x="4448390" y="2583893"/>
                </a:lnTo>
                <a:lnTo>
                  <a:pt x="4435361" y="2601475"/>
                </a:lnTo>
                <a:lnTo>
                  <a:pt x="4422332" y="2616072"/>
                </a:lnTo>
                <a:lnTo>
                  <a:pt x="4406045" y="2623037"/>
                </a:lnTo>
                <a:lnTo>
                  <a:pt x="4402789" y="2632327"/>
                </a:lnTo>
                <a:lnTo>
                  <a:pt x="4393017" y="2637634"/>
                </a:lnTo>
                <a:lnTo>
                  <a:pt x="4386503" y="2637634"/>
                </a:lnTo>
                <a:lnTo>
                  <a:pt x="4379987" y="2647254"/>
                </a:lnTo>
                <a:lnTo>
                  <a:pt x="4366958" y="2649909"/>
                </a:lnTo>
                <a:lnTo>
                  <a:pt x="4363701" y="2661851"/>
                </a:lnTo>
                <a:lnTo>
                  <a:pt x="4366958" y="2676779"/>
                </a:lnTo>
                <a:lnTo>
                  <a:pt x="4370216" y="2693034"/>
                </a:lnTo>
                <a:lnTo>
                  <a:pt x="4366958" y="2707963"/>
                </a:lnTo>
                <a:lnTo>
                  <a:pt x="4360445" y="2717251"/>
                </a:lnTo>
                <a:lnTo>
                  <a:pt x="4360445" y="2749430"/>
                </a:lnTo>
                <a:lnTo>
                  <a:pt x="4353929" y="2746775"/>
                </a:lnTo>
                <a:lnTo>
                  <a:pt x="4344158" y="2761703"/>
                </a:lnTo>
                <a:lnTo>
                  <a:pt x="4347415" y="2765685"/>
                </a:lnTo>
                <a:lnTo>
                  <a:pt x="4331129" y="2773978"/>
                </a:lnTo>
                <a:lnTo>
                  <a:pt x="4331129" y="2783267"/>
                </a:lnTo>
                <a:lnTo>
                  <a:pt x="4321357" y="2787247"/>
                </a:lnTo>
                <a:lnTo>
                  <a:pt x="4311585" y="2783267"/>
                </a:lnTo>
                <a:lnTo>
                  <a:pt x="4305071" y="2773978"/>
                </a:lnTo>
                <a:lnTo>
                  <a:pt x="4298556" y="2751088"/>
                </a:lnTo>
                <a:lnTo>
                  <a:pt x="4288785" y="2726540"/>
                </a:lnTo>
                <a:lnTo>
                  <a:pt x="4272498" y="2700996"/>
                </a:lnTo>
                <a:lnTo>
                  <a:pt x="4272498" y="2683414"/>
                </a:lnTo>
                <a:lnTo>
                  <a:pt x="4262727" y="2668817"/>
                </a:lnTo>
                <a:lnTo>
                  <a:pt x="4249697" y="2641615"/>
                </a:lnTo>
                <a:lnTo>
                  <a:pt x="4246440" y="2623037"/>
                </a:lnTo>
                <a:lnTo>
                  <a:pt x="4239925" y="2593182"/>
                </a:lnTo>
                <a:lnTo>
                  <a:pt x="4236667" y="2571618"/>
                </a:lnTo>
                <a:lnTo>
                  <a:pt x="4243182" y="2555363"/>
                </a:lnTo>
                <a:lnTo>
                  <a:pt x="4236667" y="2547402"/>
                </a:lnTo>
                <a:lnTo>
                  <a:pt x="4233411" y="2532473"/>
                </a:lnTo>
                <a:lnTo>
                  <a:pt x="4223639" y="2547402"/>
                </a:lnTo>
                <a:lnTo>
                  <a:pt x="4207353" y="2556690"/>
                </a:lnTo>
                <a:lnTo>
                  <a:pt x="4200838" y="2555363"/>
                </a:lnTo>
                <a:lnTo>
                  <a:pt x="4174780" y="2532473"/>
                </a:lnTo>
                <a:lnTo>
                  <a:pt x="4178037" y="2525839"/>
                </a:lnTo>
                <a:lnTo>
                  <a:pt x="4191066" y="2520531"/>
                </a:lnTo>
                <a:lnTo>
                  <a:pt x="4174780" y="2516551"/>
                </a:lnTo>
                <a:lnTo>
                  <a:pt x="4165009" y="2508257"/>
                </a:lnTo>
                <a:lnTo>
                  <a:pt x="4158493" y="2496314"/>
                </a:lnTo>
                <a:lnTo>
                  <a:pt x="4145464" y="2494988"/>
                </a:lnTo>
                <a:lnTo>
                  <a:pt x="4138949" y="2482713"/>
                </a:lnTo>
                <a:lnTo>
                  <a:pt x="4132435" y="2477406"/>
                </a:lnTo>
                <a:lnTo>
                  <a:pt x="4132435" y="2470439"/>
                </a:lnTo>
                <a:lnTo>
                  <a:pt x="4125921" y="2465131"/>
                </a:lnTo>
                <a:lnTo>
                  <a:pt x="4096605" y="2467786"/>
                </a:lnTo>
                <a:lnTo>
                  <a:pt x="4080319" y="2465131"/>
                </a:lnTo>
                <a:lnTo>
                  <a:pt x="4077061" y="2470439"/>
                </a:lnTo>
                <a:lnTo>
                  <a:pt x="4057517" y="2467786"/>
                </a:lnTo>
                <a:lnTo>
                  <a:pt x="4047746" y="2471766"/>
                </a:lnTo>
                <a:lnTo>
                  <a:pt x="4044489" y="2470439"/>
                </a:lnTo>
                <a:lnTo>
                  <a:pt x="4041231" y="2471766"/>
                </a:lnTo>
                <a:lnTo>
                  <a:pt x="4005401" y="2465131"/>
                </a:lnTo>
                <a:lnTo>
                  <a:pt x="3985857" y="2462477"/>
                </a:lnTo>
                <a:lnTo>
                  <a:pt x="3969571" y="2458497"/>
                </a:lnTo>
                <a:lnTo>
                  <a:pt x="3963057" y="2435607"/>
                </a:lnTo>
                <a:lnTo>
                  <a:pt x="3950028" y="2431626"/>
                </a:lnTo>
                <a:lnTo>
                  <a:pt x="3940256" y="2434280"/>
                </a:lnTo>
                <a:lnTo>
                  <a:pt x="3923970" y="2443569"/>
                </a:lnTo>
                <a:lnTo>
                  <a:pt x="3907683" y="2440914"/>
                </a:lnTo>
                <a:lnTo>
                  <a:pt x="3888139" y="2425987"/>
                </a:lnTo>
                <a:lnTo>
                  <a:pt x="3884883" y="2422005"/>
                </a:lnTo>
                <a:lnTo>
                  <a:pt x="3865339" y="2414044"/>
                </a:lnTo>
                <a:lnTo>
                  <a:pt x="3858825" y="2392482"/>
                </a:lnTo>
                <a:lnTo>
                  <a:pt x="3842538" y="2374899"/>
                </a:lnTo>
                <a:lnTo>
                  <a:pt x="3816480" y="2374899"/>
                </a:lnTo>
                <a:lnTo>
                  <a:pt x="3806707" y="2373572"/>
                </a:lnTo>
                <a:lnTo>
                  <a:pt x="3806707" y="2385515"/>
                </a:lnTo>
                <a:lnTo>
                  <a:pt x="3816480" y="2401770"/>
                </a:lnTo>
                <a:lnTo>
                  <a:pt x="3819737" y="2414044"/>
                </a:lnTo>
                <a:lnTo>
                  <a:pt x="3832767" y="2431626"/>
                </a:lnTo>
                <a:lnTo>
                  <a:pt x="3842538" y="2438261"/>
                </a:lnTo>
                <a:lnTo>
                  <a:pt x="3842538" y="2453189"/>
                </a:lnTo>
                <a:lnTo>
                  <a:pt x="3855567" y="2477406"/>
                </a:lnTo>
                <a:lnTo>
                  <a:pt x="3855567" y="2462477"/>
                </a:lnTo>
                <a:lnTo>
                  <a:pt x="3862081" y="2453189"/>
                </a:lnTo>
                <a:lnTo>
                  <a:pt x="3871853" y="2455842"/>
                </a:lnTo>
                <a:lnTo>
                  <a:pt x="3871853" y="2471766"/>
                </a:lnTo>
                <a:lnTo>
                  <a:pt x="3865339" y="2482713"/>
                </a:lnTo>
                <a:lnTo>
                  <a:pt x="3871853" y="2486694"/>
                </a:lnTo>
                <a:lnTo>
                  <a:pt x="3878368" y="2494988"/>
                </a:lnTo>
                <a:lnTo>
                  <a:pt x="3891397" y="2489348"/>
                </a:lnTo>
                <a:lnTo>
                  <a:pt x="3907683" y="2492002"/>
                </a:lnTo>
                <a:lnTo>
                  <a:pt x="3917455" y="2486694"/>
                </a:lnTo>
                <a:lnTo>
                  <a:pt x="3946771" y="2453189"/>
                </a:lnTo>
                <a:lnTo>
                  <a:pt x="3950028" y="2459824"/>
                </a:lnTo>
                <a:lnTo>
                  <a:pt x="3953285" y="2474752"/>
                </a:lnTo>
                <a:lnTo>
                  <a:pt x="3956543" y="2484041"/>
                </a:lnTo>
                <a:lnTo>
                  <a:pt x="3966314" y="2494988"/>
                </a:lnTo>
                <a:lnTo>
                  <a:pt x="3992372" y="2498968"/>
                </a:lnTo>
                <a:lnTo>
                  <a:pt x="4011916" y="2528493"/>
                </a:lnTo>
                <a:lnTo>
                  <a:pt x="4005401" y="2543421"/>
                </a:lnTo>
                <a:lnTo>
                  <a:pt x="3998887" y="2547402"/>
                </a:lnTo>
                <a:lnTo>
                  <a:pt x="3989115" y="2562330"/>
                </a:lnTo>
                <a:lnTo>
                  <a:pt x="3982601" y="2559676"/>
                </a:lnTo>
                <a:lnTo>
                  <a:pt x="3976086" y="2574273"/>
                </a:lnTo>
                <a:lnTo>
                  <a:pt x="3976086" y="2589200"/>
                </a:lnTo>
                <a:lnTo>
                  <a:pt x="3963057" y="2591855"/>
                </a:lnTo>
                <a:lnTo>
                  <a:pt x="3959799" y="2595835"/>
                </a:lnTo>
                <a:lnTo>
                  <a:pt x="3950028" y="2608110"/>
                </a:lnTo>
                <a:lnTo>
                  <a:pt x="3940256" y="2608110"/>
                </a:lnTo>
                <a:lnTo>
                  <a:pt x="3933741" y="2613417"/>
                </a:lnTo>
                <a:lnTo>
                  <a:pt x="3930485" y="2625692"/>
                </a:lnTo>
                <a:lnTo>
                  <a:pt x="3914198" y="2625692"/>
                </a:lnTo>
                <a:lnTo>
                  <a:pt x="3897912" y="2632327"/>
                </a:lnTo>
                <a:lnTo>
                  <a:pt x="3888139" y="2634980"/>
                </a:lnTo>
                <a:lnTo>
                  <a:pt x="3878368" y="2644601"/>
                </a:lnTo>
                <a:lnTo>
                  <a:pt x="3878368" y="2652562"/>
                </a:lnTo>
                <a:lnTo>
                  <a:pt x="3865339" y="2659197"/>
                </a:lnTo>
                <a:lnTo>
                  <a:pt x="3849053" y="2661851"/>
                </a:lnTo>
                <a:lnTo>
                  <a:pt x="3826252" y="2671471"/>
                </a:lnTo>
                <a:lnTo>
                  <a:pt x="3819737" y="2680759"/>
                </a:lnTo>
                <a:lnTo>
                  <a:pt x="3806707" y="2678106"/>
                </a:lnTo>
                <a:lnTo>
                  <a:pt x="3796936" y="2689053"/>
                </a:lnTo>
                <a:lnTo>
                  <a:pt x="3783907" y="2690381"/>
                </a:lnTo>
                <a:lnTo>
                  <a:pt x="3764363" y="2693034"/>
                </a:lnTo>
                <a:lnTo>
                  <a:pt x="3751334" y="2702323"/>
                </a:lnTo>
                <a:lnTo>
                  <a:pt x="3738305" y="2704976"/>
                </a:lnTo>
                <a:lnTo>
                  <a:pt x="3728533" y="2702323"/>
                </a:lnTo>
                <a:lnTo>
                  <a:pt x="3715504" y="2649909"/>
                </a:lnTo>
                <a:lnTo>
                  <a:pt x="3715504" y="2637634"/>
                </a:lnTo>
                <a:lnTo>
                  <a:pt x="3708989" y="2617398"/>
                </a:lnTo>
                <a:lnTo>
                  <a:pt x="3695961" y="2608110"/>
                </a:lnTo>
                <a:lnTo>
                  <a:pt x="3689446" y="2593182"/>
                </a:lnTo>
                <a:lnTo>
                  <a:pt x="3689446" y="2586547"/>
                </a:lnTo>
                <a:lnTo>
                  <a:pt x="3676417" y="2568965"/>
                </a:lnTo>
                <a:lnTo>
                  <a:pt x="3663388" y="2562330"/>
                </a:lnTo>
                <a:lnTo>
                  <a:pt x="3653615" y="2547402"/>
                </a:lnTo>
                <a:lnTo>
                  <a:pt x="3653615" y="2535128"/>
                </a:lnTo>
                <a:lnTo>
                  <a:pt x="3653615" y="2520531"/>
                </a:lnTo>
                <a:lnTo>
                  <a:pt x="3640587" y="2496314"/>
                </a:lnTo>
                <a:lnTo>
                  <a:pt x="3627557" y="2489348"/>
                </a:lnTo>
                <a:lnTo>
                  <a:pt x="3617786" y="2477406"/>
                </a:lnTo>
                <a:lnTo>
                  <a:pt x="3621043" y="2470439"/>
                </a:lnTo>
                <a:lnTo>
                  <a:pt x="3611271" y="2455842"/>
                </a:lnTo>
                <a:lnTo>
                  <a:pt x="3601500" y="2440914"/>
                </a:lnTo>
                <a:lnTo>
                  <a:pt x="3588470" y="2416698"/>
                </a:lnTo>
                <a:lnTo>
                  <a:pt x="3575442" y="2410063"/>
                </a:lnTo>
                <a:lnTo>
                  <a:pt x="3581957" y="2387173"/>
                </a:lnTo>
                <a:lnTo>
                  <a:pt x="3581957" y="2385515"/>
                </a:lnTo>
                <a:lnTo>
                  <a:pt x="3565670" y="2419352"/>
                </a:lnTo>
                <a:lnTo>
                  <a:pt x="3552641" y="2401770"/>
                </a:lnTo>
                <a:lnTo>
                  <a:pt x="3549384" y="2395135"/>
                </a:lnTo>
                <a:lnTo>
                  <a:pt x="3539611" y="2395135"/>
                </a:lnTo>
                <a:lnTo>
                  <a:pt x="3555897" y="2416698"/>
                </a:lnTo>
                <a:lnTo>
                  <a:pt x="3562412" y="2440914"/>
                </a:lnTo>
                <a:lnTo>
                  <a:pt x="3588470" y="2489348"/>
                </a:lnTo>
                <a:lnTo>
                  <a:pt x="3588470" y="2504276"/>
                </a:lnTo>
                <a:lnTo>
                  <a:pt x="3594985" y="2516551"/>
                </a:lnTo>
                <a:lnTo>
                  <a:pt x="3604757" y="2520531"/>
                </a:lnTo>
                <a:lnTo>
                  <a:pt x="3614529" y="2531146"/>
                </a:lnTo>
                <a:lnTo>
                  <a:pt x="3617786" y="2547402"/>
                </a:lnTo>
                <a:lnTo>
                  <a:pt x="3624301" y="2586547"/>
                </a:lnTo>
                <a:lnTo>
                  <a:pt x="3637329" y="2604129"/>
                </a:lnTo>
                <a:lnTo>
                  <a:pt x="3643844" y="2605455"/>
                </a:lnTo>
                <a:lnTo>
                  <a:pt x="3650359" y="2617398"/>
                </a:lnTo>
                <a:lnTo>
                  <a:pt x="3660130" y="2652562"/>
                </a:lnTo>
                <a:lnTo>
                  <a:pt x="3666645" y="2653889"/>
                </a:lnTo>
                <a:lnTo>
                  <a:pt x="3676417" y="2661851"/>
                </a:lnTo>
                <a:lnTo>
                  <a:pt x="3689446" y="2668817"/>
                </a:lnTo>
                <a:lnTo>
                  <a:pt x="3695961" y="2680759"/>
                </a:lnTo>
                <a:lnTo>
                  <a:pt x="3708989" y="2689053"/>
                </a:lnTo>
                <a:lnTo>
                  <a:pt x="3708989" y="2695688"/>
                </a:lnTo>
                <a:lnTo>
                  <a:pt x="3722019" y="2704976"/>
                </a:lnTo>
                <a:lnTo>
                  <a:pt x="3728533" y="2717251"/>
                </a:lnTo>
                <a:lnTo>
                  <a:pt x="3725276" y="2726540"/>
                </a:lnTo>
                <a:lnTo>
                  <a:pt x="3741562" y="2744121"/>
                </a:lnTo>
                <a:lnTo>
                  <a:pt x="3757849" y="2744121"/>
                </a:lnTo>
                <a:lnTo>
                  <a:pt x="3767620" y="2737486"/>
                </a:lnTo>
                <a:lnTo>
                  <a:pt x="3783907" y="2738813"/>
                </a:lnTo>
                <a:lnTo>
                  <a:pt x="3796936" y="2732179"/>
                </a:lnTo>
                <a:lnTo>
                  <a:pt x="3806707" y="2732179"/>
                </a:lnTo>
                <a:lnTo>
                  <a:pt x="3842538" y="2725213"/>
                </a:lnTo>
                <a:lnTo>
                  <a:pt x="3855567" y="2717251"/>
                </a:lnTo>
                <a:lnTo>
                  <a:pt x="3865339" y="2719905"/>
                </a:lnTo>
                <a:lnTo>
                  <a:pt x="3862081" y="2732179"/>
                </a:lnTo>
                <a:lnTo>
                  <a:pt x="3865339" y="2746775"/>
                </a:lnTo>
                <a:lnTo>
                  <a:pt x="3858825" y="2746775"/>
                </a:lnTo>
                <a:lnTo>
                  <a:pt x="3855567" y="2763030"/>
                </a:lnTo>
                <a:lnTo>
                  <a:pt x="3845795" y="2780612"/>
                </a:lnTo>
                <a:lnTo>
                  <a:pt x="3839280" y="2789901"/>
                </a:lnTo>
                <a:lnTo>
                  <a:pt x="3829509" y="2811464"/>
                </a:lnTo>
                <a:lnTo>
                  <a:pt x="3826252" y="2822411"/>
                </a:lnTo>
                <a:lnTo>
                  <a:pt x="3806707" y="2850609"/>
                </a:lnTo>
                <a:lnTo>
                  <a:pt x="3783907" y="2874826"/>
                </a:lnTo>
                <a:lnTo>
                  <a:pt x="3770878" y="2889754"/>
                </a:lnTo>
                <a:lnTo>
                  <a:pt x="3748077" y="2904681"/>
                </a:lnTo>
                <a:lnTo>
                  <a:pt x="3728533" y="2919278"/>
                </a:lnTo>
                <a:lnTo>
                  <a:pt x="3702475" y="2950461"/>
                </a:lnTo>
                <a:lnTo>
                  <a:pt x="3695961" y="2959750"/>
                </a:lnTo>
                <a:lnTo>
                  <a:pt x="3686188" y="2968043"/>
                </a:lnTo>
                <a:lnTo>
                  <a:pt x="3682931" y="2974678"/>
                </a:lnTo>
                <a:lnTo>
                  <a:pt x="3669902" y="2979985"/>
                </a:lnTo>
                <a:lnTo>
                  <a:pt x="3669902" y="2989607"/>
                </a:lnTo>
                <a:lnTo>
                  <a:pt x="3660130" y="3013823"/>
                </a:lnTo>
                <a:lnTo>
                  <a:pt x="3653615" y="3013823"/>
                </a:lnTo>
                <a:lnTo>
                  <a:pt x="3647102" y="3038039"/>
                </a:lnTo>
                <a:lnTo>
                  <a:pt x="3650359" y="3044674"/>
                </a:lnTo>
                <a:lnTo>
                  <a:pt x="3660130" y="3056949"/>
                </a:lnTo>
                <a:lnTo>
                  <a:pt x="3656873" y="3086473"/>
                </a:lnTo>
                <a:lnTo>
                  <a:pt x="3660130" y="3096093"/>
                </a:lnTo>
                <a:lnTo>
                  <a:pt x="3666645" y="3108036"/>
                </a:lnTo>
                <a:lnTo>
                  <a:pt x="3676417" y="3117656"/>
                </a:lnTo>
                <a:lnTo>
                  <a:pt x="3676417" y="3125618"/>
                </a:lnTo>
                <a:lnTo>
                  <a:pt x="3676417" y="3132253"/>
                </a:lnTo>
                <a:lnTo>
                  <a:pt x="3679675" y="3159455"/>
                </a:lnTo>
                <a:lnTo>
                  <a:pt x="3676417" y="3174052"/>
                </a:lnTo>
                <a:lnTo>
                  <a:pt x="3682931" y="3195614"/>
                </a:lnTo>
                <a:lnTo>
                  <a:pt x="3676417" y="3209879"/>
                </a:lnTo>
                <a:lnTo>
                  <a:pt x="3663388" y="3229784"/>
                </a:lnTo>
                <a:lnTo>
                  <a:pt x="3653615" y="3233100"/>
                </a:lnTo>
                <a:lnTo>
                  <a:pt x="3630815" y="3243052"/>
                </a:lnTo>
                <a:lnTo>
                  <a:pt x="3621043" y="3249687"/>
                </a:lnTo>
                <a:lnTo>
                  <a:pt x="3604757" y="3272909"/>
                </a:lnTo>
                <a:lnTo>
                  <a:pt x="3591728" y="3276226"/>
                </a:lnTo>
                <a:lnTo>
                  <a:pt x="3581957" y="3289496"/>
                </a:lnTo>
                <a:lnTo>
                  <a:pt x="3578699" y="3306083"/>
                </a:lnTo>
                <a:lnTo>
                  <a:pt x="3581957" y="3312718"/>
                </a:lnTo>
                <a:lnTo>
                  <a:pt x="3591728" y="3349208"/>
                </a:lnTo>
                <a:lnTo>
                  <a:pt x="3588470" y="3362478"/>
                </a:lnTo>
                <a:lnTo>
                  <a:pt x="3588470" y="3372430"/>
                </a:lnTo>
                <a:lnTo>
                  <a:pt x="3585213" y="3379065"/>
                </a:lnTo>
                <a:lnTo>
                  <a:pt x="3559155" y="3392334"/>
                </a:lnTo>
                <a:lnTo>
                  <a:pt x="3546126" y="3398969"/>
                </a:lnTo>
                <a:lnTo>
                  <a:pt x="3539611" y="3408920"/>
                </a:lnTo>
                <a:lnTo>
                  <a:pt x="3546126" y="3425507"/>
                </a:lnTo>
                <a:lnTo>
                  <a:pt x="3533097" y="3458681"/>
                </a:lnTo>
                <a:lnTo>
                  <a:pt x="3516811" y="3478586"/>
                </a:lnTo>
                <a:lnTo>
                  <a:pt x="3500525" y="3505124"/>
                </a:lnTo>
                <a:lnTo>
                  <a:pt x="3474466" y="3534980"/>
                </a:lnTo>
                <a:lnTo>
                  <a:pt x="3458179" y="3551567"/>
                </a:lnTo>
                <a:lnTo>
                  <a:pt x="3445151" y="3564837"/>
                </a:lnTo>
                <a:lnTo>
                  <a:pt x="3432121" y="3564837"/>
                </a:lnTo>
                <a:lnTo>
                  <a:pt x="3419093" y="3564837"/>
                </a:lnTo>
                <a:lnTo>
                  <a:pt x="3402807" y="3578106"/>
                </a:lnTo>
                <a:lnTo>
                  <a:pt x="3383262" y="3578106"/>
                </a:lnTo>
                <a:lnTo>
                  <a:pt x="3366976" y="3578106"/>
                </a:lnTo>
                <a:lnTo>
                  <a:pt x="3350690" y="3578106"/>
                </a:lnTo>
                <a:lnTo>
                  <a:pt x="3340918" y="3578106"/>
                </a:lnTo>
                <a:lnTo>
                  <a:pt x="3311602" y="3591375"/>
                </a:lnTo>
                <a:lnTo>
                  <a:pt x="3295316" y="3564837"/>
                </a:lnTo>
                <a:lnTo>
                  <a:pt x="3282287" y="3551567"/>
                </a:lnTo>
                <a:lnTo>
                  <a:pt x="3288802" y="3551567"/>
                </a:lnTo>
                <a:lnTo>
                  <a:pt x="3292059" y="3534980"/>
                </a:lnTo>
                <a:lnTo>
                  <a:pt x="3288802" y="3521711"/>
                </a:lnTo>
                <a:lnTo>
                  <a:pt x="3272516" y="3495172"/>
                </a:lnTo>
                <a:lnTo>
                  <a:pt x="3266001" y="3468633"/>
                </a:lnTo>
                <a:lnTo>
                  <a:pt x="3259486" y="3458681"/>
                </a:lnTo>
                <a:lnTo>
                  <a:pt x="3246457" y="3448729"/>
                </a:lnTo>
                <a:lnTo>
                  <a:pt x="3239943" y="3435459"/>
                </a:lnTo>
                <a:lnTo>
                  <a:pt x="3230171" y="3405603"/>
                </a:lnTo>
                <a:lnTo>
                  <a:pt x="3230171" y="3385699"/>
                </a:lnTo>
                <a:lnTo>
                  <a:pt x="3223657" y="3372430"/>
                </a:lnTo>
                <a:lnTo>
                  <a:pt x="3223657" y="3352525"/>
                </a:lnTo>
                <a:lnTo>
                  <a:pt x="3223657" y="3342573"/>
                </a:lnTo>
                <a:lnTo>
                  <a:pt x="3207370" y="3309400"/>
                </a:lnTo>
                <a:lnTo>
                  <a:pt x="3191084" y="3276226"/>
                </a:lnTo>
                <a:lnTo>
                  <a:pt x="3178055" y="3253004"/>
                </a:lnTo>
                <a:lnTo>
                  <a:pt x="3178055" y="3239735"/>
                </a:lnTo>
                <a:lnTo>
                  <a:pt x="3178055" y="3216514"/>
                </a:lnTo>
                <a:lnTo>
                  <a:pt x="3181311" y="3209879"/>
                </a:lnTo>
                <a:lnTo>
                  <a:pt x="3187826" y="3195614"/>
                </a:lnTo>
                <a:lnTo>
                  <a:pt x="3187826" y="3171398"/>
                </a:lnTo>
                <a:lnTo>
                  <a:pt x="3204113" y="3156470"/>
                </a:lnTo>
                <a:lnTo>
                  <a:pt x="3213884" y="3141873"/>
                </a:lnTo>
                <a:lnTo>
                  <a:pt x="3213884" y="3126945"/>
                </a:lnTo>
                <a:lnTo>
                  <a:pt x="3204113" y="3108036"/>
                </a:lnTo>
                <a:lnTo>
                  <a:pt x="3200855" y="3093439"/>
                </a:lnTo>
                <a:lnTo>
                  <a:pt x="3207370" y="3081166"/>
                </a:lnTo>
                <a:lnTo>
                  <a:pt x="3187826" y="3040694"/>
                </a:lnTo>
                <a:lnTo>
                  <a:pt x="3200855" y="3035386"/>
                </a:lnTo>
                <a:lnTo>
                  <a:pt x="3187826" y="3038039"/>
                </a:lnTo>
                <a:lnTo>
                  <a:pt x="3184569" y="3032732"/>
                </a:lnTo>
                <a:lnTo>
                  <a:pt x="3181311" y="3020457"/>
                </a:lnTo>
                <a:lnTo>
                  <a:pt x="3178055" y="3011169"/>
                </a:lnTo>
                <a:lnTo>
                  <a:pt x="3165025" y="3001549"/>
                </a:lnTo>
                <a:lnTo>
                  <a:pt x="3155253" y="2989607"/>
                </a:lnTo>
                <a:lnTo>
                  <a:pt x="3142224" y="2977332"/>
                </a:lnTo>
                <a:lnTo>
                  <a:pt x="3135710" y="2965390"/>
                </a:lnTo>
                <a:lnTo>
                  <a:pt x="3125937" y="2945153"/>
                </a:lnTo>
                <a:lnTo>
                  <a:pt x="3135710" y="2938187"/>
                </a:lnTo>
                <a:lnTo>
                  <a:pt x="3135710" y="2920605"/>
                </a:lnTo>
                <a:lnTo>
                  <a:pt x="3142224" y="2913970"/>
                </a:lnTo>
                <a:lnTo>
                  <a:pt x="3135710" y="2911316"/>
                </a:lnTo>
                <a:lnTo>
                  <a:pt x="3142224" y="2896388"/>
                </a:lnTo>
                <a:lnTo>
                  <a:pt x="3142224" y="2889754"/>
                </a:lnTo>
                <a:lnTo>
                  <a:pt x="3145482" y="2877479"/>
                </a:lnTo>
                <a:lnTo>
                  <a:pt x="3138967" y="2862883"/>
                </a:lnTo>
                <a:lnTo>
                  <a:pt x="3129195" y="2858902"/>
                </a:lnTo>
                <a:lnTo>
                  <a:pt x="3122681" y="2846627"/>
                </a:lnTo>
                <a:lnTo>
                  <a:pt x="3116166" y="2850609"/>
                </a:lnTo>
                <a:lnTo>
                  <a:pt x="3096623" y="2850609"/>
                </a:lnTo>
                <a:lnTo>
                  <a:pt x="3093365" y="2853262"/>
                </a:lnTo>
                <a:lnTo>
                  <a:pt x="3080337" y="2855916"/>
                </a:lnTo>
                <a:lnTo>
                  <a:pt x="3067307" y="2846627"/>
                </a:lnTo>
                <a:lnTo>
                  <a:pt x="3067307" y="2836012"/>
                </a:lnTo>
                <a:lnTo>
                  <a:pt x="3048415" y="2819757"/>
                </a:lnTo>
                <a:lnTo>
                  <a:pt x="3035385" y="2817104"/>
                </a:lnTo>
                <a:lnTo>
                  <a:pt x="3020729" y="2819757"/>
                </a:lnTo>
                <a:lnTo>
                  <a:pt x="3000859" y="2822411"/>
                </a:lnTo>
                <a:lnTo>
                  <a:pt x="2994344" y="2822411"/>
                </a:lnTo>
                <a:lnTo>
                  <a:pt x="2988807" y="2826392"/>
                </a:lnTo>
                <a:lnTo>
                  <a:pt x="2977081" y="2829046"/>
                </a:lnTo>
                <a:lnTo>
                  <a:pt x="2958515" y="2838666"/>
                </a:lnTo>
                <a:lnTo>
                  <a:pt x="2943857" y="2841320"/>
                </a:lnTo>
                <a:lnTo>
                  <a:pt x="2939948" y="2846627"/>
                </a:lnTo>
                <a:lnTo>
                  <a:pt x="2922684" y="2841320"/>
                </a:lnTo>
                <a:lnTo>
                  <a:pt x="2893695" y="2836012"/>
                </a:lnTo>
                <a:lnTo>
                  <a:pt x="2869917" y="2841320"/>
                </a:lnTo>
                <a:lnTo>
                  <a:pt x="2841904" y="2853262"/>
                </a:lnTo>
                <a:lnTo>
                  <a:pt x="2812914" y="2841320"/>
                </a:lnTo>
                <a:lnTo>
                  <a:pt x="2791742" y="2822411"/>
                </a:lnTo>
                <a:lnTo>
                  <a:pt x="2774478" y="2811464"/>
                </a:lnTo>
                <a:lnTo>
                  <a:pt x="2773176" y="2807483"/>
                </a:lnTo>
                <a:lnTo>
                  <a:pt x="2755912" y="2799522"/>
                </a:lnTo>
                <a:lnTo>
                  <a:pt x="2749397" y="2787247"/>
                </a:lnTo>
                <a:lnTo>
                  <a:pt x="2741580" y="2780612"/>
                </a:lnTo>
                <a:lnTo>
                  <a:pt x="2741580" y="2770992"/>
                </a:lnTo>
                <a:lnTo>
                  <a:pt x="2737346" y="2756395"/>
                </a:lnTo>
                <a:lnTo>
                  <a:pt x="2725619" y="2751088"/>
                </a:lnTo>
                <a:lnTo>
                  <a:pt x="2710961" y="2737486"/>
                </a:lnTo>
                <a:lnTo>
                  <a:pt x="2703144" y="2732179"/>
                </a:lnTo>
                <a:lnTo>
                  <a:pt x="2703144" y="2722558"/>
                </a:lnTo>
                <a:lnTo>
                  <a:pt x="2693698" y="2722558"/>
                </a:lnTo>
                <a:lnTo>
                  <a:pt x="2681972" y="2710616"/>
                </a:lnTo>
                <a:lnTo>
                  <a:pt x="2681972" y="2698341"/>
                </a:lnTo>
                <a:lnTo>
                  <a:pt x="2684578" y="2689053"/>
                </a:lnTo>
                <a:lnTo>
                  <a:pt x="2675458" y="2664504"/>
                </a:lnTo>
                <a:lnTo>
                  <a:pt x="2684578" y="2649909"/>
                </a:lnTo>
                <a:lnTo>
                  <a:pt x="2684578" y="2641615"/>
                </a:lnTo>
                <a:lnTo>
                  <a:pt x="2687183" y="2632327"/>
                </a:lnTo>
                <a:lnTo>
                  <a:pt x="2693698" y="2610764"/>
                </a:lnTo>
                <a:lnTo>
                  <a:pt x="2693698" y="2598489"/>
                </a:lnTo>
                <a:lnTo>
                  <a:pt x="2689790" y="2586547"/>
                </a:lnTo>
                <a:lnTo>
                  <a:pt x="2691092" y="2564983"/>
                </a:lnTo>
                <a:lnTo>
                  <a:pt x="2687183" y="2556690"/>
                </a:lnTo>
                <a:lnTo>
                  <a:pt x="2675458" y="2555363"/>
                </a:lnTo>
                <a:lnTo>
                  <a:pt x="2678063" y="2535128"/>
                </a:lnTo>
                <a:lnTo>
                  <a:pt x="2687183" y="2525839"/>
                </a:lnTo>
                <a:lnTo>
                  <a:pt x="2699236" y="2494988"/>
                </a:lnTo>
                <a:lnTo>
                  <a:pt x="2713568" y="2480059"/>
                </a:lnTo>
                <a:lnTo>
                  <a:pt x="2714871" y="2465131"/>
                </a:lnTo>
                <a:lnTo>
                  <a:pt x="2720408" y="2450204"/>
                </a:lnTo>
                <a:lnTo>
                  <a:pt x="2737346" y="2438261"/>
                </a:lnTo>
                <a:lnTo>
                  <a:pt x="2744185" y="2422005"/>
                </a:lnTo>
                <a:lnTo>
                  <a:pt x="2749397" y="2414044"/>
                </a:lnTo>
                <a:lnTo>
                  <a:pt x="2773176" y="2407077"/>
                </a:lnTo>
                <a:lnTo>
                  <a:pt x="2796954" y="2385515"/>
                </a:lnTo>
                <a:lnTo>
                  <a:pt x="2803794" y="2370918"/>
                </a:lnTo>
                <a:lnTo>
                  <a:pt x="2800863" y="2361298"/>
                </a:lnTo>
                <a:lnTo>
                  <a:pt x="2800863" y="2344048"/>
                </a:lnTo>
                <a:lnTo>
                  <a:pt x="2810309" y="2329120"/>
                </a:lnTo>
                <a:lnTo>
                  <a:pt x="2810309" y="2322153"/>
                </a:lnTo>
                <a:lnTo>
                  <a:pt x="2824966" y="2304903"/>
                </a:lnTo>
                <a:lnTo>
                  <a:pt x="2841904" y="2297936"/>
                </a:lnTo>
                <a:lnTo>
                  <a:pt x="2853956" y="2288648"/>
                </a:lnTo>
                <a:lnTo>
                  <a:pt x="2863076" y="2273719"/>
                </a:lnTo>
                <a:lnTo>
                  <a:pt x="2869917" y="2252157"/>
                </a:lnTo>
                <a:lnTo>
                  <a:pt x="2880339" y="2249502"/>
                </a:lnTo>
                <a:lnTo>
                  <a:pt x="2881642" y="2256137"/>
                </a:lnTo>
                <a:lnTo>
                  <a:pt x="2892392" y="2264431"/>
                </a:lnTo>
                <a:lnTo>
                  <a:pt x="2908353" y="2264431"/>
                </a:lnTo>
                <a:lnTo>
                  <a:pt x="2934736" y="2267084"/>
                </a:lnTo>
                <a:lnTo>
                  <a:pt x="2941251" y="2267084"/>
                </a:lnTo>
                <a:lnTo>
                  <a:pt x="2953303" y="2254811"/>
                </a:lnTo>
                <a:lnTo>
                  <a:pt x="2970566" y="2252157"/>
                </a:lnTo>
                <a:lnTo>
                  <a:pt x="2975778" y="2244195"/>
                </a:lnTo>
                <a:lnTo>
                  <a:pt x="2994344" y="2234575"/>
                </a:lnTo>
                <a:lnTo>
                  <a:pt x="3015517" y="2234575"/>
                </a:lnTo>
                <a:lnTo>
                  <a:pt x="3023334" y="2230594"/>
                </a:lnTo>
                <a:lnTo>
                  <a:pt x="3056558" y="2227940"/>
                </a:lnTo>
                <a:lnTo>
                  <a:pt x="3067307" y="2231921"/>
                </a:lnTo>
                <a:lnTo>
                  <a:pt x="3083593" y="2222632"/>
                </a:lnTo>
                <a:lnTo>
                  <a:pt x="3093365" y="2227940"/>
                </a:lnTo>
                <a:lnTo>
                  <a:pt x="3099879" y="2222632"/>
                </a:lnTo>
                <a:lnTo>
                  <a:pt x="3122681" y="2225286"/>
                </a:lnTo>
                <a:lnTo>
                  <a:pt x="3142224" y="2218652"/>
                </a:lnTo>
                <a:lnTo>
                  <a:pt x="3148739" y="2219979"/>
                </a:lnTo>
                <a:lnTo>
                  <a:pt x="3155253" y="2249502"/>
                </a:lnTo>
                <a:lnTo>
                  <a:pt x="3165025" y="2254811"/>
                </a:lnTo>
                <a:lnTo>
                  <a:pt x="3165025" y="2264431"/>
                </a:lnTo>
                <a:lnTo>
                  <a:pt x="3155253" y="2279027"/>
                </a:lnTo>
                <a:lnTo>
                  <a:pt x="3145482" y="2285994"/>
                </a:lnTo>
                <a:lnTo>
                  <a:pt x="3148739" y="2292629"/>
                </a:lnTo>
                <a:lnTo>
                  <a:pt x="3168283" y="2307556"/>
                </a:lnTo>
                <a:lnTo>
                  <a:pt x="3171540" y="2307556"/>
                </a:lnTo>
                <a:lnTo>
                  <a:pt x="3187826" y="2315518"/>
                </a:lnTo>
                <a:lnTo>
                  <a:pt x="3204113" y="2312864"/>
                </a:lnTo>
                <a:lnTo>
                  <a:pt x="3236685" y="2325138"/>
                </a:lnTo>
                <a:lnTo>
                  <a:pt x="3243200" y="2344048"/>
                </a:lnTo>
                <a:lnTo>
                  <a:pt x="3249715" y="2346701"/>
                </a:lnTo>
                <a:lnTo>
                  <a:pt x="3275773" y="2352010"/>
                </a:lnTo>
                <a:lnTo>
                  <a:pt x="3288802" y="2358645"/>
                </a:lnTo>
                <a:lnTo>
                  <a:pt x="3301831" y="2368265"/>
                </a:lnTo>
                <a:lnTo>
                  <a:pt x="3311602" y="2365610"/>
                </a:lnTo>
                <a:lnTo>
                  <a:pt x="3321375" y="2349355"/>
                </a:lnTo>
                <a:lnTo>
                  <a:pt x="3321375" y="2334428"/>
                </a:lnTo>
                <a:lnTo>
                  <a:pt x="3331147" y="2319499"/>
                </a:lnTo>
                <a:lnTo>
                  <a:pt x="3347433" y="2312864"/>
                </a:lnTo>
                <a:lnTo>
                  <a:pt x="3360461" y="2315518"/>
                </a:lnTo>
                <a:lnTo>
                  <a:pt x="3376747" y="2319499"/>
                </a:lnTo>
                <a:lnTo>
                  <a:pt x="3376747" y="2327793"/>
                </a:lnTo>
                <a:lnTo>
                  <a:pt x="3389777" y="2331773"/>
                </a:lnTo>
                <a:lnTo>
                  <a:pt x="3406063" y="2334428"/>
                </a:lnTo>
                <a:lnTo>
                  <a:pt x="3412578" y="2339735"/>
                </a:lnTo>
                <a:lnTo>
                  <a:pt x="3448408" y="2346701"/>
                </a:lnTo>
                <a:lnTo>
                  <a:pt x="3458179" y="2352010"/>
                </a:lnTo>
                <a:lnTo>
                  <a:pt x="3467952" y="2352010"/>
                </a:lnTo>
                <a:lnTo>
                  <a:pt x="3477723" y="2355990"/>
                </a:lnTo>
                <a:lnTo>
                  <a:pt x="3484238" y="2353336"/>
                </a:lnTo>
                <a:lnTo>
                  <a:pt x="3500525" y="2344048"/>
                </a:lnTo>
                <a:lnTo>
                  <a:pt x="3523325" y="2344048"/>
                </a:lnTo>
                <a:lnTo>
                  <a:pt x="3529839" y="2352010"/>
                </a:lnTo>
                <a:lnTo>
                  <a:pt x="3559155" y="2352010"/>
                </a:lnTo>
                <a:lnTo>
                  <a:pt x="3568927" y="2346701"/>
                </a:lnTo>
                <a:lnTo>
                  <a:pt x="3572184" y="2341062"/>
                </a:lnTo>
                <a:lnTo>
                  <a:pt x="3581957" y="2310211"/>
                </a:lnTo>
                <a:lnTo>
                  <a:pt x="3598243" y="2276374"/>
                </a:lnTo>
                <a:lnTo>
                  <a:pt x="3594985" y="2252157"/>
                </a:lnTo>
                <a:lnTo>
                  <a:pt x="3594985" y="2240214"/>
                </a:lnTo>
                <a:lnTo>
                  <a:pt x="3601500" y="2234575"/>
                </a:lnTo>
                <a:lnTo>
                  <a:pt x="3598243" y="2227940"/>
                </a:lnTo>
                <a:lnTo>
                  <a:pt x="3588470" y="2234575"/>
                </a:lnTo>
                <a:lnTo>
                  <a:pt x="3572184" y="2230594"/>
                </a:lnTo>
                <a:lnTo>
                  <a:pt x="3562412" y="2242869"/>
                </a:lnTo>
                <a:lnTo>
                  <a:pt x="3542869" y="2246849"/>
                </a:lnTo>
                <a:lnTo>
                  <a:pt x="3529839" y="2234575"/>
                </a:lnTo>
                <a:lnTo>
                  <a:pt x="3516811" y="2230594"/>
                </a:lnTo>
                <a:lnTo>
                  <a:pt x="3503781" y="2230594"/>
                </a:lnTo>
                <a:lnTo>
                  <a:pt x="3503781" y="2240214"/>
                </a:lnTo>
                <a:lnTo>
                  <a:pt x="3490752" y="2244195"/>
                </a:lnTo>
                <a:lnTo>
                  <a:pt x="3480981" y="2240214"/>
                </a:lnTo>
                <a:lnTo>
                  <a:pt x="3477723" y="2231921"/>
                </a:lnTo>
                <a:lnTo>
                  <a:pt x="3467952" y="2227940"/>
                </a:lnTo>
                <a:lnTo>
                  <a:pt x="3451665" y="2225286"/>
                </a:lnTo>
                <a:lnTo>
                  <a:pt x="3448408" y="2218652"/>
                </a:lnTo>
                <a:lnTo>
                  <a:pt x="3448408" y="2203723"/>
                </a:lnTo>
                <a:lnTo>
                  <a:pt x="3432121" y="2198415"/>
                </a:lnTo>
                <a:lnTo>
                  <a:pt x="3438636" y="2176853"/>
                </a:lnTo>
                <a:lnTo>
                  <a:pt x="3438636" y="2167232"/>
                </a:lnTo>
                <a:lnTo>
                  <a:pt x="3425607" y="2169886"/>
                </a:lnTo>
                <a:lnTo>
                  <a:pt x="3425607" y="2159270"/>
                </a:lnTo>
                <a:lnTo>
                  <a:pt x="3438636" y="2146996"/>
                </a:lnTo>
                <a:lnTo>
                  <a:pt x="3454923" y="2145670"/>
                </a:lnTo>
                <a:lnTo>
                  <a:pt x="3471209" y="2146996"/>
                </a:lnTo>
                <a:lnTo>
                  <a:pt x="3477723" y="2143016"/>
                </a:lnTo>
                <a:lnTo>
                  <a:pt x="3480981" y="2128088"/>
                </a:lnTo>
                <a:lnTo>
                  <a:pt x="3516811" y="2131073"/>
                </a:lnTo>
                <a:lnTo>
                  <a:pt x="3533097" y="2116145"/>
                </a:lnTo>
                <a:lnTo>
                  <a:pt x="3552641" y="2109510"/>
                </a:lnTo>
                <a:lnTo>
                  <a:pt x="3575442" y="2110838"/>
                </a:lnTo>
                <a:lnTo>
                  <a:pt x="3588470" y="2116145"/>
                </a:lnTo>
                <a:lnTo>
                  <a:pt x="3598243" y="2116145"/>
                </a:lnTo>
                <a:lnTo>
                  <a:pt x="3604757" y="2128088"/>
                </a:lnTo>
                <a:lnTo>
                  <a:pt x="3614529" y="2125433"/>
                </a:lnTo>
                <a:lnTo>
                  <a:pt x="3624301" y="2133727"/>
                </a:lnTo>
                <a:lnTo>
                  <a:pt x="3640587" y="2135054"/>
                </a:lnTo>
                <a:lnTo>
                  <a:pt x="3660130" y="2131073"/>
                </a:lnTo>
                <a:lnTo>
                  <a:pt x="3669902" y="2135054"/>
                </a:lnTo>
                <a:lnTo>
                  <a:pt x="3692703" y="2125433"/>
                </a:lnTo>
                <a:lnTo>
                  <a:pt x="3695961" y="2121453"/>
                </a:lnTo>
                <a:lnTo>
                  <a:pt x="3699218" y="2110838"/>
                </a:lnTo>
                <a:lnTo>
                  <a:pt x="3692703" y="2091928"/>
                </a:lnTo>
                <a:lnTo>
                  <a:pt x="3666645" y="2077001"/>
                </a:lnTo>
                <a:lnTo>
                  <a:pt x="3650359" y="2058091"/>
                </a:lnTo>
                <a:lnTo>
                  <a:pt x="3624301" y="2046149"/>
                </a:lnTo>
                <a:lnTo>
                  <a:pt x="3611271" y="2031221"/>
                </a:lnTo>
                <a:lnTo>
                  <a:pt x="3624301" y="2025912"/>
                </a:lnTo>
                <a:lnTo>
                  <a:pt x="3630815" y="2012312"/>
                </a:lnTo>
                <a:lnTo>
                  <a:pt x="3630815" y="2000037"/>
                </a:lnTo>
                <a:lnTo>
                  <a:pt x="3640587" y="1989422"/>
                </a:lnTo>
                <a:lnTo>
                  <a:pt x="3637329" y="1982787"/>
                </a:lnTo>
                <a:lnTo>
                  <a:pt x="3624301" y="1985441"/>
                </a:lnTo>
                <a:lnTo>
                  <a:pt x="3611271" y="1992075"/>
                </a:lnTo>
                <a:lnTo>
                  <a:pt x="3594985" y="1994730"/>
                </a:lnTo>
                <a:lnTo>
                  <a:pt x="3588470" y="2001696"/>
                </a:lnTo>
                <a:lnTo>
                  <a:pt x="3575442" y="2007004"/>
                </a:lnTo>
                <a:lnTo>
                  <a:pt x="3575442" y="2016292"/>
                </a:lnTo>
                <a:lnTo>
                  <a:pt x="3588470" y="2028567"/>
                </a:lnTo>
                <a:lnTo>
                  <a:pt x="3601500" y="2025912"/>
                </a:lnTo>
                <a:lnTo>
                  <a:pt x="3608015" y="2025912"/>
                </a:lnTo>
                <a:lnTo>
                  <a:pt x="3604757" y="2036529"/>
                </a:lnTo>
                <a:lnTo>
                  <a:pt x="3588470" y="2033874"/>
                </a:lnTo>
                <a:lnTo>
                  <a:pt x="3585213" y="2037855"/>
                </a:lnTo>
                <a:lnTo>
                  <a:pt x="3568927" y="2043163"/>
                </a:lnTo>
                <a:lnTo>
                  <a:pt x="3562412" y="2052784"/>
                </a:lnTo>
                <a:lnTo>
                  <a:pt x="3555897" y="2050129"/>
                </a:lnTo>
                <a:lnTo>
                  <a:pt x="3555897" y="2033874"/>
                </a:lnTo>
                <a:lnTo>
                  <a:pt x="3539611" y="2025912"/>
                </a:lnTo>
                <a:lnTo>
                  <a:pt x="3559155" y="2013639"/>
                </a:lnTo>
                <a:lnTo>
                  <a:pt x="3552641" y="2009657"/>
                </a:lnTo>
                <a:lnTo>
                  <a:pt x="3533097" y="2009657"/>
                </a:lnTo>
                <a:lnTo>
                  <a:pt x="3526583" y="1994730"/>
                </a:lnTo>
                <a:lnTo>
                  <a:pt x="3516811" y="1994730"/>
                </a:lnTo>
                <a:lnTo>
                  <a:pt x="3510296" y="2001696"/>
                </a:lnTo>
                <a:lnTo>
                  <a:pt x="3497267" y="2013639"/>
                </a:lnTo>
                <a:lnTo>
                  <a:pt x="3487495" y="2018947"/>
                </a:lnTo>
                <a:lnTo>
                  <a:pt x="3490752" y="2031221"/>
                </a:lnTo>
                <a:lnTo>
                  <a:pt x="3487495" y="2040509"/>
                </a:lnTo>
                <a:lnTo>
                  <a:pt x="3474466" y="2043163"/>
                </a:lnTo>
                <a:lnTo>
                  <a:pt x="3471209" y="2067711"/>
                </a:lnTo>
                <a:lnTo>
                  <a:pt x="3467952" y="2077001"/>
                </a:lnTo>
                <a:lnTo>
                  <a:pt x="3461437" y="2077001"/>
                </a:lnTo>
                <a:lnTo>
                  <a:pt x="3454923" y="2094582"/>
                </a:lnTo>
                <a:lnTo>
                  <a:pt x="3454923" y="2098563"/>
                </a:lnTo>
                <a:lnTo>
                  <a:pt x="3461437" y="2110838"/>
                </a:lnTo>
                <a:lnTo>
                  <a:pt x="3461437" y="2133727"/>
                </a:lnTo>
                <a:lnTo>
                  <a:pt x="3451665" y="2135054"/>
                </a:lnTo>
                <a:lnTo>
                  <a:pt x="3445151" y="2143016"/>
                </a:lnTo>
                <a:lnTo>
                  <a:pt x="3438636" y="2145670"/>
                </a:lnTo>
                <a:lnTo>
                  <a:pt x="3428865" y="2155290"/>
                </a:lnTo>
                <a:lnTo>
                  <a:pt x="3425607" y="2140361"/>
                </a:lnTo>
                <a:lnTo>
                  <a:pt x="3409320" y="2133727"/>
                </a:lnTo>
                <a:lnTo>
                  <a:pt x="3396292" y="2135054"/>
                </a:lnTo>
                <a:lnTo>
                  <a:pt x="3386520" y="2146996"/>
                </a:lnTo>
                <a:lnTo>
                  <a:pt x="3376747" y="2152636"/>
                </a:lnTo>
                <a:lnTo>
                  <a:pt x="3366976" y="2146996"/>
                </a:lnTo>
                <a:lnTo>
                  <a:pt x="3366976" y="2155290"/>
                </a:lnTo>
                <a:lnTo>
                  <a:pt x="3370234" y="2161925"/>
                </a:lnTo>
                <a:lnTo>
                  <a:pt x="3373491" y="2186142"/>
                </a:lnTo>
                <a:lnTo>
                  <a:pt x="3389777" y="2195762"/>
                </a:lnTo>
                <a:lnTo>
                  <a:pt x="3389777" y="2210358"/>
                </a:lnTo>
                <a:lnTo>
                  <a:pt x="3383262" y="2203723"/>
                </a:lnTo>
                <a:lnTo>
                  <a:pt x="3376747" y="2206377"/>
                </a:lnTo>
                <a:lnTo>
                  <a:pt x="3376747" y="2215997"/>
                </a:lnTo>
                <a:lnTo>
                  <a:pt x="3366976" y="2213012"/>
                </a:lnTo>
                <a:lnTo>
                  <a:pt x="3376747" y="2230594"/>
                </a:lnTo>
                <a:lnTo>
                  <a:pt x="3360461" y="2231921"/>
                </a:lnTo>
                <a:lnTo>
                  <a:pt x="3357205" y="2225286"/>
                </a:lnTo>
                <a:lnTo>
                  <a:pt x="3347433" y="2230594"/>
                </a:lnTo>
                <a:lnTo>
                  <a:pt x="3347433" y="2215997"/>
                </a:lnTo>
                <a:lnTo>
                  <a:pt x="3340918" y="2207704"/>
                </a:lnTo>
                <a:lnTo>
                  <a:pt x="3344175" y="2198415"/>
                </a:lnTo>
                <a:lnTo>
                  <a:pt x="3353947" y="2195762"/>
                </a:lnTo>
                <a:lnTo>
                  <a:pt x="3370234" y="2203723"/>
                </a:lnTo>
                <a:lnTo>
                  <a:pt x="3366976" y="2195762"/>
                </a:lnTo>
                <a:lnTo>
                  <a:pt x="3353947" y="2194435"/>
                </a:lnTo>
                <a:lnTo>
                  <a:pt x="3340918" y="2194435"/>
                </a:lnTo>
                <a:lnTo>
                  <a:pt x="3331147" y="2183487"/>
                </a:lnTo>
                <a:lnTo>
                  <a:pt x="3331147" y="2179507"/>
                </a:lnTo>
                <a:lnTo>
                  <a:pt x="3321375" y="2164578"/>
                </a:lnTo>
                <a:lnTo>
                  <a:pt x="3318117" y="2157943"/>
                </a:lnTo>
                <a:lnTo>
                  <a:pt x="3311602" y="2152636"/>
                </a:lnTo>
                <a:lnTo>
                  <a:pt x="3308345" y="2143016"/>
                </a:lnTo>
                <a:lnTo>
                  <a:pt x="3311602" y="2113491"/>
                </a:lnTo>
                <a:lnTo>
                  <a:pt x="3308345" y="2113491"/>
                </a:lnTo>
                <a:lnTo>
                  <a:pt x="3301831" y="2103871"/>
                </a:lnTo>
                <a:lnTo>
                  <a:pt x="3295316" y="2098563"/>
                </a:lnTo>
                <a:lnTo>
                  <a:pt x="3279029" y="2089274"/>
                </a:lnTo>
                <a:lnTo>
                  <a:pt x="3279029" y="2086289"/>
                </a:lnTo>
                <a:lnTo>
                  <a:pt x="3266001" y="2077001"/>
                </a:lnTo>
                <a:lnTo>
                  <a:pt x="3249715" y="2070366"/>
                </a:lnTo>
                <a:lnTo>
                  <a:pt x="3236685" y="2058091"/>
                </a:lnTo>
                <a:lnTo>
                  <a:pt x="3236685" y="2052784"/>
                </a:lnTo>
                <a:lnTo>
                  <a:pt x="3233428" y="2046149"/>
                </a:lnTo>
                <a:lnTo>
                  <a:pt x="3230171" y="2033874"/>
                </a:lnTo>
                <a:lnTo>
                  <a:pt x="3223657" y="2028567"/>
                </a:lnTo>
                <a:lnTo>
                  <a:pt x="3217142" y="2036529"/>
                </a:lnTo>
                <a:lnTo>
                  <a:pt x="3213884" y="2040509"/>
                </a:lnTo>
                <a:lnTo>
                  <a:pt x="3207370" y="2024586"/>
                </a:lnTo>
                <a:lnTo>
                  <a:pt x="3210627" y="2021600"/>
                </a:lnTo>
                <a:lnTo>
                  <a:pt x="3200855" y="2016292"/>
                </a:lnTo>
                <a:lnTo>
                  <a:pt x="3184569" y="2031221"/>
                </a:lnTo>
                <a:lnTo>
                  <a:pt x="3191084" y="2037855"/>
                </a:lnTo>
                <a:lnTo>
                  <a:pt x="3184569" y="2046149"/>
                </a:lnTo>
                <a:lnTo>
                  <a:pt x="3187826" y="2055437"/>
                </a:lnTo>
                <a:lnTo>
                  <a:pt x="3204113" y="2070366"/>
                </a:lnTo>
                <a:lnTo>
                  <a:pt x="3207370" y="2073019"/>
                </a:lnTo>
                <a:lnTo>
                  <a:pt x="3213884" y="2094582"/>
                </a:lnTo>
                <a:lnTo>
                  <a:pt x="3230171" y="2109510"/>
                </a:lnTo>
                <a:lnTo>
                  <a:pt x="3236685" y="2110838"/>
                </a:lnTo>
                <a:lnTo>
                  <a:pt x="3249715" y="2110838"/>
                </a:lnTo>
                <a:lnTo>
                  <a:pt x="3249715" y="2122780"/>
                </a:lnTo>
                <a:lnTo>
                  <a:pt x="3269258" y="2133727"/>
                </a:lnTo>
                <a:lnTo>
                  <a:pt x="3285544" y="2143016"/>
                </a:lnTo>
                <a:lnTo>
                  <a:pt x="3295316" y="2155290"/>
                </a:lnTo>
                <a:lnTo>
                  <a:pt x="3292059" y="2161925"/>
                </a:lnTo>
                <a:lnTo>
                  <a:pt x="3285544" y="2152636"/>
                </a:lnTo>
                <a:lnTo>
                  <a:pt x="3269258" y="2145670"/>
                </a:lnTo>
                <a:lnTo>
                  <a:pt x="3266001" y="2149650"/>
                </a:lnTo>
                <a:lnTo>
                  <a:pt x="3259486" y="2161925"/>
                </a:lnTo>
                <a:lnTo>
                  <a:pt x="3269258" y="2171213"/>
                </a:lnTo>
                <a:lnTo>
                  <a:pt x="3269258" y="2182160"/>
                </a:lnTo>
                <a:lnTo>
                  <a:pt x="3259486" y="2186142"/>
                </a:lnTo>
                <a:lnTo>
                  <a:pt x="3259486" y="2194435"/>
                </a:lnTo>
                <a:lnTo>
                  <a:pt x="3249715" y="2203723"/>
                </a:lnTo>
                <a:lnTo>
                  <a:pt x="3243200" y="2203723"/>
                </a:lnTo>
                <a:lnTo>
                  <a:pt x="3252971" y="2179507"/>
                </a:lnTo>
                <a:lnTo>
                  <a:pt x="3243200" y="2157943"/>
                </a:lnTo>
                <a:lnTo>
                  <a:pt x="3239943" y="2157943"/>
                </a:lnTo>
                <a:lnTo>
                  <a:pt x="3233428" y="2149650"/>
                </a:lnTo>
                <a:lnTo>
                  <a:pt x="3230171" y="2140361"/>
                </a:lnTo>
                <a:lnTo>
                  <a:pt x="3217142" y="2137708"/>
                </a:lnTo>
                <a:lnTo>
                  <a:pt x="3210627" y="2128088"/>
                </a:lnTo>
                <a:lnTo>
                  <a:pt x="3200855" y="2128088"/>
                </a:lnTo>
                <a:lnTo>
                  <a:pt x="3178055" y="2109510"/>
                </a:lnTo>
                <a:lnTo>
                  <a:pt x="3174798" y="2103871"/>
                </a:lnTo>
                <a:lnTo>
                  <a:pt x="3155253" y="2086289"/>
                </a:lnTo>
                <a:lnTo>
                  <a:pt x="3151997" y="2064726"/>
                </a:lnTo>
                <a:lnTo>
                  <a:pt x="3132452" y="2052784"/>
                </a:lnTo>
                <a:lnTo>
                  <a:pt x="3125937" y="2050129"/>
                </a:lnTo>
                <a:lnTo>
                  <a:pt x="3112909" y="2064726"/>
                </a:lnTo>
                <a:lnTo>
                  <a:pt x="3103137" y="2067711"/>
                </a:lnTo>
                <a:lnTo>
                  <a:pt x="3086851" y="2082308"/>
                </a:lnTo>
                <a:lnTo>
                  <a:pt x="3077079" y="2084962"/>
                </a:lnTo>
                <a:lnTo>
                  <a:pt x="3053953" y="2077001"/>
                </a:lnTo>
                <a:lnTo>
                  <a:pt x="3044506" y="2073019"/>
                </a:lnTo>
                <a:lnTo>
                  <a:pt x="3027243" y="2082308"/>
                </a:lnTo>
                <a:lnTo>
                  <a:pt x="3024637" y="2089274"/>
                </a:lnTo>
                <a:lnTo>
                  <a:pt x="3027243" y="2098563"/>
                </a:lnTo>
                <a:lnTo>
                  <a:pt x="3027243" y="2113491"/>
                </a:lnTo>
                <a:lnTo>
                  <a:pt x="3012911" y="2122780"/>
                </a:lnTo>
                <a:lnTo>
                  <a:pt x="3008676" y="2128088"/>
                </a:lnTo>
                <a:lnTo>
                  <a:pt x="2988807" y="2133727"/>
                </a:lnTo>
                <a:lnTo>
                  <a:pt x="2973172" y="2157943"/>
                </a:lnTo>
                <a:lnTo>
                  <a:pt x="2967635" y="2169886"/>
                </a:lnTo>
                <a:lnTo>
                  <a:pt x="2973172" y="2182160"/>
                </a:lnTo>
                <a:lnTo>
                  <a:pt x="2977081" y="2186142"/>
                </a:lnTo>
                <a:lnTo>
                  <a:pt x="2963727" y="2195762"/>
                </a:lnTo>
                <a:lnTo>
                  <a:pt x="2955909" y="2213012"/>
                </a:lnTo>
                <a:lnTo>
                  <a:pt x="2952000" y="2213012"/>
                </a:lnTo>
                <a:lnTo>
                  <a:pt x="2943857" y="2218652"/>
                </a:lnTo>
                <a:lnTo>
                  <a:pt x="2934736" y="2230594"/>
                </a:lnTo>
                <a:lnTo>
                  <a:pt x="2896300" y="2230594"/>
                </a:lnTo>
                <a:lnTo>
                  <a:pt x="2892392" y="2234575"/>
                </a:lnTo>
                <a:lnTo>
                  <a:pt x="2881642" y="2237560"/>
                </a:lnTo>
                <a:lnTo>
                  <a:pt x="2880339" y="2244195"/>
                </a:lnTo>
                <a:lnTo>
                  <a:pt x="2875129" y="2246849"/>
                </a:lnTo>
                <a:lnTo>
                  <a:pt x="2868614" y="2242869"/>
                </a:lnTo>
                <a:lnTo>
                  <a:pt x="2857865" y="2225286"/>
                </a:lnTo>
                <a:lnTo>
                  <a:pt x="2844836" y="2219979"/>
                </a:lnTo>
                <a:lnTo>
                  <a:pt x="2836693" y="2225286"/>
                </a:lnTo>
                <a:lnTo>
                  <a:pt x="2822360" y="2222632"/>
                </a:lnTo>
                <a:lnTo>
                  <a:pt x="2820732" y="2215997"/>
                </a:lnTo>
                <a:lnTo>
                  <a:pt x="2820732" y="2194435"/>
                </a:lnTo>
                <a:lnTo>
                  <a:pt x="2809006" y="2186142"/>
                </a:lnTo>
                <a:lnTo>
                  <a:pt x="2810309" y="2171213"/>
                </a:lnTo>
                <a:lnTo>
                  <a:pt x="2815520" y="2167232"/>
                </a:lnTo>
                <a:lnTo>
                  <a:pt x="2822360" y="2133727"/>
                </a:lnTo>
                <a:lnTo>
                  <a:pt x="2818126" y="2113491"/>
                </a:lnTo>
                <a:lnTo>
                  <a:pt x="2820732" y="2110838"/>
                </a:lnTo>
                <a:lnTo>
                  <a:pt x="2818126" y="2106524"/>
                </a:lnTo>
                <a:lnTo>
                  <a:pt x="2812914" y="2082308"/>
                </a:lnTo>
                <a:lnTo>
                  <a:pt x="2827572" y="2077001"/>
                </a:lnTo>
                <a:lnTo>
                  <a:pt x="2834087" y="2067711"/>
                </a:lnTo>
                <a:lnTo>
                  <a:pt x="2846139" y="2073019"/>
                </a:lnTo>
                <a:lnTo>
                  <a:pt x="2875129" y="2073019"/>
                </a:lnTo>
                <a:lnTo>
                  <a:pt x="2898907" y="2077001"/>
                </a:lnTo>
                <a:lnTo>
                  <a:pt x="2910958" y="2074346"/>
                </a:lnTo>
                <a:lnTo>
                  <a:pt x="2934736" y="2079654"/>
                </a:lnTo>
                <a:lnTo>
                  <a:pt x="2941251" y="2077001"/>
                </a:lnTo>
                <a:lnTo>
                  <a:pt x="2946462" y="2070366"/>
                </a:lnTo>
                <a:lnTo>
                  <a:pt x="2952000" y="2046149"/>
                </a:lnTo>
                <a:lnTo>
                  <a:pt x="2953303" y="2012312"/>
                </a:lnTo>
                <a:lnTo>
                  <a:pt x="2952000" y="2004350"/>
                </a:lnTo>
                <a:lnTo>
                  <a:pt x="2941251" y="2000037"/>
                </a:lnTo>
                <a:lnTo>
                  <a:pt x="2937342" y="1989422"/>
                </a:lnTo>
                <a:lnTo>
                  <a:pt x="2937342" y="1985441"/>
                </a:lnTo>
                <a:lnTo>
                  <a:pt x="2928221" y="1977148"/>
                </a:lnTo>
                <a:lnTo>
                  <a:pt x="2925290" y="1970513"/>
                </a:lnTo>
                <a:lnTo>
                  <a:pt x="2917473" y="1970513"/>
                </a:lnTo>
                <a:lnTo>
                  <a:pt x="2910958" y="1965205"/>
                </a:lnTo>
                <a:lnTo>
                  <a:pt x="2898907" y="1965205"/>
                </a:lnTo>
                <a:lnTo>
                  <a:pt x="2896300" y="1952930"/>
                </a:lnTo>
                <a:lnTo>
                  <a:pt x="2889785" y="1951603"/>
                </a:lnTo>
                <a:lnTo>
                  <a:pt x="2893695" y="1943642"/>
                </a:lnTo>
                <a:lnTo>
                  <a:pt x="2917473" y="1936676"/>
                </a:lnTo>
                <a:lnTo>
                  <a:pt x="2925290" y="1946296"/>
                </a:lnTo>
                <a:lnTo>
                  <a:pt x="2932131" y="1940988"/>
                </a:lnTo>
                <a:lnTo>
                  <a:pt x="2943857" y="1943642"/>
                </a:lnTo>
                <a:lnTo>
                  <a:pt x="2943857" y="1927388"/>
                </a:lnTo>
                <a:lnTo>
                  <a:pt x="2941251" y="1915113"/>
                </a:lnTo>
                <a:lnTo>
                  <a:pt x="2949394" y="1915113"/>
                </a:lnTo>
                <a:lnTo>
                  <a:pt x="2953303" y="1922079"/>
                </a:lnTo>
                <a:lnTo>
                  <a:pt x="2975778" y="1924733"/>
                </a:lnTo>
                <a:lnTo>
                  <a:pt x="2975778" y="1915113"/>
                </a:lnTo>
                <a:lnTo>
                  <a:pt x="2991739" y="1907151"/>
                </a:lnTo>
                <a:lnTo>
                  <a:pt x="2999556" y="1900516"/>
                </a:lnTo>
                <a:lnTo>
                  <a:pt x="3000859" y="1880281"/>
                </a:lnTo>
                <a:lnTo>
                  <a:pt x="3018122" y="1876299"/>
                </a:lnTo>
                <a:lnTo>
                  <a:pt x="3032780" y="1866679"/>
                </a:lnTo>
                <a:lnTo>
                  <a:pt x="3047112" y="1868006"/>
                </a:lnTo>
                <a:lnTo>
                  <a:pt x="3047112" y="1866679"/>
                </a:lnTo>
                <a:lnTo>
                  <a:pt x="3039295" y="1866679"/>
                </a:lnTo>
                <a:lnTo>
                  <a:pt x="3041900" y="1856064"/>
                </a:lnTo>
                <a:lnTo>
                  <a:pt x="3051021" y="1837155"/>
                </a:lnTo>
                <a:lnTo>
                  <a:pt x="3067307" y="1842462"/>
                </a:lnTo>
                <a:lnTo>
                  <a:pt x="3073822" y="1834501"/>
                </a:lnTo>
                <a:lnTo>
                  <a:pt x="3067307" y="1824881"/>
                </a:lnTo>
                <a:lnTo>
                  <a:pt x="3060792" y="1831847"/>
                </a:lnTo>
                <a:lnTo>
                  <a:pt x="3057535" y="1822227"/>
                </a:lnTo>
                <a:lnTo>
                  <a:pt x="3073822" y="1807299"/>
                </a:lnTo>
                <a:lnTo>
                  <a:pt x="3090108" y="1805972"/>
                </a:lnTo>
                <a:lnTo>
                  <a:pt x="3099879" y="1812938"/>
                </a:lnTo>
                <a:lnTo>
                  <a:pt x="3099879" y="1800664"/>
                </a:lnTo>
                <a:lnTo>
                  <a:pt x="3112909" y="1798010"/>
                </a:lnTo>
                <a:lnTo>
                  <a:pt x="3116166" y="1803318"/>
                </a:lnTo>
                <a:lnTo>
                  <a:pt x="3129195" y="1785735"/>
                </a:lnTo>
                <a:lnTo>
                  <a:pt x="3129195" y="1776447"/>
                </a:lnTo>
                <a:lnTo>
                  <a:pt x="3122681" y="1761520"/>
                </a:lnTo>
                <a:lnTo>
                  <a:pt x="3122681" y="1746923"/>
                </a:lnTo>
                <a:lnTo>
                  <a:pt x="3112909" y="1742610"/>
                </a:lnTo>
                <a:lnTo>
                  <a:pt x="3116166" y="1733321"/>
                </a:lnTo>
                <a:lnTo>
                  <a:pt x="3112909" y="1725360"/>
                </a:lnTo>
                <a:lnTo>
                  <a:pt x="3112909" y="1710431"/>
                </a:lnTo>
                <a:lnTo>
                  <a:pt x="3119424" y="1710431"/>
                </a:lnTo>
                <a:lnTo>
                  <a:pt x="3135710" y="1696831"/>
                </a:lnTo>
                <a:lnTo>
                  <a:pt x="3145482" y="1694176"/>
                </a:lnTo>
                <a:lnTo>
                  <a:pt x="3151997" y="1698158"/>
                </a:lnTo>
                <a:lnTo>
                  <a:pt x="3151997" y="1709105"/>
                </a:lnTo>
                <a:lnTo>
                  <a:pt x="3165025" y="1715740"/>
                </a:lnTo>
                <a:lnTo>
                  <a:pt x="3158511" y="1722374"/>
                </a:lnTo>
                <a:lnTo>
                  <a:pt x="3151997" y="1728013"/>
                </a:lnTo>
                <a:lnTo>
                  <a:pt x="3138967" y="1746923"/>
                </a:lnTo>
                <a:lnTo>
                  <a:pt x="3135710" y="1764173"/>
                </a:lnTo>
                <a:lnTo>
                  <a:pt x="3145482" y="1767158"/>
                </a:lnTo>
                <a:lnTo>
                  <a:pt x="3148739" y="1776447"/>
                </a:lnTo>
                <a:lnTo>
                  <a:pt x="3161768" y="1781755"/>
                </a:lnTo>
                <a:lnTo>
                  <a:pt x="3171540" y="1794029"/>
                </a:lnTo>
                <a:lnTo>
                  <a:pt x="3174798" y="1785735"/>
                </a:lnTo>
                <a:lnTo>
                  <a:pt x="3184569" y="1783082"/>
                </a:lnTo>
                <a:lnTo>
                  <a:pt x="3187826" y="1776447"/>
                </a:lnTo>
                <a:lnTo>
                  <a:pt x="3197598" y="1776447"/>
                </a:lnTo>
                <a:lnTo>
                  <a:pt x="3207370" y="1785735"/>
                </a:lnTo>
                <a:lnTo>
                  <a:pt x="3210627" y="1785735"/>
                </a:lnTo>
                <a:lnTo>
                  <a:pt x="3213884" y="1798010"/>
                </a:lnTo>
                <a:lnTo>
                  <a:pt x="3220399" y="1800664"/>
                </a:lnTo>
                <a:lnTo>
                  <a:pt x="3220399" y="1794029"/>
                </a:lnTo>
                <a:lnTo>
                  <a:pt x="3249715" y="1783082"/>
                </a:lnTo>
                <a:lnTo>
                  <a:pt x="3252971" y="1781755"/>
                </a:lnTo>
                <a:lnTo>
                  <a:pt x="3259486" y="1773793"/>
                </a:lnTo>
                <a:lnTo>
                  <a:pt x="3272516" y="1769813"/>
                </a:lnTo>
                <a:lnTo>
                  <a:pt x="3292059" y="1764173"/>
                </a:lnTo>
                <a:lnTo>
                  <a:pt x="3295316" y="1776447"/>
                </a:lnTo>
                <a:lnTo>
                  <a:pt x="3301831" y="1779101"/>
                </a:lnTo>
                <a:lnTo>
                  <a:pt x="3318117" y="1776447"/>
                </a:lnTo>
                <a:lnTo>
                  <a:pt x="3321375" y="1761520"/>
                </a:lnTo>
                <a:lnTo>
                  <a:pt x="3340918" y="1761520"/>
                </a:lnTo>
                <a:lnTo>
                  <a:pt x="3340918" y="1752230"/>
                </a:lnTo>
                <a:lnTo>
                  <a:pt x="3340918" y="1725360"/>
                </a:lnTo>
                <a:lnTo>
                  <a:pt x="3337661" y="1718393"/>
                </a:lnTo>
                <a:lnTo>
                  <a:pt x="3340918" y="1700811"/>
                </a:lnTo>
                <a:lnTo>
                  <a:pt x="3344175" y="1694176"/>
                </a:lnTo>
                <a:lnTo>
                  <a:pt x="3350690" y="1676594"/>
                </a:lnTo>
                <a:lnTo>
                  <a:pt x="3363719" y="1672614"/>
                </a:lnTo>
                <a:lnTo>
                  <a:pt x="3376747" y="1684888"/>
                </a:lnTo>
                <a:lnTo>
                  <a:pt x="3376747" y="1694176"/>
                </a:lnTo>
                <a:lnTo>
                  <a:pt x="3383262" y="1696831"/>
                </a:lnTo>
                <a:lnTo>
                  <a:pt x="3396292" y="1688869"/>
                </a:lnTo>
                <a:lnTo>
                  <a:pt x="3396292" y="1667306"/>
                </a:lnTo>
                <a:lnTo>
                  <a:pt x="3399549" y="1655032"/>
                </a:lnTo>
                <a:lnTo>
                  <a:pt x="3383262" y="1649724"/>
                </a:lnTo>
                <a:lnTo>
                  <a:pt x="3383262" y="1643089"/>
                </a:lnTo>
                <a:lnTo>
                  <a:pt x="3380005" y="1624180"/>
                </a:lnTo>
                <a:lnTo>
                  <a:pt x="3389777" y="1618872"/>
                </a:lnTo>
                <a:lnTo>
                  <a:pt x="3396292" y="1613233"/>
                </a:lnTo>
                <a:lnTo>
                  <a:pt x="3425607" y="1606598"/>
                </a:lnTo>
                <a:lnTo>
                  <a:pt x="3441893" y="1613233"/>
                </a:lnTo>
                <a:lnTo>
                  <a:pt x="3454923" y="1615887"/>
                </a:lnTo>
                <a:lnTo>
                  <a:pt x="3461437" y="1613233"/>
                </a:lnTo>
                <a:lnTo>
                  <a:pt x="3480981" y="1594324"/>
                </a:lnTo>
                <a:lnTo>
                  <a:pt x="3474466" y="1577074"/>
                </a:lnTo>
                <a:lnTo>
                  <a:pt x="3454923" y="1575747"/>
                </a:lnTo>
                <a:lnTo>
                  <a:pt x="3422350" y="1582382"/>
                </a:lnTo>
                <a:lnTo>
                  <a:pt x="3412578" y="1587690"/>
                </a:lnTo>
                <a:lnTo>
                  <a:pt x="3376747" y="1601290"/>
                </a:lnTo>
                <a:lnTo>
                  <a:pt x="3366976" y="1582382"/>
                </a:lnTo>
                <a:lnTo>
                  <a:pt x="3360461" y="1579728"/>
                </a:lnTo>
                <a:lnTo>
                  <a:pt x="3344175" y="1572761"/>
                </a:lnTo>
                <a:lnTo>
                  <a:pt x="3344175" y="1563473"/>
                </a:lnTo>
                <a:lnTo>
                  <a:pt x="3347433" y="1548545"/>
                </a:lnTo>
                <a:lnTo>
                  <a:pt x="3347433" y="1528308"/>
                </a:lnTo>
                <a:lnTo>
                  <a:pt x="3340918" y="1521674"/>
                </a:lnTo>
                <a:lnTo>
                  <a:pt x="3344175" y="1515039"/>
                </a:lnTo>
                <a:lnTo>
                  <a:pt x="3340918" y="1504091"/>
                </a:lnTo>
                <a:lnTo>
                  <a:pt x="3340918" y="1492149"/>
                </a:lnTo>
                <a:lnTo>
                  <a:pt x="3344175" y="1488169"/>
                </a:lnTo>
                <a:lnTo>
                  <a:pt x="3347433" y="1475894"/>
                </a:lnTo>
                <a:lnTo>
                  <a:pt x="3360461" y="1473241"/>
                </a:lnTo>
                <a:lnTo>
                  <a:pt x="3366976" y="1455659"/>
                </a:lnTo>
                <a:lnTo>
                  <a:pt x="3376747" y="1449024"/>
                </a:lnTo>
                <a:lnTo>
                  <a:pt x="3389777" y="1427461"/>
                </a:lnTo>
                <a:lnTo>
                  <a:pt x="3396292" y="1421822"/>
                </a:lnTo>
                <a:lnTo>
                  <a:pt x="3399549" y="1409879"/>
                </a:lnTo>
                <a:lnTo>
                  <a:pt x="3415835" y="1405898"/>
                </a:lnTo>
                <a:lnTo>
                  <a:pt x="3412578" y="1394950"/>
                </a:lnTo>
                <a:lnTo>
                  <a:pt x="3412578" y="1383008"/>
                </a:lnTo>
                <a:lnTo>
                  <a:pt x="3389777" y="1369407"/>
                </a:lnTo>
                <a:lnTo>
                  <a:pt x="3383262" y="1369407"/>
                </a:lnTo>
                <a:lnTo>
                  <a:pt x="3373491" y="1373388"/>
                </a:lnTo>
                <a:lnTo>
                  <a:pt x="3360461" y="1366753"/>
                </a:lnTo>
                <a:lnTo>
                  <a:pt x="3353947" y="1385662"/>
                </a:lnTo>
                <a:lnTo>
                  <a:pt x="3347433" y="1385662"/>
                </a:lnTo>
                <a:lnTo>
                  <a:pt x="3347433" y="1400258"/>
                </a:lnTo>
                <a:lnTo>
                  <a:pt x="3340918" y="1405898"/>
                </a:lnTo>
                <a:lnTo>
                  <a:pt x="3340918" y="1417840"/>
                </a:lnTo>
                <a:lnTo>
                  <a:pt x="3347433" y="1424807"/>
                </a:lnTo>
                <a:lnTo>
                  <a:pt x="3337661" y="1436749"/>
                </a:lnTo>
                <a:lnTo>
                  <a:pt x="3334403" y="1449024"/>
                </a:lnTo>
                <a:lnTo>
                  <a:pt x="3324632" y="1455659"/>
                </a:lnTo>
                <a:lnTo>
                  <a:pt x="3311602" y="1460966"/>
                </a:lnTo>
                <a:lnTo>
                  <a:pt x="3305089" y="1470586"/>
                </a:lnTo>
                <a:lnTo>
                  <a:pt x="3292059" y="1482529"/>
                </a:lnTo>
                <a:lnTo>
                  <a:pt x="3285544" y="1500111"/>
                </a:lnTo>
                <a:lnTo>
                  <a:pt x="3279029" y="1504091"/>
                </a:lnTo>
                <a:lnTo>
                  <a:pt x="3272516" y="1543237"/>
                </a:lnTo>
                <a:lnTo>
                  <a:pt x="3269258" y="1560818"/>
                </a:lnTo>
                <a:lnTo>
                  <a:pt x="3272516" y="1570107"/>
                </a:lnTo>
                <a:lnTo>
                  <a:pt x="3285544" y="1572761"/>
                </a:lnTo>
                <a:lnTo>
                  <a:pt x="3295316" y="1589017"/>
                </a:lnTo>
                <a:lnTo>
                  <a:pt x="3301831" y="1597310"/>
                </a:lnTo>
                <a:lnTo>
                  <a:pt x="3301831" y="1603944"/>
                </a:lnTo>
                <a:lnTo>
                  <a:pt x="3292059" y="1613233"/>
                </a:lnTo>
                <a:lnTo>
                  <a:pt x="3269258" y="1615887"/>
                </a:lnTo>
                <a:lnTo>
                  <a:pt x="3292059" y="1625507"/>
                </a:lnTo>
                <a:lnTo>
                  <a:pt x="3269258" y="1643089"/>
                </a:lnTo>
                <a:lnTo>
                  <a:pt x="3262743" y="1649724"/>
                </a:lnTo>
                <a:lnTo>
                  <a:pt x="3262743" y="1682234"/>
                </a:lnTo>
                <a:lnTo>
                  <a:pt x="3259486" y="1694176"/>
                </a:lnTo>
                <a:lnTo>
                  <a:pt x="3249715" y="1722374"/>
                </a:lnTo>
                <a:lnTo>
                  <a:pt x="3239943" y="1725360"/>
                </a:lnTo>
                <a:lnTo>
                  <a:pt x="3226913" y="1722374"/>
                </a:lnTo>
                <a:lnTo>
                  <a:pt x="3223657" y="1730668"/>
                </a:lnTo>
                <a:lnTo>
                  <a:pt x="3220399" y="1746923"/>
                </a:lnTo>
                <a:lnTo>
                  <a:pt x="3200855" y="1746923"/>
                </a:lnTo>
                <a:lnTo>
                  <a:pt x="3200855" y="1737302"/>
                </a:lnTo>
                <a:lnTo>
                  <a:pt x="3187826" y="1718393"/>
                </a:lnTo>
                <a:lnTo>
                  <a:pt x="3197598" y="1710431"/>
                </a:lnTo>
                <a:lnTo>
                  <a:pt x="3187826" y="1698158"/>
                </a:lnTo>
                <a:lnTo>
                  <a:pt x="3181311" y="1682234"/>
                </a:lnTo>
                <a:lnTo>
                  <a:pt x="3174798" y="1673941"/>
                </a:lnTo>
                <a:lnTo>
                  <a:pt x="3178055" y="1657686"/>
                </a:lnTo>
                <a:lnTo>
                  <a:pt x="3168283" y="1649724"/>
                </a:lnTo>
                <a:lnTo>
                  <a:pt x="3165025" y="1630815"/>
                </a:lnTo>
                <a:lnTo>
                  <a:pt x="3171540" y="1630815"/>
                </a:lnTo>
                <a:lnTo>
                  <a:pt x="3171540" y="1625507"/>
                </a:lnTo>
                <a:lnTo>
                  <a:pt x="3151997" y="1621527"/>
                </a:lnTo>
                <a:lnTo>
                  <a:pt x="3151997" y="1628161"/>
                </a:lnTo>
                <a:lnTo>
                  <a:pt x="3142224" y="1628161"/>
                </a:lnTo>
                <a:lnTo>
                  <a:pt x="3116166" y="1660671"/>
                </a:lnTo>
                <a:lnTo>
                  <a:pt x="3106394" y="1661999"/>
                </a:lnTo>
                <a:lnTo>
                  <a:pt x="3093365" y="1660671"/>
                </a:lnTo>
                <a:lnTo>
                  <a:pt x="3070565" y="1645744"/>
                </a:lnTo>
                <a:lnTo>
                  <a:pt x="3070565" y="1628161"/>
                </a:lnTo>
                <a:lnTo>
                  <a:pt x="3064050" y="1611906"/>
                </a:lnTo>
                <a:lnTo>
                  <a:pt x="3067307" y="1603944"/>
                </a:lnTo>
                <a:lnTo>
                  <a:pt x="3073822" y="1603944"/>
                </a:lnTo>
                <a:lnTo>
                  <a:pt x="3070565" y="1589017"/>
                </a:lnTo>
                <a:lnTo>
                  <a:pt x="3064050" y="1582382"/>
                </a:lnTo>
                <a:lnTo>
                  <a:pt x="3064050" y="1575747"/>
                </a:lnTo>
                <a:lnTo>
                  <a:pt x="3060792" y="1548545"/>
                </a:lnTo>
                <a:lnTo>
                  <a:pt x="3070565" y="1515039"/>
                </a:lnTo>
                <a:lnTo>
                  <a:pt x="3080337" y="1506746"/>
                </a:lnTo>
                <a:lnTo>
                  <a:pt x="3080337" y="1497457"/>
                </a:lnTo>
                <a:lnTo>
                  <a:pt x="3093365" y="1494803"/>
                </a:lnTo>
                <a:lnTo>
                  <a:pt x="3093365" y="1485183"/>
                </a:lnTo>
                <a:lnTo>
                  <a:pt x="3109651" y="1485183"/>
                </a:lnTo>
                <a:lnTo>
                  <a:pt x="3122681" y="1475894"/>
                </a:lnTo>
                <a:lnTo>
                  <a:pt x="3122681" y="1466274"/>
                </a:lnTo>
                <a:lnTo>
                  <a:pt x="3142224" y="1458312"/>
                </a:lnTo>
                <a:lnTo>
                  <a:pt x="3148739" y="1436749"/>
                </a:lnTo>
                <a:lnTo>
                  <a:pt x="3155253" y="1427461"/>
                </a:lnTo>
                <a:lnTo>
                  <a:pt x="3171540" y="1419167"/>
                </a:lnTo>
                <a:lnTo>
                  <a:pt x="3171540" y="1407225"/>
                </a:lnTo>
                <a:lnTo>
                  <a:pt x="3187826" y="1394950"/>
                </a:lnTo>
                <a:lnTo>
                  <a:pt x="3191084" y="1381682"/>
                </a:lnTo>
                <a:lnTo>
                  <a:pt x="3187826" y="1376042"/>
                </a:lnTo>
                <a:lnTo>
                  <a:pt x="3197598" y="1354478"/>
                </a:lnTo>
                <a:lnTo>
                  <a:pt x="3207370" y="1349171"/>
                </a:lnTo>
                <a:lnTo>
                  <a:pt x="3200855" y="1330262"/>
                </a:lnTo>
                <a:lnTo>
                  <a:pt x="3220399" y="1315334"/>
                </a:lnTo>
                <a:lnTo>
                  <a:pt x="3230171" y="1285809"/>
                </a:lnTo>
                <a:lnTo>
                  <a:pt x="3236685" y="1276521"/>
                </a:lnTo>
                <a:lnTo>
                  <a:pt x="3259486" y="1260266"/>
                </a:lnTo>
                <a:lnTo>
                  <a:pt x="3259486" y="1242684"/>
                </a:lnTo>
                <a:lnTo>
                  <a:pt x="3246457" y="1251972"/>
                </a:lnTo>
                <a:lnTo>
                  <a:pt x="3233428" y="1254958"/>
                </a:lnTo>
                <a:lnTo>
                  <a:pt x="3243200" y="1237376"/>
                </a:lnTo>
                <a:lnTo>
                  <a:pt x="3243200" y="1230409"/>
                </a:lnTo>
                <a:lnTo>
                  <a:pt x="3259486" y="1227756"/>
                </a:lnTo>
                <a:lnTo>
                  <a:pt x="3259486" y="1237376"/>
                </a:lnTo>
                <a:lnTo>
                  <a:pt x="3272516" y="1233395"/>
                </a:lnTo>
                <a:lnTo>
                  <a:pt x="3279029" y="1215813"/>
                </a:lnTo>
                <a:lnTo>
                  <a:pt x="3285544" y="1213159"/>
                </a:lnTo>
                <a:lnTo>
                  <a:pt x="3288802" y="1199558"/>
                </a:lnTo>
                <a:lnTo>
                  <a:pt x="3301831" y="1194250"/>
                </a:lnTo>
                <a:lnTo>
                  <a:pt x="3308345" y="1181976"/>
                </a:lnTo>
                <a:lnTo>
                  <a:pt x="3321375" y="1179322"/>
                </a:lnTo>
                <a:lnTo>
                  <a:pt x="3324632" y="1187284"/>
                </a:lnTo>
                <a:lnTo>
                  <a:pt x="3340918" y="1181976"/>
                </a:lnTo>
                <a:lnTo>
                  <a:pt x="3340918" y="1160413"/>
                </a:lnTo>
                <a:lnTo>
                  <a:pt x="3353947" y="1152451"/>
                </a:lnTo>
                <a:lnTo>
                  <a:pt x="3376747" y="1157760"/>
                </a:lnTo>
                <a:lnTo>
                  <a:pt x="3393034" y="1136196"/>
                </a:lnTo>
                <a:lnTo>
                  <a:pt x="3399549" y="1121268"/>
                </a:lnTo>
                <a:lnTo>
                  <a:pt x="3415835" y="1118614"/>
                </a:lnTo>
                <a:lnTo>
                  <a:pt x="3422350" y="1123923"/>
                </a:lnTo>
                <a:lnTo>
                  <a:pt x="3409320" y="1142831"/>
                </a:lnTo>
                <a:lnTo>
                  <a:pt x="3415835" y="1152451"/>
                </a:lnTo>
                <a:lnTo>
                  <a:pt x="3435379" y="1121268"/>
                </a:lnTo>
                <a:lnTo>
                  <a:pt x="3438636" y="1123923"/>
                </a:lnTo>
                <a:lnTo>
                  <a:pt x="3435379" y="1148471"/>
                </a:lnTo>
                <a:lnTo>
                  <a:pt x="3441893" y="1145485"/>
                </a:lnTo>
                <a:lnTo>
                  <a:pt x="3451665" y="1115961"/>
                </a:lnTo>
                <a:lnTo>
                  <a:pt x="3461437" y="1111980"/>
                </a:lnTo>
                <a:lnTo>
                  <a:pt x="3474466" y="1123923"/>
                </a:lnTo>
                <a:lnTo>
                  <a:pt x="3490752" y="1130888"/>
                </a:lnTo>
                <a:lnTo>
                  <a:pt x="3510296" y="1145485"/>
                </a:lnTo>
                <a:lnTo>
                  <a:pt x="3513553" y="1155105"/>
                </a:lnTo>
                <a:lnTo>
                  <a:pt x="3487495" y="1172687"/>
                </a:lnTo>
                <a:lnTo>
                  <a:pt x="3490752" y="1179322"/>
                </a:lnTo>
                <a:lnTo>
                  <a:pt x="3510296" y="1179322"/>
                </a:lnTo>
                <a:lnTo>
                  <a:pt x="3523325" y="1187284"/>
                </a:lnTo>
                <a:lnTo>
                  <a:pt x="3529839" y="1172687"/>
                </a:lnTo>
                <a:lnTo>
                  <a:pt x="3549384" y="1188942"/>
                </a:lnTo>
                <a:lnTo>
                  <a:pt x="3552641" y="1203539"/>
                </a:lnTo>
                <a:lnTo>
                  <a:pt x="3588470" y="1206193"/>
                </a:lnTo>
                <a:lnTo>
                  <a:pt x="3598243" y="1211832"/>
                </a:lnTo>
                <a:lnTo>
                  <a:pt x="3630815" y="1237376"/>
                </a:lnTo>
                <a:lnTo>
                  <a:pt x="3660130" y="1266901"/>
                </a:lnTo>
                <a:lnTo>
                  <a:pt x="3686188" y="1281829"/>
                </a:lnTo>
                <a:lnTo>
                  <a:pt x="3689446" y="1322301"/>
                </a:lnTo>
                <a:lnTo>
                  <a:pt x="3676417" y="1342536"/>
                </a:lnTo>
                <a:lnTo>
                  <a:pt x="3643844" y="1357133"/>
                </a:lnTo>
                <a:lnTo>
                  <a:pt x="3617786" y="1346517"/>
                </a:lnTo>
                <a:lnTo>
                  <a:pt x="3588470" y="1342536"/>
                </a:lnTo>
                <a:lnTo>
                  <a:pt x="3578699" y="1332916"/>
                </a:lnTo>
                <a:lnTo>
                  <a:pt x="3552641" y="1327608"/>
                </a:lnTo>
                <a:lnTo>
                  <a:pt x="3552641" y="1334243"/>
                </a:lnTo>
                <a:lnTo>
                  <a:pt x="3581957" y="1364100"/>
                </a:lnTo>
                <a:lnTo>
                  <a:pt x="3575442" y="1393624"/>
                </a:lnTo>
                <a:lnTo>
                  <a:pt x="3581957" y="1409879"/>
                </a:lnTo>
                <a:lnTo>
                  <a:pt x="3578699" y="1421822"/>
                </a:lnTo>
                <a:lnTo>
                  <a:pt x="3591728" y="1427461"/>
                </a:lnTo>
                <a:lnTo>
                  <a:pt x="3604757" y="1443384"/>
                </a:lnTo>
                <a:lnTo>
                  <a:pt x="3624301" y="1451677"/>
                </a:lnTo>
                <a:lnTo>
                  <a:pt x="3634072" y="1442057"/>
                </a:lnTo>
                <a:lnTo>
                  <a:pt x="3627557" y="1427461"/>
                </a:lnTo>
                <a:lnTo>
                  <a:pt x="3617786" y="1427461"/>
                </a:lnTo>
                <a:lnTo>
                  <a:pt x="3604757" y="1407225"/>
                </a:lnTo>
                <a:lnTo>
                  <a:pt x="3617786" y="1393624"/>
                </a:lnTo>
                <a:lnTo>
                  <a:pt x="3634072" y="1407225"/>
                </a:lnTo>
                <a:lnTo>
                  <a:pt x="3660130" y="1419167"/>
                </a:lnTo>
                <a:lnTo>
                  <a:pt x="3676417" y="1409879"/>
                </a:lnTo>
                <a:lnTo>
                  <a:pt x="3663388" y="1385662"/>
                </a:lnTo>
                <a:lnTo>
                  <a:pt x="3666645" y="1376042"/>
                </a:lnTo>
                <a:lnTo>
                  <a:pt x="3679675" y="1361445"/>
                </a:lnTo>
                <a:lnTo>
                  <a:pt x="3692703" y="1357133"/>
                </a:lnTo>
                <a:lnTo>
                  <a:pt x="3705733" y="1336897"/>
                </a:lnTo>
                <a:lnTo>
                  <a:pt x="3725276" y="1339883"/>
                </a:lnTo>
                <a:lnTo>
                  <a:pt x="3738305" y="1357133"/>
                </a:lnTo>
                <a:lnTo>
                  <a:pt x="3748077" y="1330262"/>
                </a:lnTo>
                <a:lnTo>
                  <a:pt x="3748077" y="1318320"/>
                </a:lnTo>
                <a:lnTo>
                  <a:pt x="3731791" y="1303391"/>
                </a:lnTo>
                <a:lnTo>
                  <a:pt x="3738305" y="1284483"/>
                </a:lnTo>
                <a:lnTo>
                  <a:pt x="3741562" y="1242684"/>
                </a:lnTo>
                <a:lnTo>
                  <a:pt x="3757849" y="1242684"/>
                </a:lnTo>
                <a:lnTo>
                  <a:pt x="3770878" y="1245337"/>
                </a:lnTo>
                <a:lnTo>
                  <a:pt x="3783907" y="1261593"/>
                </a:lnTo>
                <a:lnTo>
                  <a:pt x="3783907" y="1276521"/>
                </a:lnTo>
                <a:lnTo>
                  <a:pt x="3761106" y="1281829"/>
                </a:lnTo>
                <a:lnTo>
                  <a:pt x="3754591" y="1298084"/>
                </a:lnTo>
                <a:lnTo>
                  <a:pt x="3764363" y="1308699"/>
                </a:lnTo>
                <a:lnTo>
                  <a:pt x="3770878" y="1322301"/>
                </a:lnTo>
                <a:lnTo>
                  <a:pt x="3790421" y="1322301"/>
                </a:lnTo>
                <a:lnTo>
                  <a:pt x="3800193" y="1315334"/>
                </a:lnTo>
                <a:lnTo>
                  <a:pt x="3806707" y="1285809"/>
                </a:lnTo>
                <a:lnTo>
                  <a:pt x="3822994" y="1281829"/>
                </a:lnTo>
                <a:lnTo>
                  <a:pt x="3852310" y="1257612"/>
                </a:lnTo>
                <a:lnTo>
                  <a:pt x="3907683" y="1223775"/>
                </a:lnTo>
                <a:lnTo>
                  <a:pt x="3907683" y="1237376"/>
                </a:lnTo>
                <a:lnTo>
                  <a:pt x="3914198" y="1260266"/>
                </a:lnTo>
                <a:lnTo>
                  <a:pt x="3933741" y="1245337"/>
                </a:lnTo>
                <a:lnTo>
                  <a:pt x="3959799" y="1237376"/>
                </a:lnTo>
                <a:lnTo>
                  <a:pt x="3969571" y="1242684"/>
                </a:lnTo>
                <a:lnTo>
                  <a:pt x="3979344" y="1227756"/>
                </a:lnTo>
                <a:lnTo>
                  <a:pt x="3998887" y="1221121"/>
                </a:lnTo>
                <a:lnTo>
                  <a:pt x="4011916" y="1237376"/>
                </a:lnTo>
                <a:lnTo>
                  <a:pt x="4034717" y="1225102"/>
                </a:lnTo>
                <a:lnTo>
                  <a:pt x="4018430" y="1188942"/>
                </a:lnTo>
                <a:lnTo>
                  <a:pt x="4034717" y="1176668"/>
                </a:lnTo>
                <a:lnTo>
                  <a:pt x="4077061" y="1187284"/>
                </a:lnTo>
                <a:lnTo>
                  <a:pt x="4086833" y="1194250"/>
                </a:lnTo>
                <a:lnTo>
                  <a:pt x="4116148" y="1215813"/>
                </a:lnTo>
                <a:lnTo>
                  <a:pt x="4138949" y="1227756"/>
                </a:lnTo>
                <a:lnTo>
                  <a:pt x="4158493" y="1251972"/>
                </a:lnTo>
                <a:lnTo>
                  <a:pt x="4165009" y="1251972"/>
                </a:lnTo>
                <a:lnTo>
                  <a:pt x="4174780" y="1227756"/>
                </a:lnTo>
                <a:lnTo>
                  <a:pt x="4165009" y="1221121"/>
                </a:lnTo>
                <a:lnTo>
                  <a:pt x="4155235" y="1200885"/>
                </a:lnTo>
                <a:lnTo>
                  <a:pt x="4135693" y="1181976"/>
                </a:lnTo>
                <a:lnTo>
                  <a:pt x="4145464" y="1130888"/>
                </a:lnTo>
                <a:lnTo>
                  <a:pt x="4132435" y="1128235"/>
                </a:lnTo>
                <a:lnTo>
                  <a:pt x="4135693" y="1102359"/>
                </a:lnTo>
                <a:lnTo>
                  <a:pt x="4151979" y="1087763"/>
                </a:lnTo>
                <a:lnTo>
                  <a:pt x="4165009" y="1070181"/>
                </a:lnTo>
                <a:lnTo>
                  <a:pt x="4174780" y="1019094"/>
                </a:lnTo>
                <a:lnTo>
                  <a:pt x="4184551" y="1009473"/>
                </a:lnTo>
                <a:lnTo>
                  <a:pt x="4217124" y="1006819"/>
                </a:lnTo>
                <a:lnTo>
                  <a:pt x="4239925" y="1019094"/>
                </a:lnTo>
                <a:lnTo>
                  <a:pt x="4239925" y="1043310"/>
                </a:lnTo>
                <a:lnTo>
                  <a:pt x="4226896" y="1085109"/>
                </a:lnTo>
                <a:lnTo>
                  <a:pt x="4239925" y="1126908"/>
                </a:lnTo>
                <a:lnTo>
                  <a:pt x="4236667" y="1148471"/>
                </a:lnTo>
                <a:lnTo>
                  <a:pt x="4233411" y="1155105"/>
                </a:lnTo>
                <a:lnTo>
                  <a:pt x="4236667" y="1176668"/>
                </a:lnTo>
                <a:lnTo>
                  <a:pt x="4233411" y="1211832"/>
                </a:lnTo>
                <a:lnTo>
                  <a:pt x="4236667" y="1227756"/>
                </a:lnTo>
                <a:lnTo>
                  <a:pt x="4252953" y="1245337"/>
                </a:lnTo>
                <a:lnTo>
                  <a:pt x="4246440" y="1260266"/>
                </a:lnTo>
                <a:lnTo>
                  <a:pt x="4246440" y="1276521"/>
                </a:lnTo>
                <a:lnTo>
                  <a:pt x="4236667" y="1288463"/>
                </a:lnTo>
                <a:lnTo>
                  <a:pt x="4233411" y="1300738"/>
                </a:lnTo>
                <a:lnTo>
                  <a:pt x="4217124" y="1332916"/>
                </a:lnTo>
                <a:lnTo>
                  <a:pt x="4200838" y="1336897"/>
                </a:lnTo>
                <a:lnTo>
                  <a:pt x="4187809" y="1322301"/>
                </a:lnTo>
                <a:lnTo>
                  <a:pt x="4174780" y="1332916"/>
                </a:lnTo>
                <a:lnTo>
                  <a:pt x="4197581" y="1345190"/>
                </a:lnTo>
                <a:lnTo>
                  <a:pt x="4230153" y="1346517"/>
                </a:lnTo>
                <a:lnTo>
                  <a:pt x="4230153" y="1336897"/>
                </a:lnTo>
                <a:lnTo>
                  <a:pt x="4252953" y="1322301"/>
                </a:lnTo>
                <a:lnTo>
                  <a:pt x="4259469" y="1300738"/>
                </a:lnTo>
                <a:lnTo>
                  <a:pt x="4272498" y="1284483"/>
                </a:lnTo>
                <a:lnTo>
                  <a:pt x="4272498" y="1261593"/>
                </a:lnTo>
                <a:lnTo>
                  <a:pt x="4265983" y="1251972"/>
                </a:lnTo>
                <a:lnTo>
                  <a:pt x="4269240" y="1236049"/>
                </a:lnTo>
                <a:lnTo>
                  <a:pt x="4298556" y="1221121"/>
                </a:lnTo>
                <a:lnTo>
                  <a:pt x="4318099" y="1245337"/>
                </a:lnTo>
                <a:lnTo>
                  <a:pt x="4321357" y="1264247"/>
                </a:lnTo>
                <a:lnTo>
                  <a:pt x="4331129" y="1257612"/>
                </a:lnTo>
                <a:lnTo>
                  <a:pt x="4321357" y="1227756"/>
                </a:lnTo>
                <a:lnTo>
                  <a:pt x="4305071" y="1213159"/>
                </a:lnTo>
                <a:lnTo>
                  <a:pt x="4285527" y="1208847"/>
                </a:lnTo>
                <a:lnTo>
                  <a:pt x="4272498" y="1215813"/>
                </a:lnTo>
                <a:lnTo>
                  <a:pt x="4252953" y="1211832"/>
                </a:lnTo>
                <a:lnTo>
                  <a:pt x="4256211" y="1196904"/>
                </a:lnTo>
                <a:lnTo>
                  <a:pt x="4252953" y="1184630"/>
                </a:lnTo>
                <a:lnTo>
                  <a:pt x="4252953" y="1163067"/>
                </a:lnTo>
                <a:lnTo>
                  <a:pt x="4265983" y="1142831"/>
                </a:lnTo>
                <a:lnTo>
                  <a:pt x="4252953" y="1104018"/>
                </a:lnTo>
                <a:lnTo>
                  <a:pt x="4243182" y="1094398"/>
                </a:lnTo>
                <a:lnTo>
                  <a:pt x="4252953" y="1072834"/>
                </a:lnTo>
                <a:lnTo>
                  <a:pt x="4275755" y="1053926"/>
                </a:lnTo>
                <a:lnTo>
                  <a:pt x="4285527" y="1017767"/>
                </a:lnTo>
                <a:lnTo>
                  <a:pt x="4288785" y="1045964"/>
                </a:lnTo>
                <a:lnTo>
                  <a:pt x="4279013" y="1072834"/>
                </a:lnTo>
                <a:lnTo>
                  <a:pt x="4282269" y="1097051"/>
                </a:lnTo>
                <a:lnTo>
                  <a:pt x="4301813" y="1106672"/>
                </a:lnTo>
                <a:lnTo>
                  <a:pt x="4314843" y="1099706"/>
                </a:lnTo>
                <a:lnTo>
                  <a:pt x="4298556" y="1082456"/>
                </a:lnTo>
                <a:lnTo>
                  <a:pt x="4295299" y="1067527"/>
                </a:lnTo>
                <a:lnTo>
                  <a:pt x="4311585" y="1057907"/>
                </a:lnTo>
                <a:lnTo>
                  <a:pt x="4321357" y="1070181"/>
                </a:lnTo>
                <a:lnTo>
                  <a:pt x="4324614" y="1048618"/>
                </a:lnTo>
                <a:lnTo>
                  <a:pt x="4340900" y="1039329"/>
                </a:lnTo>
                <a:lnTo>
                  <a:pt x="4353929" y="1039329"/>
                </a:lnTo>
                <a:lnTo>
                  <a:pt x="4393017" y="1078143"/>
                </a:lnTo>
                <a:lnTo>
                  <a:pt x="4412561" y="1072834"/>
                </a:lnTo>
                <a:lnTo>
                  <a:pt x="4415817" y="1094398"/>
                </a:lnTo>
                <a:lnTo>
                  <a:pt x="4402789" y="1102359"/>
                </a:lnTo>
                <a:lnTo>
                  <a:pt x="4402789" y="1115961"/>
                </a:lnTo>
                <a:lnTo>
                  <a:pt x="4419075" y="1123923"/>
                </a:lnTo>
                <a:lnTo>
                  <a:pt x="4415817" y="1152451"/>
                </a:lnTo>
                <a:lnTo>
                  <a:pt x="4428847" y="1145485"/>
                </a:lnTo>
                <a:lnTo>
                  <a:pt x="4419075" y="1104018"/>
                </a:lnTo>
                <a:lnTo>
                  <a:pt x="4428847" y="1082456"/>
                </a:lnTo>
                <a:lnTo>
                  <a:pt x="4412561" y="1067527"/>
                </a:lnTo>
                <a:lnTo>
                  <a:pt x="4402789" y="1045964"/>
                </a:lnTo>
                <a:lnTo>
                  <a:pt x="4386503" y="1041984"/>
                </a:lnTo>
                <a:lnTo>
                  <a:pt x="4376731" y="1029709"/>
                </a:lnTo>
                <a:lnTo>
                  <a:pt x="4379987" y="1005492"/>
                </a:lnTo>
                <a:lnTo>
                  <a:pt x="4373473" y="966348"/>
                </a:lnTo>
                <a:lnTo>
                  <a:pt x="4389759" y="963693"/>
                </a:lnTo>
                <a:lnTo>
                  <a:pt x="4422332" y="961040"/>
                </a:lnTo>
                <a:lnTo>
                  <a:pt x="4480963" y="946111"/>
                </a:lnTo>
                <a:lnTo>
                  <a:pt x="4474449" y="909621"/>
                </a:lnTo>
                <a:lnTo>
                  <a:pt x="4477706" y="893698"/>
                </a:lnTo>
                <a:lnTo>
                  <a:pt x="4497249" y="876116"/>
                </a:lnTo>
                <a:lnTo>
                  <a:pt x="4520050" y="842279"/>
                </a:lnTo>
                <a:lnTo>
                  <a:pt x="4601482" y="811427"/>
                </a:lnTo>
                <a:lnTo>
                  <a:pt x="4598225" y="800480"/>
                </a:lnTo>
                <a:lnTo>
                  <a:pt x="4630797" y="791190"/>
                </a:lnTo>
                <a:lnTo>
                  <a:pt x="4656855" y="808773"/>
                </a:lnTo>
                <a:lnTo>
                  <a:pt x="4695943" y="776263"/>
                </a:lnTo>
                <a:lnTo>
                  <a:pt x="4702458" y="766975"/>
                </a:lnTo>
                <a:lnTo>
                  <a:pt x="4718744" y="766975"/>
                </a:lnTo>
                <a:lnTo>
                  <a:pt x="4731773" y="757353"/>
                </a:lnTo>
                <a:lnTo>
                  <a:pt x="4725259" y="735791"/>
                </a:lnTo>
                <a:lnTo>
                  <a:pt x="4731773" y="718541"/>
                </a:lnTo>
                <a:lnTo>
                  <a:pt x="4767603" y="675414"/>
                </a:lnTo>
                <a:close/>
                <a:moveTo>
                  <a:pt x="1309358" y="665794"/>
                </a:moveTo>
                <a:lnTo>
                  <a:pt x="1353331" y="669776"/>
                </a:lnTo>
                <a:lnTo>
                  <a:pt x="1345188" y="691338"/>
                </a:lnTo>
                <a:lnTo>
                  <a:pt x="1305449" y="690011"/>
                </a:lnTo>
                <a:close/>
                <a:moveTo>
                  <a:pt x="1036073" y="638924"/>
                </a:moveTo>
                <a:lnTo>
                  <a:pt x="1064737" y="638924"/>
                </a:lnTo>
                <a:lnTo>
                  <a:pt x="1057571" y="682049"/>
                </a:lnTo>
                <a:lnTo>
                  <a:pt x="1024347" y="702286"/>
                </a:lnTo>
                <a:lnTo>
                  <a:pt x="1002849" y="684704"/>
                </a:lnTo>
                <a:lnTo>
                  <a:pt x="1002849" y="653852"/>
                </a:lnTo>
                <a:close/>
                <a:moveTo>
                  <a:pt x="3370234" y="623996"/>
                </a:moveTo>
                <a:lnTo>
                  <a:pt x="3376747" y="645559"/>
                </a:lnTo>
                <a:lnTo>
                  <a:pt x="3393034" y="672429"/>
                </a:lnTo>
                <a:lnTo>
                  <a:pt x="3389777" y="687358"/>
                </a:lnTo>
                <a:lnTo>
                  <a:pt x="3366976" y="706266"/>
                </a:lnTo>
                <a:lnTo>
                  <a:pt x="3357205" y="687358"/>
                </a:lnTo>
                <a:lnTo>
                  <a:pt x="3337661" y="691338"/>
                </a:lnTo>
                <a:lnTo>
                  <a:pt x="3347433" y="653852"/>
                </a:lnTo>
                <a:lnTo>
                  <a:pt x="3337661" y="633616"/>
                </a:lnTo>
                <a:close/>
                <a:moveTo>
                  <a:pt x="3353947" y="594472"/>
                </a:moveTo>
                <a:lnTo>
                  <a:pt x="3357205" y="621342"/>
                </a:lnTo>
                <a:lnTo>
                  <a:pt x="3340918" y="629304"/>
                </a:lnTo>
                <a:lnTo>
                  <a:pt x="3321375" y="605087"/>
                </a:lnTo>
                <a:close/>
                <a:moveTo>
                  <a:pt x="1053010" y="578216"/>
                </a:moveTo>
                <a:lnTo>
                  <a:pt x="1071903" y="602433"/>
                </a:lnTo>
                <a:lnTo>
                  <a:pt x="1069622" y="618688"/>
                </a:lnTo>
                <a:lnTo>
                  <a:pt x="1033793" y="621342"/>
                </a:lnTo>
                <a:lnTo>
                  <a:pt x="1007735" y="623996"/>
                </a:lnTo>
                <a:lnTo>
                  <a:pt x="1005128" y="614707"/>
                </a:lnTo>
                <a:close/>
                <a:moveTo>
                  <a:pt x="1273853" y="572908"/>
                </a:moveTo>
                <a:lnTo>
                  <a:pt x="1321410" y="609067"/>
                </a:lnTo>
                <a:lnTo>
                  <a:pt x="1314895" y="648212"/>
                </a:lnTo>
                <a:lnTo>
                  <a:pt x="1285580" y="663141"/>
                </a:lnTo>
                <a:lnTo>
                  <a:pt x="1272550" y="642905"/>
                </a:lnTo>
                <a:lnTo>
                  <a:pt x="1261802" y="606414"/>
                </a:lnTo>
                <a:lnTo>
                  <a:pt x="1261802" y="578216"/>
                </a:lnTo>
                <a:close/>
                <a:moveTo>
                  <a:pt x="4738287" y="524475"/>
                </a:moveTo>
                <a:lnTo>
                  <a:pt x="4764345" y="524475"/>
                </a:lnTo>
                <a:lnTo>
                  <a:pt x="4761089" y="551346"/>
                </a:lnTo>
                <a:lnTo>
                  <a:pt x="4780631" y="544379"/>
                </a:lnTo>
                <a:lnTo>
                  <a:pt x="4803433" y="572908"/>
                </a:lnTo>
                <a:lnTo>
                  <a:pt x="4803433" y="602433"/>
                </a:lnTo>
                <a:lnTo>
                  <a:pt x="4777375" y="621342"/>
                </a:lnTo>
                <a:lnTo>
                  <a:pt x="4731773" y="630630"/>
                </a:lnTo>
                <a:lnTo>
                  <a:pt x="4712229" y="648212"/>
                </a:lnTo>
                <a:lnTo>
                  <a:pt x="4705715" y="630630"/>
                </a:lnTo>
                <a:close/>
                <a:moveTo>
                  <a:pt x="1165386" y="521489"/>
                </a:moveTo>
                <a:lnTo>
                  <a:pt x="1226298" y="572908"/>
                </a:lnTo>
                <a:lnTo>
                  <a:pt x="1240629" y="594472"/>
                </a:lnTo>
                <a:lnTo>
                  <a:pt x="1236721" y="618688"/>
                </a:lnTo>
                <a:lnTo>
                  <a:pt x="1252682" y="641577"/>
                </a:lnTo>
                <a:lnTo>
                  <a:pt x="1234115" y="663141"/>
                </a:lnTo>
                <a:lnTo>
                  <a:pt x="1222063" y="655179"/>
                </a:lnTo>
                <a:lnTo>
                  <a:pt x="1214246" y="629304"/>
                </a:lnTo>
                <a:lnTo>
                  <a:pt x="1178416" y="612053"/>
                </a:lnTo>
                <a:lnTo>
                  <a:pt x="1154638" y="621342"/>
                </a:lnTo>
                <a:lnTo>
                  <a:pt x="1150729" y="594472"/>
                </a:lnTo>
                <a:lnTo>
                  <a:pt x="1166689" y="580870"/>
                </a:lnTo>
                <a:lnTo>
                  <a:pt x="1162781" y="557980"/>
                </a:lnTo>
                <a:lnTo>
                  <a:pt x="1136071" y="551346"/>
                </a:lnTo>
                <a:lnTo>
                  <a:pt x="1138677" y="527129"/>
                </a:lnTo>
                <a:close/>
                <a:moveTo>
                  <a:pt x="4555881" y="454147"/>
                </a:moveTo>
                <a:lnTo>
                  <a:pt x="4588453" y="456801"/>
                </a:lnTo>
                <a:lnTo>
                  <a:pt x="4601482" y="473056"/>
                </a:lnTo>
                <a:lnTo>
                  <a:pt x="4581939" y="493292"/>
                </a:lnTo>
                <a:lnTo>
                  <a:pt x="4555881" y="475709"/>
                </a:lnTo>
                <a:close/>
                <a:moveTo>
                  <a:pt x="3259486" y="454147"/>
                </a:moveTo>
                <a:lnTo>
                  <a:pt x="3279029" y="469075"/>
                </a:lnTo>
                <a:lnTo>
                  <a:pt x="3301831" y="512201"/>
                </a:lnTo>
                <a:lnTo>
                  <a:pt x="3301831" y="541725"/>
                </a:lnTo>
                <a:lnTo>
                  <a:pt x="3347433" y="570255"/>
                </a:lnTo>
                <a:lnTo>
                  <a:pt x="3344175" y="584851"/>
                </a:lnTo>
                <a:lnTo>
                  <a:pt x="3314860" y="590490"/>
                </a:lnTo>
                <a:lnTo>
                  <a:pt x="3305089" y="605087"/>
                </a:lnTo>
                <a:lnTo>
                  <a:pt x="3305089" y="636270"/>
                </a:lnTo>
                <a:lnTo>
                  <a:pt x="3292059" y="642905"/>
                </a:lnTo>
                <a:lnTo>
                  <a:pt x="3292059" y="684704"/>
                </a:lnTo>
                <a:lnTo>
                  <a:pt x="3282287" y="687358"/>
                </a:lnTo>
                <a:lnTo>
                  <a:pt x="3272516" y="750719"/>
                </a:lnTo>
                <a:lnTo>
                  <a:pt x="3259486" y="760340"/>
                </a:lnTo>
                <a:lnTo>
                  <a:pt x="3223657" y="714228"/>
                </a:lnTo>
                <a:lnTo>
                  <a:pt x="3213884" y="684704"/>
                </a:lnTo>
                <a:lnTo>
                  <a:pt x="3223657" y="665794"/>
                </a:lnTo>
                <a:lnTo>
                  <a:pt x="3223657" y="648212"/>
                </a:lnTo>
                <a:lnTo>
                  <a:pt x="3246457" y="617361"/>
                </a:lnTo>
                <a:lnTo>
                  <a:pt x="3236685" y="593145"/>
                </a:lnTo>
                <a:lnTo>
                  <a:pt x="3223657" y="618688"/>
                </a:lnTo>
                <a:lnTo>
                  <a:pt x="3197598" y="623996"/>
                </a:lnTo>
                <a:lnTo>
                  <a:pt x="3178055" y="590490"/>
                </a:lnTo>
                <a:lnTo>
                  <a:pt x="3171540" y="557980"/>
                </a:lnTo>
                <a:lnTo>
                  <a:pt x="3158511" y="508220"/>
                </a:lnTo>
                <a:lnTo>
                  <a:pt x="3168283" y="481018"/>
                </a:lnTo>
                <a:lnTo>
                  <a:pt x="3200855" y="490638"/>
                </a:lnTo>
                <a:lnTo>
                  <a:pt x="3207370" y="509546"/>
                </a:lnTo>
                <a:lnTo>
                  <a:pt x="3223657" y="478364"/>
                </a:lnTo>
                <a:lnTo>
                  <a:pt x="3243200" y="475709"/>
                </a:lnTo>
                <a:close/>
                <a:moveTo>
                  <a:pt x="4669885" y="442204"/>
                </a:moveTo>
                <a:lnTo>
                  <a:pt x="4676399" y="469075"/>
                </a:lnTo>
                <a:lnTo>
                  <a:pt x="4699200" y="454147"/>
                </a:lnTo>
                <a:lnTo>
                  <a:pt x="4712229" y="481018"/>
                </a:lnTo>
                <a:lnTo>
                  <a:pt x="4705715" y="529783"/>
                </a:lnTo>
                <a:lnTo>
                  <a:pt x="4712229" y="557980"/>
                </a:lnTo>
                <a:lnTo>
                  <a:pt x="4689429" y="575562"/>
                </a:lnTo>
                <a:lnTo>
                  <a:pt x="4663371" y="570255"/>
                </a:lnTo>
                <a:lnTo>
                  <a:pt x="4653599" y="556653"/>
                </a:lnTo>
                <a:lnTo>
                  <a:pt x="4627540" y="551346"/>
                </a:lnTo>
                <a:lnTo>
                  <a:pt x="4614511" y="532436"/>
                </a:lnTo>
                <a:lnTo>
                  <a:pt x="4614511" y="512201"/>
                </a:lnTo>
                <a:lnTo>
                  <a:pt x="4601482" y="497273"/>
                </a:lnTo>
                <a:lnTo>
                  <a:pt x="4627540" y="448839"/>
                </a:lnTo>
                <a:close/>
                <a:moveTo>
                  <a:pt x="3966314" y="423295"/>
                </a:moveTo>
                <a:lnTo>
                  <a:pt x="3966314" y="448839"/>
                </a:lnTo>
                <a:lnTo>
                  <a:pt x="3940256" y="447512"/>
                </a:lnTo>
                <a:lnTo>
                  <a:pt x="3946771" y="424622"/>
                </a:lnTo>
                <a:close/>
                <a:moveTo>
                  <a:pt x="3360461" y="423295"/>
                </a:moveTo>
                <a:lnTo>
                  <a:pt x="3399549" y="424622"/>
                </a:lnTo>
                <a:lnTo>
                  <a:pt x="3419093" y="439550"/>
                </a:lnTo>
                <a:lnTo>
                  <a:pt x="3448408" y="448839"/>
                </a:lnTo>
                <a:lnTo>
                  <a:pt x="3445151" y="475709"/>
                </a:lnTo>
                <a:lnTo>
                  <a:pt x="3419093" y="497273"/>
                </a:lnTo>
                <a:lnTo>
                  <a:pt x="3425607" y="508220"/>
                </a:lnTo>
                <a:lnTo>
                  <a:pt x="3383262" y="539071"/>
                </a:lnTo>
                <a:lnTo>
                  <a:pt x="3366976" y="517508"/>
                </a:lnTo>
                <a:lnTo>
                  <a:pt x="3334403" y="520163"/>
                </a:lnTo>
                <a:lnTo>
                  <a:pt x="3298574" y="487984"/>
                </a:lnTo>
                <a:lnTo>
                  <a:pt x="3288802" y="469075"/>
                </a:lnTo>
                <a:lnTo>
                  <a:pt x="3292059" y="442204"/>
                </a:lnTo>
                <a:lnTo>
                  <a:pt x="3350690" y="439550"/>
                </a:lnTo>
                <a:lnTo>
                  <a:pt x="3360461" y="459454"/>
                </a:lnTo>
                <a:close/>
                <a:moveTo>
                  <a:pt x="3816480" y="374862"/>
                </a:moveTo>
                <a:lnTo>
                  <a:pt x="3770878" y="412348"/>
                </a:lnTo>
                <a:lnTo>
                  <a:pt x="3757849" y="390785"/>
                </a:lnTo>
                <a:close/>
                <a:moveTo>
                  <a:pt x="4047746" y="363915"/>
                </a:moveTo>
                <a:lnTo>
                  <a:pt x="4057517" y="376189"/>
                </a:lnTo>
                <a:lnTo>
                  <a:pt x="4034717" y="417987"/>
                </a:lnTo>
                <a:lnTo>
                  <a:pt x="4005401" y="400405"/>
                </a:lnTo>
                <a:lnTo>
                  <a:pt x="4011916" y="371876"/>
                </a:lnTo>
                <a:close/>
                <a:moveTo>
                  <a:pt x="3858825" y="362588"/>
                </a:moveTo>
                <a:lnTo>
                  <a:pt x="3871853" y="381497"/>
                </a:lnTo>
                <a:lnTo>
                  <a:pt x="3858825" y="403060"/>
                </a:lnTo>
                <a:lnTo>
                  <a:pt x="3836023" y="408367"/>
                </a:lnTo>
                <a:lnTo>
                  <a:pt x="3829509" y="439550"/>
                </a:lnTo>
                <a:lnTo>
                  <a:pt x="3809965" y="444859"/>
                </a:lnTo>
                <a:lnTo>
                  <a:pt x="3809965" y="424622"/>
                </a:lnTo>
                <a:lnTo>
                  <a:pt x="3836023" y="390785"/>
                </a:lnTo>
                <a:lnTo>
                  <a:pt x="3829509" y="374862"/>
                </a:lnTo>
                <a:close/>
                <a:moveTo>
                  <a:pt x="4106377" y="335717"/>
                </a:moveTo>
                <a:lnTo>
                  <a:pt x="4109635" y="359933"/>
                </a:lnTo>
                <a:lnTo>
                  <a:pt x="4093348" y="381497"/>
                </a:lnTo>
                <a:lnTo>
                  <a:pt x="4073804" y="386805"/>
                </a:lnTo>
                <a:lnTo>
                  <a:pt x="4060775" y="369223"/>
                </a:lnTo>
                <a:close/>
                <a:moveTo>
                  <a:pt x="1368966" y="326096"/>
                </a:moveTo>
                <a:lnTo>
                  <a:pt x="1392744" y="400405"/>
                </a:lnTo>
                <a:lnTo>
                  <a:pt x="1448443" y="415002"/>
                </a:lnTo>
                <a:lnTo>
                  <a:pt x="1451049" y="439550"/>
                </a:lnTo>
                <a:lnTo>
                  <a:pt x="1467010" y="493292"/>
                </a:lnTo>
                <a:lnTo>
                  <a:pt x="1484273" y="497273"/>
                </a:lnTo>
                <a:lnTo>
                  <a:pt x="1496000" y="532436"/>
                </a:lnTo>
                <a:lnTo>
                  <a:pt x="1472222" y="548692"/>
                </a:lnTo>
                <a:lnTo>
                  <a:pt x="1443231" y="602433"/>
                </a:lnTo>
                <a:lnTo>
                  <a:pt x="1400887" y="630630"/>
                </a:lnTo>
                <a:lnTo>
                  <a:pt x="1368966" y="626650"/>
                </a:lnTo>
                <a:lnTo>
                  <a:pt x="1355937" y="606414"/>
                </a:lnTo>
                <a:lnTo>
                  <a:pt x="1333462" y="556653"/>
                </a:lnTo>
                <a:lnTo>
                  <a:pt x="1347794" y="541725"/>
                </a:lnTo>
                <a:lnTo>
                  <a:pt x="1368966" y="536418"/>
                </a:lnTo>
                <a:lnTo>
                  <a:pt x="1355937" y="520163"/>
                </a:lnTo>
                <a:lnTo>
                  <a:pt x="1341279" y="529783"/>
                </a:lnTo>
                <a:lnTo>
                  <a:pt x="1317501" y="529783"/>
                </a:lnTo>
                <a:lnTo>
                  <a:pt x="1288185" y="448839"/>
                </a:lnTo>
                <a:lnTo>
                  <a:pt x="1309358" y="417987"/>
                </a:lnTo>
                <a:lnTo>
                  <a:pt x="1302843" y="399079"/>
                </a:lnTo>
                <a:lnTo>
                  <a:pt x="1317501" y="350313"/>
                </a:lnTo>
                <a:lnTo>
                  <a:pt x="1350400" y="342352"/>
                </a:lnTo>
                <a:close/>
                <a:moveTo>
                  <a:pt x="4637313" y="318135"/>
                </a:moveTo>
                <a:lnTo>
                  <a:pt x="4653599" y="357280"/>
                </a:lnTo>
                <a:lnTo>
                  <a:pt x="4663371" y="388132"/>
                </a:lnTo>
                <a:lnTo>
                  <a:pt x="4663371" y="435238"/>
                </a:lnTo>
                <a:lnTo>
                  <a:pt x="4640569" y="436565"/>
                </a:lnTo>
                <a:lnTo>
                  <a:pt x="4601482" y="459454"/>
                </a:lnTo>
                <a:lnTo>
                  <a:pt x="4594967" y="432584"/>
                </a:lnTo>
                <a:lnTo>
                  <a:pt x="4562395" y="429930"/>
                </a:lnTo>
                <a:lnTo>
                  <a:pt x="4585195" y="405713"/>
                </a:lnTo>
                <a:lnTo>
                  <a:pt x="4581939" y="376189"/>
                </a:lnTo>
                <a:lnTo>
                  <a:pt x="4591711" y="351640"/>
                </a:lnTo>
                <a:lnTo>
                  <a:pt x="4621026" y="338371"/>
                </a:lnTo>
                <a:close/>
                <a:moveTo>
                  <a:pt x="2166997" y="144305"/>
                </a:moveTo>
                <a:lnTo>
                  <a:pt x="2201525" y="180465"/>
                </a:lnTo>
                <a:lnTo>
                  <a:pt x="2189472" y="205013"/>
                </a:lnTo>
                <a:lnTo>
                  <a:pt x="2189472" y="223590"/>
                </a:lnTo>
                <a:lnTo>
                  <a:pt x="2155271" y="180465"/>
                </a:lnTo>
                <a:lnTo>
                  <a:pt x="2141916" y="148286"/>
                </a:lnTo>
                <a:close/>
                <a:moveTo>
                  <a:pt x="1717168" y="80944"/>
                </a:moveTo>
                <a:lnTo>
                  <a:pt x="1785896" y="102506"/>
                </a:lnTo>
                <a:lnTo>
                  <a:pt x="1865374" y="120088"/>
                </a:lnTo>
                <a:lnTo>
                  <a:pt x="1877426" y="156248"/>
                </a:lnTo>
                <a:lnTo>
                  <a:pt x="1903810" y="169849"/>
                </a:lnTo>
                <a:lnTo>
                  <a:pt x="1910325" y="196720"/>
                </a:lnTo>
                <a:lnTo>
                  <a:pt x="1889152" y="229230"/>
                </a:lnTo>
                <a:lnTo>
                  <a:pt x="1850716" y="266716"/>
                </a:lnTo>
                <a:lnTo>
                  <a:pt x="1848110" y="303207"/>
                </a:lnTo>
                <a:lnTo>
                  <a:pt x="1797949" y="359933"/>
                </a:lnTo>
                <a:lnTo>
                  <a:pt x="1767330" y="415002"/>
                </a:lnTo>
                <a:lnTo>
                  <a:pt x="1740946" y="444859"/>
                </a:lnTo>
                <a:lnTo>
                  <a:pt x="1737037" y="481018"/>
                </a:lnTo>
                <a:lnTo>
                  <a:pt x="1701208" y="505566"/>
                </a:lnTo>
                <a:lnTo>
                  <a:pt x="1677429" y="533763"/>
                </a:lnTo>
                <a:lnTo>
                  <a:pt x="1672218" y="593145"/>
                </a:lnTo>
                <a:lnTo>
                  <a:pt x="1657561" y="633616"/>
                </a:lnTo>
                <a:lnTo>
                  <a:pt x="1617822" y="663141"/>
                </a:lnTo>
                <a:lnTo>
                  <a:pt x="1612610" y="696978"/>
                </a:lnTo>
                <a:lnTo>
                  <a:pt x="1594044" y="708921"/>
                </a:lnTo>
                <a:lnTo>
                  <a:pt x="1600558" y="733137"/>
                </a:lnTo>
                <a:lnTo>
                  <a:pt x="1617822" y="730483"/>
                </a:lnTo>
                <a:lnTo>
                  <a:pt x="1619125" y="752046"/>
                </a:lnTo>
                <a:lnTo>
                  <a:pt x="1570265" y="791190"/>
                </a:lnTo>
                <a:lnTo>
                  <a:pt x="1559517" y="762993"/>
                </a:lnTo>
                <a:lnTo>
                  <a:pt x="1534436" y="774935"/>
                </a:lnTo>
                <a:lnTo>
                  <a:pt x="1508051" y="769628"/>
                </a:lnTo>
                <a:lnTo>
                  <a:pt x="1490788" y="781902"/>
                </a:lnTo>
                <a:lnTo>
                  <a:pt x="1452352" y="772282"/>
                </a:lnTo>
                <a:lnTo>
                  <a:pt x="1422060" y="769628"/>
                </a:lnTo>
                <a:lnTo>
                  <a:pt x="1415545" y="738776"/>
                </a:lnTo>
                <a:lnTo>
                  <a:pt x="1448443" y="699631"/>
                </a:lnTo>
                <a:lnTo>
                  <a:pt x="1440626" y="660487"/>
                </a:lnTo>
                <a:lnTo>
                  <a:pt x="1454958" y="653852"/>
                </a:lnTo>
                <a:lnTo>
                  <a:pt x="1472222" y="663141"/>
                </a:lnTo>
                <a:lnTo>
                  <a:pt x="1481668" y="690011"/>
                </a:lnTo>
                <a:lnTo>
                  <a:pt x="1502840" y="703613"/>
                </a:lnTo>
                <a:lnTo>
                  <a:pt x="1490788" y="663141"/>
                </a:lnTo>
                <a:lnTo>
                  <a:pt x="1474827" y="641577"/>
                </a:lnTo>
                <a:lnTo>
                  <a:pt x="1451049" y="633616"/>
                </a:lnTo>
                <a:lnTo>
                  <a:pt x="1451049" y="609067"/>
                </a:lnTo>
                <a:lnTo>
                  <a:pt x="1467010" y="572908"/>
                </a:lnTo>
                <a:lnTo>
                  <a:pt x="1498931" y="568928"/>
                </a:lnTo>
                <a:lnTo>
                  <a:pt x="1505446" y="557980"/>
                </a:lnTo>
                <a:lnTo>
                  <a:pt x="1502840" y="517508"/>
                </a:lnTo>
                <a:lnTo>
                  <a:pt x="1486880" y="487984"/>
                </a:lnTo>
                <a:lnTo>
                  <a:pt x="1467010" y="481018"/>
                </a:lnTo>
                <a:lnTo>
                  <a:pt x="1467010" y="427277"/>
                </a:lnTo>
                <a:lnTo>
                  <a:pt x="1514566" y="432584"/>
                </a:lnTo>
                <a:lnTo>
                  <a:pt x="1570265" y="411022"/>
                </a:lnTo>
                <a:lnTo>
                  <a:pt x="1565053" y="390785"/>
                </a:lnTo>
                <a:lnTo>
                  <a:pt x="1541275" y="400405"/>
                </a:lnTo>
                <a:lnTo>
                  <a:pt x="1517171" y="378843"/>
                </a:lnTo>
                <a:lnTo>
                  <a:pt x="1505446" y="405713"/>
                </a:lnTo>
                <a:lnTo>
                  <a:pt x="1474827" y="403060"/>
                </a:lnTo>
                <a:lnTo>
                  <a:pt x="1439323" y="386805"/>
                </a:lnTo>
                <a:lnTo>
                  <a:pt x="1419453" y="369223"/>
                </a:lnTo>
                <a:lnTo>
                  <a:pt x="1400887" y="333063"/>
                </a:lnTo>
                <a:lnTo>
                  <a:pt x="1410007" y="315481"/>
                </a:lnTo>
                <a:lnTo>
                  <a:pt x="1374504" y="277663"/>
                </a:lnTo>
                <a:lnTo>
                  <a:pt x="1400887" y="245154"/>
                </a:lnTo>
                <a:lnTo>
                  <a:pt x="1431180" y="223590"/>
                </a:lnTo>
                <a:lnTo>
                  <a:pt x="1463101" y="223590"/>
                </a:lnTo>
                <a:lnTo>
                  <a:pt x="1500234" y="172503"/>
                </a:lnTo>
                <a:lnTo>
                  <a:pt x="1529224" y="202027"/>
                </a:lnTo>
                <a:lnTo>
                  <a:pt x="1543882" y="144305"/>
                </a:lnTo>
                <a:lnTo>
                  <a:pt x="1591438" y="99853"/>
                </a:lnTo>
                <a:lnTo>
                  <a:pt x="1612610" y="117103"/>
                </a:lnTo>
                <a:lnTo>
                  <a:pt x="1651046" y="87579"/>
                </a:lnTo>
                <a:lnTo>
                  <a:pt x="1690785" y="105161"/>
                </a:lnTo>
                <a:close/>
                <a:moveTo>
                  <a:pt x="2405430" y="0"/>
                </a:moveTo>
                <a:lnTo>
                  <a:pt x="2452986" y="7962"/>
                </a:lnTo>
                <a:lnTo>
                  <a:pt x="2517806" y="39145"/>
                </a:lnTo>
                <a:lnTo>
                  <a:pt x="2544190" y="109141"/>
                </a:lnTo>
                <a:lnTo>
                  <a:pt x="2601192" y="148286"/>
                </a:lnTo>
                <a:lnTo>
                  <a:pt x="2582626" y="187431"/>
                </a:lnTo>
                <a:lnTo>
                  <a:pt x="2536372" y="211648"/>
                </a:lnTo>
                <a:lnTo>
                  <a:pt x="2491421" y="206340"/>
                </a:lnTo>
                <a:lnTo>
                  <a:pt x="2467644" y="230557"/>
                </a:lnTo>
                <a:lnTo>
                  <a:pt x="2535069" y="233210"/>
                </a:lnTo>
                <a:lnTo>
                  <a:pt x="2529857" y="262735"/>
                </a:lnTo>
                <a:lnTo>
                  <a:pt x="2551030" y="266716"/>
                </a:lnTo>
                <a:lnTo>
                  <a:pt x="2553636" y="230557"/>
                </a:lnTo>
                <a:lnTo>
                  <a:pt x="2583928" y="220937"/>
                </a:lnTo>
                <a:lnTo>
                  <a:pt x="2592072" y="260081"/>
                </a:lnTo>
                <a:lnTo>
                  <a:pt x="2610312" y="284298"/>
                </a:lnTo>
                <a:lnTo>
                  <a:pt x="2646142" y="289606"/>
                </a:lnTo>
                <a:lnTo>
                  <a:pt x="2681972" y="241172"/>
                </a:lnTo>
                <a:lnTo>
                  <a:pt x="2714871" y="241172"/>
                </a:lnTo>
                <a:lnTo>
                  <a:pt x="2762753" y="284298"/>
                </a:lnTo>
                <a:lnTo>
                  <a:pt x="2717802" y="357280"/>
                </a:lnTo>
                <a:lnTo>
                  <a:pt x="2681972" y="384150"/>
                </a:lnTo>
                <a:lnTo>
                  <a:pt x="2691092" y="403060"/>
                </a:lnTo>
                <a:lnTo>
                  <a:pt x="2658194" y="478364"/>
                </a:lnTo>
                <a:lnTo>
                  <a:pt x="2639628" y="481018"/>
                </a:lnTo>
                <a:lnTo>
                  <a:pt x="2627576" y="512201"/>
                </a:lnTo>
                <a:lnTo>
                  <a:pt x="2631485" y="544379"/>
                </a:lnTo>
                <a:lnTo>
                  <a:pt x="2607707" y="590490"/>
                </a:lnTo>
                <a:lnTo>
                  <a:pt x="2589139" y="669776"/>
                </a:lnTo>
                <a:lnTo>
                  <a:pt x="2606404" y="648212"/>
                </a:lnTo>
                <a:lnTo>
                  <a:pt x="2624970" y="669776"/>
                </a:lnTo>
                <a:lnTo>
                  <a:pt x="2618455" y="687358"/>
                </a:lnTo>
                <a:lnTo>
                  <a:pt x="2631485" y="699631"/>
                </a:lnTo>
                <a:lnTo>
                  <a:pt x="2654285" y="699631"/>
                </a:lnTo>
                <a:lnTo>
                  <a:pt x="2658194" y="730483"/>
                </a:lnTo>
                <a:lnTo>
                  <a:pt x="2654285" y="742758"/>
                </a:lnTo>
                <a:lnTo>
                  <a:pt x="2627576" y="730483"/>
                </a:lnTo>
                <a:lnTo>
                  <a:pt x="2606404" y="738776"/>
                </a:lnTo>
                <a:lnTo>
                  <a:pt x="2595980" y="754700"/>
                </a:lnTo>
                <a:lnTo>
                  <a:pt x="2595980" y="769628"/>
                </a:lnTo>
                <a:lnTo>
                  <a:pt x="2630181" y="793845"/>
                </a:lnTo>
                <a:lnTo>
                  <a:pt x="2634416" y="854552"/>
                </a:lnTo>
                <a:lnTo>
                  <a:pt x="2615850" y="859860"/>
                </a:lnTo>
                <a:lnTo>
                  <a:pt x="2610312" y="884077"/>
                </a:lnTo>
                <a:lnTo>
                  <a:pt x="2622365" y="896351"/>
                </a:lnTo>
                <a:lnTo>
                  <a:pt x="2639628" y="908294"/>
                </a:lnTo>
                <a:lnTo>
                  <a:pt x="2631485" y="921895"/>
                </a:lnTo>
                <a:lnTo>
                  <a:pt x="2622365" y="921895"/>
                </a:lnTo>
                <a:lnTo>
                  <a:pt x="2618455" y="909953"/>
                </a:lnTo>
                <a:lnTo>
                  <a:pt x="2595980" y="909953"/>
                </a:lnTo>
                <a:lnTo>
                  <a:pt x="2586534" y="932843"/>
                </a:lnTo>
                <a:lnTo>
                  <a:pt x="2610312" y="946111"/>
                </a:lnTo>
                <a:lnTo>
                  <a:pt x="2613243" y="972982"/>
                </a:lnTo>
                <a:lnTo>
                  <a:pt x="2595980" y="972982"/>
                </a:lnTo>
                <a:lnTo>
                  <a:pt x="2586534" y="987910"/>
                </a:lnTo>
                <a:lnTo>
                  <a:pt x="2565362" y="978622"/>
                </a:lnTo>
                <a:lnTo>
                  <a:pt x="2556241" y="966348"/>
                </a:lnTo>
                <a:lnTo>
                  <a:pt x="2532463" y="972982"/>
                </a:lnTo>
                <a:lnTo>
                  <a:pt x="2520411" y="990564"/>
                </a:lnTo>
                <a:lnTo>
                  <a:pt x="2538978" y="1000185"/>
                </a:lnTo>
                <a:lnTo>
                  <a:pt x="2548098" y="1039329"/>
                </a:lnTo>
                <a:lnTo>
                  <a:pt x="2582626" y="1067527"/>
                </a:lnTo>
                <a:lnTo>
                  <a:pt x="2583928" y="1091744"/>
                </a:lnTo>
                <a:lnTo>
                  <a:pt x="2594677" y="1102359"/>
                </a:lnTo>
                <a:lnTo>
                  <a:pt x="2598585" y="1133543"/>
                </a:lnTo>
                <a:lnTo>
                  <a:pt x="2583928" y="1148471"/>
                </a:lnTo>
                <a:lnTo>
                  <a:pt x="2567968" y="1148471"/>
                </a:lnTo>
                <a:lnTo>
                  <a:pt x="2551030" y="1128235"/>
                </a:lnTo>
                <a:lnTo>
                  <a:pt x="2551030" y="1111980"/>
                </a:lnTo>
                <a:lnTo>
                  <a:pt x="2541583" y="1099706"/>
                </a:lnTo>
                <a:lnTo>
                  <a:pt x="2529857" y="1097051"/>
                </a:lnTo>
                <a:lnTo>
                  <a:pt x="2526926" y="1106672"/>
                </a:lnTo>
                <a:lnTo>
                  <a:pt x="2512594" y="1118614"/>
                </a:lnTo>
                <a:lnTo>
                  <a:pt x="2488816" y="1121268"/>
                </a:lnTo>
                <a:lnTo>
                  <a:pt x="2481975" y="1151125"/>
                </a:lnTo>
                <a:lnTo>
                  <a:pt x="2505754" y="1145485"/>
                </a:lnTo>
                <a:lnTo>
                  <a:pt x="2515199" y="1160413"/>
                </a:lnTo>
                <a:lnTo>
                  <a:pt x="2526926" y="1151125"/>
                </a:lnTo>
                <a:lnTo>
                  <a:pt x="2538978" y="1151125"/>
                </a:lnTo>
                <a:lnTo>
                  <a:pt x="2562756" y="1164394"/>
                </a:lnTo>
                <a:lnTo>
                  <a:pt x="2570899" y="1176668"/>
                </a:lnTo>
                <a:lnTo>
                  <a:pt x="2558848" y="1194250"/>
                </a:lnTo>
                <a:lnTo>
                  <a:pt x="2512594" y="1237376"/>
                </a:lnTo>
                <a:lnTo>
                  <a:pt x="2464712" y="1251972"/>
                </a:lnTo>
                <a:lnTo>
                  <a:pt x="2460804" y="1260266"/>
                </a:lnTo>
                <a:lnTo>
                  <a:pt x="2431814" y="1266901"/>
                </a:lnTo>
                <a:lnTo>
                  <a:pt x="2415853" y="1264247"/>
                </a:lnTo>
                <a:lnTo>
                  <a:pt x="2393378" y="1291117"/>
                </a:lnTo>
                <a:lnTo>
                  <a:pt x="2392075" y="1303391"/>
                </a:lnTo>
                <a:lnTo>
                  <a:pt x="2381652" y="1315334"/>
                </a:lnTo>
                <a:lnTo>
                  <a:pt x="2380023" y="1327608"/>
                </a:lnTo>
                <a:lnTo>
                  <a:pt x="2368297" y="1346517"/>
                </a:lnTo>
                <a:lnTo>
                  <a:pt x="2353639" y="1349171"/>
                </a:lnTo>
                <a:lnTo>
                  <a:pt x="2324650" y="1369407"/>
                </a:lnTo>
                <a:lnTo>
                  <a:pt x="2308689" y="1361445"/>
                </a:lnTo>
                <a:lnTo>
                  <a:pt x="2308689" y="1376042"/>
                </a:lnTo>
                <a:lnTo>
                  <a:pt x="2279699" y="1378695"/>
                </a:lnTo>
                <a:lnTo>
                  <a:pt x="2282305" y="1393624"/>
                </a:lnTo>
                <a:lnTo>
                  <a:pt x="2267647" y="1417840"/>
                </a:lnTo>
                <a:lnTo>
                  <a:pt x="2262435" y="1458312"/>
                </a:lnTo>
                <a:lnTo>
                  <a:pt x="2246475" y="1490823"/>
                </a:lnTo>
                <a:lnTo>
                  <a:pt x="2234749" y="1490823"/>
                </a:lnTo>
                <a:lnTo>
                  <a:pt x="2238657" y="1521674"/>
                </a:lnTo>
                <a:lnTo>
                  <a:pt x="2226606" y="1551198"/>
                </a:lnTo>
                <a:lnTo>
                  <a:pt x="2226606" y="1575747"/>
                </a:lnTo>
                <a:lnTo>
                  <a:pt x="2222697" y="1591670"/>
                </a:lnTo>
                <a:lnTo>
                  <a:pt x="2205433" y="1587690"/>
                </a:lnTo>
                <a:lnTo>
                  <a:pt x="2196313" y="1594324"/>
                </a:lnTo>
                <a:lnTo>
                  <a:pt x="2186867" y="1587690"/>
                </a:lnTo>
                <a:lnTo>
                  <a:pt x="2172535" y="1563473"/>
                </a:lnTo>
                <a:lnTo>
                  <a:pt x="2148431" y="1560818"/>
                </a:lnTo>
                <a:lnTo>
                  <a:pt x="2127259" y="1551198"/>
                </a:lnTo>
                <a:lnTo>
                  <a:pt x="2107389" y="1521674"/>
                </a:lnTo>
                <a:lnTo>
                  <a:pt x="2098269" y="1494803"/>
                </a:lnTo>
                <a:lnTo>
                  <a:pt x="2083611" y="1475894"/>
                </a:lnTo>
                <a:lnTo>
                  <a:pt x="2077096" y="1455659"/>
                </a:lnTo>
                <a:lnTo>
                  <a:pt x="2079703" y="1436749"/>
                </a:lnTo>
                <a:lnTo>
                  <a:pt x="2067976" y="1427461"/>
                </a:lnTo>
                <a:lnTo>
                  <a:pt x="2067976" y="1393624"/>
                </a:lnTo>
                <a:lnTo>
                  <a:pt x="2048107" y="1369407"/>
                </a:lnTo>
                <a:lnTo>
                  <a:pt x="2043872" y="1346517"/>
                </a:lnTo>
                <a:lnTo>
                  <a:pt x="2048107" y="1330262"/>
                </a:lnTo>
                <a:lnTo>
                  <a:pt x="2038661" y="1303391"/>
                </a:lnTo>
                <a:lnTo>
                  <a:pt x="2046805" y="1284483"/>
                </a:lnTo>
                <a:lnTo>
                  <a:pt x="2048107" y="1260266"/>
                </a:lnTo>
                <a:lnTo>
                  <a:pt x="2059833" y="1260266"/>
                </a:lnTo>
                <a:lnTo>
                  <a:pt x="2065045" y="1242684"/>
                </a:lnTo>
                <a:lnTo>
                  <a:pt x="2083611" y="1240030"/>
                </a:lnTo>
                <a:lnTo>
                  <a:pt x="2083611" y="1213159"/>
                </a:lnTo>
                <a:lnTo>
                  <a:pt x="2089149" y="1184630"/>
                </a:lnTo>
                <a:lnTo>
                  <a:pt x="2082308" y="1167380"/>
                </a:lnTo>
                <a:lnTo>
                  <a:pt x="2070583" y="1170033"/>
                </a:lnTo>
                <a:lnTo>
                  <a:pt x="2048107" y="1152451"/>
                </a:lnTo>
                <a:lnTo>
                  <a:pt x="2034752" y="1151125"/>
                </a:lnTo>
                <a:lnTo>
                  <a:pt x="2024329" y="1136196"/>
                </a:lnTo>
                <a:lnTo>
                  <a:pt x="2034752" y="1126908"/>
                </a:lnTo>
                <a:lnTo>
                  <a:pt x="2059833" y="1133543"/>
                </a:lnTo>
                <a:lnTo>
                  <a:pt x="2071885" y="1145485"/>
                </a:lnTo>
                <a:lnTo>
                  <a:pt x="2094360" y="1152451"/>
                </a:lnTo>
                <a:lnTo>
                  <a:pt x="2082308" y="1126908"/>
                </a:lnTo>
                <a:lnTo>
                  <a:pt x="2070583" y="1115961"/>
                </a:lnTo>
                <a:lnTo>
                  <a:pt x="2055925" y="1087763"/>
                </a:lnTo>
                <a:lnTo>
                  <a:pt x="2036055" y="1078143"/>
                </a:lnTo>
                <a:lnTo>
                  <a:pt x="2034752" y="1091744"/>
                </a:lnTo>
                <a:lnTo>
                  <a:pt x="2020094" y="1097051"/>
                </a:lnTo>
                <a:lnTo>
                  <a:pt x="2000225" y="1082456"/>
                </a:lnTo>
                <a:lnTo>
                  <a:pt x="2005762" y="1057907"/>
                </a:lnTo>
                <a:lnTo>
                  <a:pt x="2017489" y="1048618"/>
                </a:lnTo>
                <a:lnTo>
                  <a:pt x="2014883" y="1033690"/>
                </a:lnTo>
                <a:lnTo>
                  <a:pt x="2022701" y="1012127"/>
                </a:lnTo>
                <a:lnTo>
                  <a:pt x="2008368" y="997530"/>
                </a:lnTo>
                <a:lnTo>
                  <a:pt x="2010974" y="978622"/>
                </a:lnTo>
                <a:lnTo>
                  <a:pt x="1998923" y="961040"/>
                </a:lnTo>
                <a:lnTo>
                  <a:pt x="1993711" y="936823"/>
                </a:lnTo>
                <a:lnTo>
                  <a:pt x="1993711" y="908294"/>
                </a:lnTo>
                <a:lnTo>
                  <a:pt x="1981659" y="891043"/>
                </a:lnTo>
                <a:lnTo>
                  <a:pt x="1981659" y="878769"/>
                </a:lnTo>
                <a:lnTo>
                  <a:pt x="1967327" y="881423"/>
                </a:lnTo>
                <a:lnTo>
                  <a:pt x="1964720" y="863841"/>
                </a:lnTo>
                <a:lnTo>
                  <a:pt x="1957881" y="859860"/>
                </a:lnTo>
                <a:lnTo>
                  <a:pt x="1960487" y="836970"/>
                </a:lnTo>
                <a:lnTo>
                  <a:pt x="1946154" y="820715"/>
                </a:lnTo>
                <a:lnTo>
                  <a:pt x="1934103" y="806119"/>
                </a:lnTo>
                <a:lnTo>
                  <a:pt x="1915536" y="791190"/>
                </a:lnTo>
                <a:lnTo>
                  <a:pt x="1862768" y="791190"/>
                </a:lnTo>
                <a:lnTo>
                  <a:pt x="1850716" y="787210"/>
                </a:lnTo>
                <a:lnTo>
                  <a:pt x="1844202" y="799152"/>
                </a:lnTo>
                <a:lnTo>
                  <a:pt x="1832150" y="800480"/>
                </a:lnTo>
                <a:lnTo>
                  <a:pt x="1829544" y="788537"/>
                </a:lnTo>
                <a:lnTo>
                  <a:pt x="1821727" y="781902"/>
                </a:lnTo>
                <a:lnTo>
                  <a:pt x="1812281" y="806119"/>
                </a:lnTo>
                <a:lnTo>
                  <a:pt x="1784594" y="796499"/>
                </a:lnTo>
                <a:lnTo>
                  <a:pt x="1762118" y="776263"/>
                </a:lnTo>
                <a:lnTo>
                  <a:pt x="1774171" y="760340"/>
                </a:lnTo>
                <a:lnTo>
                  <a:pt x="1743552" y="742758"/>
                </a:lnTo>
                <a:lnTo>
                  <a:pt x="1731826" y="726503"/>
                </a:lnTo>
                <a:lnTo>
                  <a:pt x="1738341" y="711574"/>
                </a:lnTo>
                <a:lnTo>
                  <a:pt x="1767330" y="708921"/>
                </a:lnTo>
                <a:lnTo>
                  <a:pt x="1781988" y="699631"/>
                </a:lnTo>
                <a:lnTo>
                  <a:pt x="1809674" y="699631"/>
                </a:lnTo>
                <a:lnTo>
                  <a:pt x="1805766" y="672429"/>
                </a:lnTo>
                <a:lnTo>
                  <a:pt x="1797949" y="684704"/>
                </a:lnTo>
                <a:lnTo>
                  <a:pt x="1769937" y="691338"/>
                </a:lnTo>
                <a:lnTo>
                  <a:pt x="1750067" y="682049"/>
                </a:lnTo>
                <a:lnTo>
                  <a:pt x="1743552" y="663141"/>
                </a:lnTo>
                <a:lnTo>
                  <a:pt x="1722380" y="655179"/>
                </a:lnTo>
                <a:lnTo>
                  <a:pt x="1705116" y="630630"/>
                </a:lnTo>
                <a:lnTo>
                  <a:pt x="1710654" y="599779"/>
                </a:lnTo>
                <a:lnTo>
                  <a:pt x="1764725" y="572908"/>
                </a:lnTo>
                <a:lnTo>
                  <a:pt x="1772868" y="557980"/>
                </a:lnTo>
                <a:lnTo>
                  <a:pt x="1797949" y="544379"/>
                </a:lnTo>
                <a:lnTo>
                  <a:pt x="1817818" y="544379"/>
                </a:lnTo>
                <a:lnTo>
                  <a:pt x="1844202" y="508220"/>
                </a:lnTo>
                <a:lnTo>
                  <a:pt x="1844202" y="451493"/>
                </a:lnTo>
                <a:lnTo>
                  <a:pt x="1808372" y="451493"/>
                </a:lnTo>
                <a:lnTo>
                  <a:pt x="1797949" y="424622"/>
                </a:lnTo>
                <a:lnTo>
                  <a:pt x="1812281" y="400405"/>
                </a:lnTo>
                <a:lnTo>
                  <a:pt x="1838990" y="376189"/>
                </a:lnTo>
                <a:lnTo>
                  <a:pt x="1845505" y="351640"/>
                </a:lnTo>
                <a:lnTo>
                  <a:pt x="1877426" y="326096"/>
                </a:lnTo>
                <a:lnTo>
                  <a:pt x="1901204" y="342352"/>
                </a:lnTo>
                <a:lnTo>
                  <a:pt x="1912930" y="333063"/>
                </a:lnTo>
                <a:lnTo>
                  <a:pt x="1915536" y="296572"/>
                </a:lnTo>
                <a:lnTo>
                  <a:pt x="1907718" y="254774"/>
                </a:lnTo>
                <a:lnTo>
                  <a:pt x="1952669" y="218282"/>
                </a:lnTo>
                <a:lnTo>
                  <a:pt x="2024329" y="184777"/>
                </a:lnTo>
                <a:lnTo>
                  <a:pt x="2053318" y="248139"/>
                </a:lnTo>
                <a:lnTo>
                  <a:pt x="2112927" y="241172"/>
                </a:lnTo>
                <a:lnTo>
                  <a:pt x="2091754" y="208994"/>
                </a:lnTo>
                <a:lnTo>
                  <a:pt x="2083611" y="165868"/>
                </a:lnTo>
                <a:lnTo>
                  <a:pt x="2110320" y="165868"/>
                </a:lnTo>
                <a:lnTo>
                  <a:pt x="2145825" y="208994"/>
                </a:lnTo>
                <a:lnTo>
                  <a:pt x="2190775" y="233210"/>
                </a:lnTo>
                <a:lnTo>
                  <a:pt x="2196313" y="199374"/>
                </a:lnTo>
                <a:lnTo>
                  <a:pt x="2210645" y="187431"/>
                </a:lnTo>
                <a:lnTo>
                  <a:pt x="2165694" y="87579"/>
                </a:lnTo>
                <a:lnTo>
                  <a:pt x="2220091" y="56727"/>
                </a:lnTo>
                <a:lnTo>
                  <a:pt x="2241264" y="63362"/>
                </a:lnTo>
                <a:lnTo>
                  <a:pt x="2265042" y="96867"/>
                </a:lnTo>
                <a:lnTo>
                  <a:pt x="2291426" y="99853"/>
                </a:lnTo>
                <a:lnTo>
                  <a:pt x="2298266" y="29525"/>
                </a:ln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 w="12700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BCE710A-0456-5B45-F61E-EB0BB8F7F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F061FF8-7460-BB52-07AE-3BD1E89A06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63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A14A21-45EC-5A05-38B7-E06926E3B15A}"/>
              </a:ext>
            </a:extLst>
          </p:cNvPr>
          <p:cNvSpPr/>
          <p:nvPr/>
        </p:nvSpPr>
        <p:spPr>
          <a:xfrm flipV="1">
            <a:off x="-1089" y="2057400"/>
            <a:ext cx="12193089" cy="685800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3623" h="925664">
                <a:moveTo>
                  <a:pt x="0" y="925665"/>
                </a:moveTo>
                <a:lnTo>
                  <a:pt x="1418781" y="925665"/>
                </a:lnTo>
                <a:cubicBezTo>
                  <a:pt x="1418781" y="925665"/>
                  <a:pt x="3976954" y="925665"/>
                  <a:pt x="3976954" y="925665"/>
                </a:cubicBezTo>
                <a:lnTo>
                  <a:pt x="8199610" y="925665"/>
                </a:lnTo>
                <a:cubicBezTo>
                  <a:pt x="8199610" y="925665"/>
                  <a:pt x="8426512" y="925665"/>
                  <a:pt x="8426512" y="925665"/>
                </a:cubicBezTo>
                <a:lnTo>
                  <a:pt x="8663282" y="925665"/>
                </a:lnTo>
                <a:cubicBezTo>
                  <a:pt x="8663282" y="925665"/>
                  <a:pt x="8890183" y="925665"/>
                  <a:pt x="8890183" y="925665"/>
                </a:cubicBezTo>
                <a:cubicBezTo>
                  <a:pt x="8890183" y="925665"/>
                  <a:pt x="8125649" y="925665"/>
                  <a:pt x="9122003" y="925665"/>
                </a:cubicBezTo>
                <a:cubicBezTo>
                  <a:pt x="10118357" y="925665"/>
                  <a:pt x="9852016" y="0"/>
                  <a:pt x="10725068" y="0"/>
                </a:cubicBezTo>
                <a:cubicBezTo>
                  <a:pt x="11598119" y="0"/>
                  <a:pt x="10808931" y="0"/>
                  <a:pt x="10808931" y="0"/>
                </a:cubicBezTo>
                <a:lnTo>
                  <a:pt x="11045701" y="0"/>
                </a:lnTo>
                <a:cubicBezTo>
                  <a:pt x="11045701" y="0"/>
                  <a:pt x="10981575" y="0"/>
                  <a:pt x="10981575" y="0"/>
                </a:cubicBezTo>
                <a:lnTo>
                  <a:pt x="11208476" y="0"/>
                </a:lnTo>
                <a:cubicBezTo>
                  <a:pt x="11208476" y="0"/>
                  <a:pt x="11440295" y="0"/>
                  <a:pt x="11440295" y="0"/>
                </a:cubicBezTo>
                <a:lnTo>
                  <a:pt x="11677065" y="0"/>
                </a:lnTo>
                <a:cubicBezTo>
                  <a:pt x="11677065" y="0"/>
                  <a:pt x="11913836" y="0"/>
                  <a:pt x="11913836" y="0"/>
                </a:cubicBezTo>
                <a:lnTo>
                  <a:pt x="12145655" y="0"/>
                </a:lnTo>
                <a:cubicBezTo>
                  <a:pt x="12145655" y="0"/>
                  <a:pt x="12193624" y="0"/>
                  <a:pt x="12193624" y="0"/>
                </a:cubicBezTo>
                <a:lnTo>
                  <a:pt x="12193624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/>
        </p:nvCxnSpPr>
        <p:spPr>
          <a:xfrm>
            <a:off x="4279520" y="232717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7926906" y="2327173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3E5EBE1-F9D4-286E-7AF2-E011D3E9F7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FCAF821-77FA-E8A9-6EFE-2FEAA9245A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672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D3AC91C8-6B16-C272-6F48-6513A6501A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924800" y="3201785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2292" y="1828800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135" y="1828800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7521" y="1828800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3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3A535E5-3ADD-EFC2-6893-E15AAEEE42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41D3F70-507E-4C22-EEC0-4A4F81DDF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4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296FBB3-289A-EB91-ACBD-D7C61019188C}"/>
              </a:ext>
            </a:extLst>
          </p:cNvPr>
          <p:cNvSpPr/>
          <p:nvPr/>
        </p:nvSpPr>
        <p:spPr>
          <a:xfrm flipV="1">
            <a:off x="0" y="2057396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728D035-3885-A99A-3811-273FA9C920B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64163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/>
        </p:nvCxnSpPr>
        <p:spPr>
          <a:xfrm>
            <a:off x="3355698" y="232079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6330562" y="2330657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48555D-9A83-DB10-07C4-04A928B01CE4}"/>
              </a:ext>
            </a:extLst>
          </p:cNvPr>
          <p:cNvCxnSpPr>
            <a:cxnSpLocks/>
          </p:cNvCxnSpPr>
          <p:nvPr/>
        </p:nvCxnSpPr>
        <p:spPr>
          <a:xfrm>
            <a:off x="9299298" y="2334910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313D2A-3062-E725-D043-BD99734A99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69CD0C1-BC63-C009-4C6D-FE7AC3CDF25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27498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3087696-8680-251D-A572-18D66AE8939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299298" y="3200400"/>
            <a:ext cx="2283102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2292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1032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5473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85374-3F9E-8A7F-8D3F-33FD68170C4B}"/>
              </a:ext>
            </a:extLst>
          </p:cNvPr>
          <p:cNvSpPr txBox="1"/>
          <p:nvPr/>
        </p:nvSpPr>
        <p:spPr>
          <a:xfrm>
            <a:off x="9049913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4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6907E5D-FA1E-2261-0063-4CCB238F22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5D2A55C-EC3B-EF76-9748-D917B2B08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1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65FE7C5-FEC4-0468-9B54-E253498C2E8B}"/>
              </a:ext>
            </a:extLst>
          </p:cNvPr>
          <p:cNvSpPr/>
          <p:nvPr/>
        </p:nvSpPr>
        <p:spPr>
          <a:xfrm flipV="1">
            <a:off x="0" y="3886200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456A0-5ECA-0ED1-9A31-204F8EB7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8AE786-A469-27DB-0545-BB90D998F3D7}"/>
              </a:ext>
            </a:extLst>
          </p:cNvPr>
          <p:cNvCxnSpPr>
            <a:cxnSpLocks/>
          </p:cNvCxnSpPr>
          <p:nvPr/>
        </p:nvCxnSpPr>
        <p:spPr>
          <a:xfrm flipH="1">
            <a:off x="230124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02054F-655A-C593-E1F2-24189AC5357C}"/>
              </a:ext>
            </a:extLst>
          </p:cNvPr>
          <p:cNvCxnSpPr>
            <a:cxnSpLocks/>
          </p:cNvCxnSpPr>
          <p:nvPr/>
        </p:nvCxnSpPr>
        <p:spPr>
          <a:xfrm flipH="1">
            <a:off x="568452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1CDF41-02D6-DC18-C602-C5352BD18992}"/>
              </a:ext>
            </a:extLst>
          </p:cNvPr>
          <p:cNvCxnSpPr>
            <a:cxnSpLocks/>
          </p:cNvCxnSpPr>
          <p:nvPr/>
        </p:nvCxnSpPr>
        <p:spPr>
          <a:xfrm flipH="1">
            <a:off x="9047688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F65A7E-0A55-AD71-E884-BDC554E866C6}"/>
              </a:ext>
            </a:extLst>
          </p:cNvPr>
          <p:cNvCxnSpPr>
            <a:cxnSpLocks/>
          </p:cNvCxnSpPr>
          <p:nvPr/>
        </p:nvCxnSpPr>
        <p:spPr>
          <a:xfrm flipH="1" flipV="1">
            <a:off x="629547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703146-BCD8-7EBF-C258-587967FC0E61}"/>
              </a:ext>
            </a:extLst>
          </p:cNvPr>
          <p:cNvCxnSpPr>
            <a:cxnSpLocks/>
          </p:cNvCxnSpPr>
          <p:nvPr/>
        </p:nvCxnSpPr>
        <p:spPr>
          <a:xfrm flipH="1" flipV="1">
            <a:off x="3996803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2EAB40-E68A-83CA-918F-0331C91D178B}"/>
              </a:ext>
            </a:extLst>
          </p:cNvPr>
          <p:cNvCxnSpPr>
            <a:cxnSpLocks/>
          </p:cNvCxnSpPr>
          <p:nvPr/>
        </p:nvCxnSpPr>
        <p:spPr>
          <a:xfrm flipH="1" flipV="1">
            <a:off x="7364059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1E558EF1-62E5-6A29-02AF-9F892FB16A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50DFEC7F-63D0-7D1B-8F4E-951D43836EB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30124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5AC451D-B6C8-94A6-8ED5-D20830B69F9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9288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ED6DDEAA-9229-AF0F-386D-1BB4CD65683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37616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972575C4-0B26-88F9-E7E7-0EEB9715816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47688" y="4892040"/>
            <a:ext cx="2531358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068989C0-1EB0-D33B-78DA-4DA221B1556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8452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258FE-AE49-A723-9586-ACDF6186ABF8}"/>
              </a:ext>
            </a:extLst>
          </p:cNvPr>
          <p:cNvSpPr txBox="1"/>
          <p:nvPr/>
        </p:nvSpPr>
        <p:spPr>
          <a:xfrm>
            <a:off x="381000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C080B-B445-5CA5-1BBC-7248BB3339FD}"/>
              </a:ext>
            </a:extLst>
          </p:cNvPr>
          <p:cNvSpPr txBox="1"/>
          <p:nvPr/>
        </p:nvSpPr>
        <p:spPr>
          <a:xfrm>
            <a:off x="3748256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C1786-B009-4EBC-5084-7AB8238AC6C9}"/>
              </a:ext>
            </a:extLst>
          </p:cNvPr>
          <p:cNvSpPr txBox="1"/>
          <p:nvPr/>
        </p:nvSpPr>
        <p:spPr>
          <a:xfrm>
            <a:off x="5431884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BF54C-D4DC-D2D3-FCB6-CD990CB0D2E4}"/>
              </a:ext>
            </a:extLst>
          </p:cNvPr>
          <p:cNvSpPr txBox="1"/>
          <p:nvPr/>
        </p:nvSpPr>
        <p:spPr>
          <a:xfrm>
            <a:off x="7115512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65E3D-FFD0-8502-E3E9-F821F2EA08EF}"/>
              </a:ext>
            </a:extLst>
          </p:cNvPr>
          <p:cNvSpPr txBox="1"/>
          <p:nvPr/>
        </p:nvSpPr>
        <p:spPr>
          <a:xfrm>
            <a:off x="8799141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265EA-6D75-3BE7-2D29-E1431C1B206E}"/>
              </a:ext>
            </a:extLst>
          </p:cNvPr>
          <p:cNvSpPr txBox="1"/>
          <p:nvPr/>
        </p:nvSpPr>
        <p:spPr>
          <a:xfrm>
            <a:off x="2064628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2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2F08C8E-5C00-B1AD-9C64-C108C808F1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9409D75-2806-0370-E743-46B623CB0F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971D046C-AFF1-8FD4-0919-BF54138418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4788620-FD28-912A-BDF5-969712EBB2A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1912" y="1828800"/>
            <a:ext cx="2514599" cy="2514600"/>
          </a:xfrm>
          <a:prstGeom prst="ellipse">
            <a:avLst/>
          </a:prstGeom>
          <a:solidFill>
            <a:schemeClr val="accent6">
              <a:alpha val="3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81401" y="1828800"/>
            <a:ext cx="7998688" cy="1468398"/>
          </a:xfrm>
        </p:spPr>
        <p:txBody>
          <a:bodyPr wrap="square" anchor="t">
            <a:noAutofit/>
          </a:bodyPr>
          <a:lstStyle>
            <a:lvl1pPr>
              <a:defRPr sz="3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“Quote”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E028A94-FC9A-0FB7-5719-91A5631A41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1400" y="3553801"/>
            <a:ext cx="7998689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D3DB0F6-9EB8-549F-6EBA-5EA18197E4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81402" y="4127400"/>
            <a:ext cx="7998688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1E63366-E929-AB09-EECC-20588F36C1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ABB6D6C-FDA9-BEC6-2FA0-4813C2A531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920555"/>
            <a:ext cx="10972800" cy="1365445"/>
          </a:xfrm>
        </p:spPr>
        <p:txBody>
          <a:bodyPr wrap="square" anchor="t">
            <a:noAutofit/>
          </a:bodyPr>
          <a:lstStyle>
            <a:lvl1pPr algn="l">
              <a:defRPr sz="7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79720AA-B90D-0636-C04D-633A23F62D8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2066" y="3886200"/>
            <a:ext cx="5245333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Adress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A2EC657-DADA-A02B-4942-C7701F2FB66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2066" y="5029200"/>
            <a:ext cx="5245333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Mail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FECD8A46-02C2-B471-7DD8-D1FE86060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96000" y="-822960"/>
            <a:ext cx="6696445" cy="6858000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B08E686-A746-9308-C825-AD04CB5FFA7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2066" y="2514600"/>
            <a:ext cx="5245333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Contact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2A90957-9167-ABCB-F5D7-990609A4C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01AE5F2-1B0F-022F-B3F0-AB849C8730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521778-225C-912F-CF8B-EA7E133A98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5C74694-B4E1-5A3A-B696-2913C90FF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120" y="2457790"/>
            <a:ext cx="9418320" cy="192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5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Swir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7219483-9D03-7F08-8E10-EBF9B9575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12211E-D257-0A6F-AB85-E82C0650D7EE}"/>
              </a:ext>
            </a:extLst>
          </p:cNvPr>
          <p:cNvSpPr/>
          <p:nvPr/>
        </p:nvSpPr>
        <p:spPr>
          <a:xfrm>
            <a:off x="4731774" y="8434"/>
            <a:ext cx="3878826" cy="6858001"/>
          </a:xfrm>
          <a:prstGeom prst="rect">
            <a:avLst/>
          </a:prstGeom>
          <a:gradFill>
            <a:gsLst>
              <a:gs pos="100000">
                <a:schemeClr val="bg1">
                  <a:lumMod val="0"/>
                  <a:lumOff val="10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3FEF1D2-56AF-4318-E8A7-266A6C2476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76" y="5157844"/>
            <a:ext cx="3881700" cy="78953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8260A4-B3FB-8E6B-19F8-ECB5AA36F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7848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EB78EB2-752D-A0B1-D288-4DA6527E04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7848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06BF46-19B4-C80D-EE24-103D1EA3D7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7849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4055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Swir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701E037-A126-2011-5E2A-CDD639F097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9019"/>
          <a:stretch>
            <a:fillRect/>
          </a:stretch>
        </p:blipFill>
        <p:spPr>
          <a:xfrm rot="548464">
            <a:off x="1197102" y="-850421"/>
            <a:ext cx="10058400" cy="6281680"/>
          </a:xfrm>
          <a:custGeom>
            <a:avLst/>
            <a:gdLst>
              <a:gd name="connsiteX0" fmla="*/ 0 w 10058400"/>
              <a:gd name="connsiteY0" fmla="*/ 1618490 h 6281680"/>
              <a:gd name="connsiteX1" fmla="*/ 10058400 w 10058400"/>
              <a:gd name="connsiteY1" fmla="*/ 0 h 6281680"/>
              <a:gd name="connsiteX2" fmla="*/ 10058400 w 10058400"/>
              <a:gd name="connsiteY2" fmla="*/ 6281680 h 6281680"/>
              <a:gd name="connsiteX3" fmla="*/ 0 w 10058400"/>
              <a:gd name="connsiteY3" fmla="*/ 6281680 h 628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281680">
                <a:moveTo>
                  <a:pt x="0" y="1618490"/>
                </a:moveTo>
                <a:lnTo>
                  <a:pt x="10058400" y="0"/>
                </a:lnTo>
                <a:lnTo>
                  <a:pt x="10058400" y="6281680"/>
                </a:lnTo>
                <a:lnTo>
                  <a:pt x="0" y="6281680"/>
                </a:lnTo>
                <a:close/>
              </a:path>
            </a:pathLst>
          </a:cu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FFCA29B-0FCE-A203-5AB7-38781676DB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76" y="5157844"/>
            <a:ext cx="3881700" cy="78953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64FDBAE-1180-28FB-F395-5A8FEE49E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7848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73364FA-0919-8CE8-F1E4-25B4C39B39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7848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BE5BE73-62A3-B0EF-6298-80B5647D3E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7849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242163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73D1DAA-A7E4-7AC5-D484-2D5C02631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240941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CB0F30-AE3F-13AF-71B7-7238C9AEE0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94342"/>
            <a:ext cx="10972800" cy="553998"/>
          </a:xfrm>
        </p:spPr>
        <p:txBody>
          <a:bodyPr wrap="square">
            <a:no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EF3342F-DCF3-161A-5B6B-BFAD1AD105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303520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DFD784AC-E280-E58E-509D-5757C4DBB7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732543"/>
            <a:ext cx="10972800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92B26F-5772-C06D-1270-4300EB384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2345"/>
          <a:stretch>
            <a:fillRect/>
          </a:stretch>
        </p:blipFill>
        <p:spPr>
          <a:xfrm>
            <a:off x="0" y="-365760"/>
            <a:ext cx="12193089" cy="3886200"/>
          </a:xfrm>
          <a:custGeom>
            <a:avLst/>
            <a:gdLst>
              <a:gd name="connsiteX0" fmla="*/ 5001310 w 12193089"/>
              <a:gd name="connsiteY0" fmla="*/ 0 h 3886200"/>
              <a:gd name="connsiteX1" fmla="*/ 12193089 w 12193089"/>
              <a:gd name="connsiteY1" fmla="*/ 0 h 3886200"/>
              <a:gd name="connsiteX2" fmla="*/ 12193089 w 12193089"/>
              <a:gd name="connsiteY2" fmla="*/ 3886200 h 3886200"/>
              <a:gd name="connsiteX3" fmla="*/ 0 w 12193089"/>
              <a:gd name="connsiteY3" fmla="*/ 3886200 h 3886200"/>
              <a:gd name="connsiteX4" fmla="*/ 0 w 12193089"/>
              <a:gd name="connsiteY4" fmla="*/ 800100 h 3886200"/>
              <a:gd name="connsiteX5" fmla="*/ 1295400 w 12193089"/>
              <a:gd name="connsiteY5" fmla="*/ 800100 h 3886200"/>
              <a:gd name="connsiteX6" fmla="*/ 1295400 w 12193089"/>
              <a:gd name="connsiteY6" fmla="*/ 645053 h 3886200"/>
              <a:gd name="connsiteX7" fmla="*/ 1311010 w 12193089"/>
              <a:gd name="connsiteY7" fmla="*/ 646942 h 3886200"/>
              <a:gd name="connsiteX8" fmla="*/ 2072640 w 12193089"/>
              <a:gd name="connsiteY8" fmla="*/ 685800 h 3886200"/>
              <a:gd name="connsiteX9" fmla="*/ 4917587 w 12193089"/>
              <a:gd name="connsiteY9" fmla="*/ 49724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089" h="3886200">
                <a:moveTo>
                  <a:pt x="5001310" y="0"/>
                </a:moveTo>
                <a:lnTo>
                  <a:pt x="12193089" y="0"/>
                </a:lnTo>
                <a:lnTo>
                  <a:pt x="12193089" y="3886200"/>
                </a:lnTo>
                <a:lnTo>
                  <a:pt x="0" y="3886200"/>
                </a:lnTo>
                <a:lnTo>
                  <a:pt x="0" y="800100"/>
                </a:lnTo>
                <a:lnTo>
                  <a:pt x="1295400" y="800100"/>
                </a:lnTo>
                <a:lnTo>
                  <a:pt x="1295400" y="645053"/>
                </a:lnTo>
                <a:lnTo>
                  <a:pt x="1311010" y="646942"/>
                </a:lnTo>
                <a:cubicBezTo>
                  <a:pt x="1557628" y="672448"/>
                  <a:pt x="1812245" y="685800"/>
                  <a:pt x="2072640" y="685800"/>
                </a:cubicBezTo>
                <a:cubicBezTo>
                  <a:pt x="3183660" y="685800"/>
                  <a:pt x="4189500" y="442724"/>
                  <a:pt x="4917587" y="4972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9679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77AE6-0747-0C11-93A1-3432FD8960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44BBD44-2714-26D7-F3C0-051549C6CC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240941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28C61-EE9E-0985-7398-F3433AA8D9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94342"/>
            <a:ext cx="10972800" cy="553998"/>
          </a:xfrm>
        </p:spPr>
        <p:txBody>
          <a:bodyPr wrap="square">
            <a:no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3A06C0-80FA-BCCB-1B3E-60767AAB3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303520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327FB24-75C9-50A6-02ED-F1F30E73B2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732543"/>
            <a:ext cx="10972800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283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185AB401-71BB-F445-E2BE-AA34F47FBA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6619" y="-2377440"/>
            <a:ext cx="12994819" cy="8321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8537D8-B9EF-E075-6F02-FE745689B1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CA1E76E-B6CA-211B-29C2-40856C896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95400" y="2057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5EDD75E-6BD6-7BC8-7045-22CF491E4C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95400" y="27432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1FF690E-FC3E-3E41-1CCA-345B15D9F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0" y="34290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03A3991-A0A9-D2E4-3887-6CDD4239FB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95400" y="41148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FC6F517-BC53-4B0B-522B-5D70393CCE6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295400" y="48006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C7DB55-7165-F7CB-4560-3E906AADBFB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295400" y="5486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DBFBD71-E9A4-2F6D-ACE1-6BF56F67B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964B4B8-606D-CA43-738E-48E24603C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2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8E7D-B1BC-AF43-B87D-7A15764D4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2E88C-C351-C9FE-245F-B6A016396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48A49D9-9B84-8122-4210-684FA617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730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Layout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32D178-66E0-3276-9A1F-5C4BE2047B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61A0CB-7E80-35A0-F60C-C34FEFDD5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859953-69F0-B370-3299-509CA5FF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39CC4C4-28D7-4B22-363E-D3E09FAA0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23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2CF71-85E0-BD85-3095-EFB6CE436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DB0EAB-4B18-9BF7-745A-9281FF773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8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838200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381000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806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72D58D8-6D49-2EF8-A4D1-8ADA81FC21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BC988F9-7841-8FE1-13B7-42EA67CAD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BCA76B-A7EF-8F74-97DF-236E9624D7B4}"/>
              </a:ext>
            </a:extLst>
          </p:cNvPr>
          <p:cNvSpPr/>
          <p:nvPr/>
        </p:nvSpPr>
        <p:spPr>
          <a:xfrm>
            <a:off x="4731774" y="8434"/>
            <a:ext cx="3878826" cy="6858001"/>
          </a:xfrm>
          <a:prstGeom prst="rect">
            <a:avLst/>
          </a:prstGeom>
          <a:gradFill>
            <a:gsLst>
              <a:gs pos="100000">
                <a:schemeClr val="bg1">
                  <a:lumMod val="0"/>
                  <a:lumOff val="10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710789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wi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578966F-3177-4627-2A22-D34A5F1F9F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ADDA211-E02A-0541-4324-9681DFAC79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30680" y="-1097280"/>
            <a:ext cx="6949440" cy="711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56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3176684-C382-E942-9991-AFD992B63A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470412-1664-2B14-E7EB-3054A72B2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D51B31-7815-3216-3F57-2156F6326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2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A4C2C52-04B2-B2EA-869A-693959C3ED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50975B1-C42B-D6D6-40DD-6987A9C7ACE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8FFD89-B901-C0DA-0D49-193B49D6B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634B5A-2D72-9256-3122-9F7D0D43B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3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24600" y="0"/>
            <a:ext cx="58674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ADB99E0-06E5-E388-B6C3-B1B2A5215E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1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4B3B53-4B6E-0544-31CB-1AFE12F59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E130B-5713-7666-8997-223618E83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31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FF4C1B-2A07-34CF-D949-6BAD7242E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A275D2-12C3-155F-976D-5B57607A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874E90-1482-16CD-CDEB-3EBFF3953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EB09FC0-951C-2413-E742-4C2C4B321926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815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479E402-CFDE-7CF9-514C-18800128A8A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FF4C1B-2A07-34CF-D949-6BAD7242E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A275D2-12C3-155F-976D-5B57607A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874E90-1482-16CD-CDEB-3EBFF3953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EB09FC0-951C-2413-E742-4C2C4B321926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0" y="5019040"/>
            <a:ext cx="12191998" cy="939408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1600">
                <a:solidFill>
                  <a:schemeClr val="tx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479E402-CFDE-7CF9-514C-18800128A8A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6C308B46-8DCC-6566-499A-E540F22CED5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3815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0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4F5AB31-B323-B866-F9F7-48992837E15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" y="1828800"/>
            <a:ext cx="3428999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28790F5-92B8-F421-F5EF-2CE06AEB79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ED7949FD-D6BF-7672-AD91-07475C2A8A8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2751C6A-DA96-AB0A-2B44-9B3C17949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D8BFFAD-998E-E5D6-F1F5-7B473D3B3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60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D02BAA6-66A4-FDC0-103B-FAA608CBBF7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E63F69-7479-9D04-DB44-9AA90E5E73C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41DD73A-1CBB-A4D1-DB95-CDEAF4E4DA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8C917B9-1032-1B0E-FBA8-C4E50B43D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90C24A-9D52-4ACF-40F4-9C6812FA1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7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CEB0038-E102-7EEC-17F2-837EF21C71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A54194C-E92D-E11A-B05F-80CEB052167C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815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53B35E7-8DB3-C963-AD7E-D6C2DA242E4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AC15F-D2E8-FE9D-7F6E-A781E18EE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4D01C4D-F891-4EBD-8634-AB644AA56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0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14519CD-C873-C7D5-545F-FBF5E6C76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7887" y="1828800"/>
            <a:ext cx="2506313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FA37CAA-690B-AF5A-5B39-990647F77102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3421275" y="1828800"/>
            <a:ext cx="2526188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E5FC123-37A6-9594-6E0E-108A6A0E57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44538" y="1828800"/>
            <a:ext cx="2526187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A065403-6530-CC4C-7F6E-FE9C4801627C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9067801" y="1828800"/>
            <a:ext cx="25146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65BF9EE7-2C1F-74BC-3F4A-2E3D97126B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90E39CAF-F2FD-F700-1587-650B46EF21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1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8CFDE9C-A028-6D16-784C-70D8D9C15E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2020F-FCC8-41A7-7861-CA2439282A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5E8C7-1975-E44F-3B1C-13BC243BB3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4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2F028594-A2AC-8715-8C7D-75C69E8E4E1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15DBE7-5272-4C12-25E7-63D4B0D5F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18635F3-406E-90AE-D061-19CE9CB88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5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47972-139C-0933-85E9-F898612C01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8BF2A-5A6E-378F-97DA-0283F79B33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6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76A362D1-8853-37E4-4516-7C530765F558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09599" y="1828801"/>
            <a:ext cx="10972801" cy="41147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71381-1802-9EDE-1CC2-2987444876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64117-BFC5-49D7-7881-B491B7C8B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944F08B-20C3-FC82-A1DD-5923ABC303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43434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B9F64C5-75AE-C295-0ED0-A27FCEECC8E6}"/>
              </a:ext>
            </a:extLst>
          </p:cNvPr>
          <p:cNvSpPr/>
          <p:nvPr/>
        </p:nvSpPr>
        <p:spPr>
          <a:xfrm>
            <a:off x="5044440" y="1737360"/>
            <a:ext cx="6699879" cy="4389119"/>
          </a:xfrm>
          <a:custGeom>
            <a:avLst/>
            <a:gdLst>
              <a:gd name="connsiteX0" fmla="*/ 1785896 w 6282234"/>
              <a:gd name="connsiteY0" fmla="*/ 4102249 h 4115518"/>
              <a:gd name="connsiteX1" fmla="*/ 1800554 w 6282234"/>
              <a:gd name="connsiteY1" fmla="*/ 4102249 h 4115518"/>
              <a:gd name="connsiteX2" fmla="*/ 1803161 w 6282234"/>
              <a:gd name="connsiteY2" fmla="*/ 4115518 h 4115518"/>
              <a:gd name="connsiteX3" fmla="*/ 1788503 w 6282234"/>
              <a:gd name="connsiteY3" fmla="*/ 4115518 h 4115518"/>
              <a:gd name="connsiteX4" fmla="*/ 1764725 w 6282234"/>
              <a:gd name="connsiteY4" fmla="*/ 4019315 h 4115518"/>
              <a:gd name="connsiteX5" fmla="*/ 1769937 w 6282234"/>
              <a:gd name="connsiteY5" fmla="*/ 4032584 h 4115518"/>
              <a:gd name="connsiteX6" fmla="*/ 1779383 w 6282234"/>
              <a:gd name="connsiteY6" fmla="*/ 4032584 h 4115518"/>
              <a:gd name="connsiteX7" fmla="*/ 1784594 w 6282234"/>
              <a:gd name="connsiteY7" fmla="*/ 4032584 h 4115518"/>
              <a:gd name="connsiteX8" fmla="*/ 1794039 w 6282234"/>
              <a:gd name="connsiteY8" fmla="*/ 4062441 h 4115518"/>
              <a:gd name="connsiteX9" fmla="*/ 1800554 w 6282234"/>
              <a:gd name="connsiteY9" fmla="*/ 4075711 h 4115518"/>
              <a:gd name="connsiteX10" fmla="*/ 1820424 w 6282234"/>
              <a:gd name="connsiteY10" fmla="*/ 4088979 h 4115518"/>
              <a:gd name="connsiteX11" fmla="*/ 1826939 w 6282234"/>
              <a:gd name="connsiteY11" fmla="*/ 4088979 h 4115518"/>
              <a:gd name="connsiteX12" fmla="*/ 1817818 w 6282234"/>
              <a:gd name="connsiteY12" fmla="*/ 4102249 h 4115518"/>
              <a:gd name="connsiteX13" fmla="*/ 1809674 w 6282234"/>
              <a:gd name="connsiteY13" fmla="*/ 4102249 h 4115518"/>
              <a:gd name="connsiteX14" fmla="*/ 1779383 w 6282234"/>
              <a:gd name="connsiteY14" fmla="*/ 4088979 h 4115518"/>
              <a:gd name="connsiteX15" fmla="*/ 1769937 w 6282234"/>
              <a:gd name="connsiteY15" fmla="*/ 4102249 h 4115518"/>
              <a:gd name="connsiteX16" fmla="*/ 1781988 w 6282234"/>
              <a:gd name="connsiteY16" fmla="*/ 4102249 h 4115518"/>
              <a:gd name="connsiteX17" fmla="*/ 1788503 w 6282234"/>
              <a:gd name="connsiteY17" fmla="*/ 4115518 h 4115518"/>
              <a:gd name="connsiteX18" fmla="*/ 1764725 w 6282234"/>
              <a:gd name="connsiteY18" fmla="*/ 4115518 h 4115518"/>
              <a:gd name="connsiteX19" fmla="*/ 1758210 w 6282234"/>
              <a:gd name="connsiteY19" fmla="*/ 4102249 h 4115518"/>
              <a:gd name="connsiteX20" fmla="*/ 1750067 w 6282234"/>
              <a:gd name="connsiteY20" fmla="*/ 4102249 h 4115518"/>
              <a:gd name="connsiteX21" fmla="*/ 1726289 w 6282234"/>
              <a:gd name="connsiteY21" fmla="*/ 4088979 h 4115518"/>
              <a:gd name="connsiteX22" fmla="*/ 1740946 w 6282234"/>
              <a:gd name="connsiteY22" fmla="*/ 4075711 h 4115518"/>
              <a:gd name="connsiteX23" fmla="*/ 1748764 w 6282234"/>
              <a:gd name="connsiteY23" fmla="*/ 4075711 h 4115518"/>
              <a:gd name="connsiteX24" fmla="*/ 1752998 w 6282234"/>
              <a:gd name="connsiteY24" fmla="*/ 4062441 h 4115518"/>
              <a:gd name="connsiteX25" fmla="*/ 1764725 w 6282234"/>
              <a:gd name="connsiteY25" fmla="*/ 4062441 h 4115518"/>
              <a:gd name="connsiteX26" fmla="*/ 1764725 w 6282234"/>
              <a:gd name="connsiteY26" fmla="*/ 4049171 h 4115518"/>
              <a:gd name="connsiteX27" fmla="*/ 1748764 w 6282234"/>
              <a:gd name="connsiteY27" fmla="*/ 4049171 h 4115518"/>
              <a:gd name="connsiteX28" fmla="*/ 1752998 w 6282234"/>
              <a:gd name="connsiteY28" fmla="*/ 4032584 h 4115518"/>
              <a:gd name="connsiteX29" fmla="*/ 1946154 w 6282234"/>
              <a:gd name="connsiteY29" fmla="*/ 3992777 h 4115518"/>
              <a:gd name="connsiteX30" fmla="*/ 1964720 w 6282234"/>
              <a:gd name="connsiteY30" fmla="*/ 3992777 h 4115518"/>
              <a:gd name="connsiteX31" fmla="*/ 1967327 w 6282234"/>
              <a:gd name="connsiteY31" fmla="*/ 4006045 h 4115518"/>
              <a:gd name="connsiteX32" fmla="*/ 1946154 w 6282234"/>
              <a:gd name="connsiteY32" fmla="*/ 4019315 h 4115518"/>
              <a:gd name="connsiteX33" fmla="*/ 1940943 w 6282234"/>
              <a:gd name="connsiteY33" fmla="*/ 4019315 h 4115518"/>
              <a:gd name="connsiteX34" fmla="*/ 1934103 w 6282234"/>
              <a:gd name="connsiteY34" fmla="*/ 4019315 h 4115518"/>
              <a:gd name="connsiteX35" fmla="*/ 1928891 w 6282234"/>
              <a:gd name="connsiteY35" fmla="*/ 3992777 h 4115518"/>
              <a:gd name="connsiteX36" fmla="*/ 1939314 w 6282234"/>
              <a:gd name="connsiteY36" fmla="*/ 3992777 h 4115518"/>
              <a:gd name="connsiteX37" fmla="*/ 1928891 w 6282234"/>
              <a:gd name="connsiteY37" fmla="*/ 4006045 h 4115518"/>
              <a:gd name="connsiteX38" fmla="*/ 1922376 w 6282234"/>
              <a:gd name="connsiteY38" fmla="*/ 4006045 h 4115518"/>
              <a:gd name="connsiteX39" fmla="*/ 1674824 w 6282234"/>
              <a:gd name="connsiteY39" fmla="*/ 3926429 h 4115518"/>
              <a:gd name="connsiteX40" fmla="*/ 1677429 w 6282234"/>
              <a:gd name="connsiteY40" fmla="*/ 3956285 h 4115518"/>
              <a:gd name="connsiteX41" fmla="*/ 1665378 w 6282234"/>
              <a:gd name="connsiteY41" fmla="*/ 3956285 h 4115518"/>
              <a:gd name="connsiteX42" fmla="*/ 1665378 w 6282234"/>
              <a:gd name="connsiteY42" fmla="*/ 3939698 h 4115518"/>
              <a:gd name="connsiteX43" fmla="*/ 1681339 w 6282234"/>
              <a:gd name="connsiteY43" fmla="*/ 3753926 h 4115518"/>
              <a:gd name="connsiteX44" fmla="*/ 1690785 w 6282234"/>
              <a:gd name="connsiteY44" fmla="*/ 3753926 h 4115518"/>
              <a:gd name="connsiteX45" fmla="*/ 1695996 w 6282234"/>
              <a:gd name="connsiteY45" fmla="*/ 3767195 h 4115518"/>
              <a:gd name="connsiteX46" fmla="*/ 1689482 w 6282234"/>
              <a:gd name="connsiteY46" fmla="*/ 3767195 h 4115518"/>
              <a:gd name="connsiteX47" fmla="*/ 1693390 w 6282234"/>
              <a:gd name="connsiteY47" fmla="*/ 3780465 h 4115518"/>
              <a:gd name="connsiteX48" fmla="*/ 1690785 w 6282234"/>
              <a:gd name="connsiteY48" fmla="*/ 3780465 h 4115518"/>
              <a:gd name="connsiteX49" fmla="*/ 1681339 w 6282234"/>
              <a:gd name="connsiteY49" fmla="*/ 3780465 h 4115518"/>
              <a:gd name="connsiteX50" fmla="*/ 5966279 w 6282234"/>
              <a:gd name="connsiteY50" fmla="*/ 3724070 h 4115518"/>
              <a:gd name="connsiteX51" fmla="*/ 5972793 w 6282234"/>
              <a:gd name="connsiteY51" fmla="*/ 3724070 h 4115518"/>
              <a:gd name="connsiteX52" fmla="*/ 5982565 w 6282234"/>
              <a:gd name="connsiteY52" fmla="*/ 3740657 h 4115518"/>
              <a:gd name="connsiteX53" fmla="*/ 5995595 w 6282234"/>
              <a:gd name="connsiteY53" fmla="*/ 3724070 h 4115518"/>
              <a:gd name="connsiteX54" fmla="*/ 6005366 w 6282234"/>
              <a:gd name="connsiteY54" fmla="*/ 3753926 h 4115518"/>
              <a:gd name="connsiteX55" fmla="*/ 5985823 w 6282234"/>
              <a:gd name="connsiteY55" fmla="*/ 3780465 h 4115518"/>
              <a:gd name="connsiteX56" fmla="*/ 5979308 w 6282234"/>
              <a:gd name="connsiteY56" fmla="*/ 3780465 h 4115518"/>
              <a:gd name="connsiteX57" fmla="*/ 5979308 w 6282234"/>
              <a:gd name="connsiteY57" fmla="*/ 3793735 h 4115518"/>
              <a:gd name="connsiteX58" fmla="*/ 5953250 w 6282234"/>
              <a:gd name="connsiteY58" fmla="*/ 3807004 h 4115518"/>
              <a:gd name="connsiteX59" fmla="*/ 5949992 w 6282234"/>
              <a:gd name="connsiteY59" fmla="*/ 3820274 h 4115518"/>
              <a:gd name="connsiteX60" fmla="*/ 5940221 w 6282234"/>
              <a:gd name="connsiteY60" fmla="*/ 3846812 h 4115518"/>
              <a:gd name="connsiteX61" fmla="*/ 5923935 w 6282234"/>
              <a:gd name="connsiteY61" fmla="*/ 3860082 h 4115518"/>
              <a:gd name="connsiteX62" fmla="*/ 5910905 w 6282234"/>
              <a:gd name="connsiteY62" fmla="*/ 3873351 h 4115518"/>
              <a:gd name="connsiteX63" fmla="*/ 5901133 w 6282234"/>
              <a:gd name="connsiteY63" fmla="*/ 3860082 h 4115518"/>
              <a:gd name="connsiteX64" fmla="*/ 5871819 w 6282234"/>
              <a:gd name="connsiteY64" fmla="*/ 3860082 h 4115518"/>
              <a:gd name="connsiteX65" fmla="*/ 5865303 w 6282234"/>
              <a:gd name="connsiteY65" fmla="*/ 3846812 h 4115518"/>
              <a:gd name="connsiteX66" fmla="*/ 5881590 w 6282234"/>
              <a:gd name="connsiteY66" fmla="*/ 3820274 h 4115518"/>
              <a:gd name="connsiteX67" fmla="*/ 5901133 w 6282234"/>
              <a:gd name="connsiteY67" fmla="*/ 3807004 h 4115518"/>
              <a:gd name="connsiteX68" fmla="*/ 5923935 w 6282234"/>
              <a:gd name="connsiteY68" fmla="*/ 3793735 h 4115518"/>
              <a:gd name="connsiteX69" fmla="*/ 5949992 w 6282234"/>
              <a:gd name="connsiteY69" fmla="*/ 3767195 h 4115518"/>
              <a:gd name="connsiteX70" fmla="*/ 5953250 w 6282234"/>
              <a:gd name="connsiteY70" fmla="*/ 3753926 h 4115518"/>
              <a:gd name="connsiteX71" fmla="*/ 5959764 w 6282234"/>
              <a:gd name="connsiteY71" fmla="*/ 3740657 h 4115518"/>
              <a:gd name="connsiteX72" fmla="*/ 5487459 w 6282234"/>
              <a:gd name="connsiteY72" fmla="*/ 3724070 h 4115518"/>
              <a:gd name="connsiteX73" fmla="*/ 5500489 w 6282234"/>
              <a:gd name="connsiteY73" fmla="*/ 3724070 h 4115518"/>
              <a:gd name="connsiteX74" fmla="*/ 5513519 w 6282234"/>
              <a:gd name="connsiteY74" fmla="*/ 3724070 h 4115518"/>
              <a:gd name="connsiteX75" fmla="*/ 5536319 w 6282234"/>
              <a:gd name="connsiteY75" fmla="*/ 3724070 h 4115518"/>
              <a:gd name="connsiteX76" fmla="*/ 5552605 w 6282234"/>
              <a:gd name="connsiteY76" fmla="*/ 3724070 h 4115518"/>
              <a:gd name="connsiteX77" fmla="*/ 5552605 w 6282234"/>
              <a:gd name="connsiteY77" fmla="*/ 3753926 h 4115518"/>
              <a:gd name="connsiteX78" fmla="*/ 5542833 w 6282234"/>
              <a:gd name="connsiteY78" fmla="*/ 3780465 h 4115518"/>
              <a:gd name="connsiteX79" fmla="*/ 5533062 w 6282234"/>
              <a:gd name="connsiteY79" fmla="*/ 3780465 h 4115518"/>
              <a:gd name="connsiteX80" fmla="*/ 5529805 w 6282234"/>
              <a:gd name="connsiteY80" fmla="*/ 3793735 h 4115518"/>
              <a:gd name="connsiteX81" fmla="*/ 5510261 w 6282234"/>
              <a:gd name="connsiteY81" fmla="*/ 3793735 h 4115518"/>
              <a:gd name="connsiteX82" fmla="*/ 5500489 w 6282234"/>
              <a:gd name="connsiteY82" fmla="*/ 3767195 h 4115518"/>
              <a:gd name="connsiteX83" fmla="*/ 5497233 w 6282234"/>
              <a:gd name="connsiteY83" fmla="*/ 3753926 h 4115518"/>
              <a:gd name="connsiteX84" fmla="*/ 5989079 w 6282234"/>
              <a:gd name="connsiteY84" fmla="*/ 3591375 h 4115518"/>
              <a:gd name="connsiteX85" fmla="*/ 6005366 w 6282234"/>
              <a:gd name="connsiteY85" fmla="*/ 3604645 h 4115518"/>
              <a:gd name="connsiteX86" fmla="*/ 6011881 w 6282234"/>
              <a:gd name="connsiteY86" fmla="*/ 3617914 h 4115518"/>
              <a:gd name="connsiteX87" fmla="*/ 6011881 w 6282234"/>
              <a:gd name="connsiteY87" fmla="*/ 3631184 h 4115518"/>
              <a:gd name="connsiteX88" fmla="*/ 6021653 w 6282234"/>
              <a:gd name="connsiteY88" fmla="*/ 3631184 h 4115518"/>
              <a:gd name="connsiteX89" fmla="*/ 6031424 w 6282234"/>
              <a:gd name="connsiteY89" fmla="*/ 3631184 h 4115518"/>
              <a:gd name="connsiteX90" fmla="*/ 6031424 w 6282234"/>
              <a:gd name="connsiteY90" fmla="*/ 3657722 h 4115518"/>
              <a:gd name="connsiteX91" fmla="*/ 6054225 w 6282234"/>
              <a:gd name="connsiteY91" fmla="*/ 3657722 h 4115518"/>
              <a:gd name="connsiteX92" fmla="*/ 6067255 w 6282234"/>
              <a:gd name="connsiteY92" fmla="*/ 3644454 h 4115518"/>
              <a:gd name="connsiteX93" fmla="*/ 6073769 w 6282234"/>
              <a:gd name="connsiteY93" fmla="*/ 3657722 h 4115518"/>
              <a:gd name="connsiteX94" fmla="*/ 6073769 w 6282234"/>
              <a:gd name="connsiteY94" fmla="*/ 3670992 h 4115518"/>
              <a:gd name="connsiteX95" fmla="*/ 6067255 w 6282234"/>
              <a:gd name="connsiteY95" fmla="*/ 3684261 h 4115518"/>
              <a:gd name="connsiteX96" fmla="*/ 6054225 w 6282234"/>
              <a:gd name="connsiteY96" fmla="*/ 3684261 h 4115518"/>
              <a:gd name="connsiteX97" fmla="*/ 6047711 w 6282234"/>
              <a:gd name="connsiteY97" fmla="*/ 3710801 h 4115518"/>
              <a:gd name="connsiteX98" fmla="*/ 6034682 w 6282234"/>
              <a:gd name="connsiteY98" fmla="*/ 3724070 h 4115518"/>
              <a:gd name="connsiteX99" fmla="*/ 6021653 w 6282234"/>
              <a:gd name="connsiteY99" fmla="*/ 3740657 h 4115518"/>
              <a:gd name="connsiteX100" fmla="*/ 6011881 w 6282234"/>
              <a:gd name="connsiteY100" fmla="*/ 3740657 h 4115518"/>
              <a:gd name="connsiteX101" fmla="*/ 6021653 w 6282234"/>
              <a:gd name="connsiteY101" fmla="*/ 3710801 h 4115518"/>
              <a:gd name="connsiteX102" fmla="*/ 6018395 w 6282234"/>
              <a:gd name="connsiteY102" fmla="*/ 3697531 h 4115518"/>
              <a:gd name="connsiteX103" fmla="*/ 5995595 w 6282234"/>
              <a:gd name="connsiteY103" fmla="*/ 3697531 h 4115518"/>
              <a:gd name="connsiteX104" fmla="*/ 5995595 w 6282234"/>
              <a:gd name="connsiteY104" fmla="*/ 3684261 h 4115518"/>
              <a:gd name="connsiteX105" fmla="*/ 6008624 w 6282234"/>
              <a:gd name="connsiteY105" fmla="*/ 3684261 h 4115518"/>
              <a:gd name="connsiteX106" fmla="*/ 6015137 w 6282234"/>
              <a:gd name="connsiteY106" fmla="*/ 3657722 h 4115518"/>
              <a:gd name="connsiteX107" fmla="*/ 6008624 w 6282234"/>
              <a:gd name="connsiteY107" fmla="*/ 3631184 h 4115518"/>
              <a:gd name="connsiteX108" fmla="*/ 5998851 w 6282234"/>
              <a:gd name="connsiteY108" fmla="*/ 3617914 h 4115518"/>
              <a:gd name="connsiteX109" fmla="*/ 5982565 w 6282234"/>
              <a:gd name="connsiteY109" fmla="*/ 3604645 h 4115518"/>
              <a:gd name="connsiteX110" fmla="*/ 5881590 w 6282234"/>
              <a:gd name="connsiteY110" fmla="*/ 3309400 h 4115518"/>
              <a:gd name="connsiteX111" fmla="*/ 5884847 w 6282234"/>
              <a:gd name="connsiteY111" fmla="*/ 3312718 h 4115518"/>
              <a:gd name="connsiteX112" fmla="*/ 5884847 w 6282234"/>
              <a:gd name="connsiteY112" fmla="*/ 3316035 h 4115518"/>
              <a:gd name="connsiteX113" fmla="*/ 5878332 w 6282234"/>
              <a:gd name="connsiteY113" fmla="*/ 3316035 h 4115518"/>
              <a:gd name="connsiteX114" fmla="*/ 3936998 w 6282234"/>
              <a:gd name="connsiteY114" fmla="*/ 3309400 h 4115518"/>
              <a:gd name="connsiteX115" fmla="*/ 3940256 w 6282234"/>
              <a:gd name="connsiteY115" fmla="*/ 3312718 h 4115518"/>
              <a:gd name="connsiteX116" fmla="*/ 3943513 w 6282234"/>
              <a:gd name="connsiteY116" fmla="*/ 3316035 h 4115518"/>
              <a:gd name="connsiteX117" fmla="*/ 3940256 w 6282234"/>
              <a:gd name="connsiteY117" fmla="*/ 3319351 h 4115518"/>
              <a:gd name="connsiteX118" fmla="*/ 3933741 w 6282234"/>
              <a:gd name="connsiteY118" fmla="*/ 3316035 h 4115518"/>
              <a:gd name="connsiteX119" fmla="*/ 3933741 w 6282234"/>
              <a:gd name="connsiteY119" fmla="*/ 3312718 h 4115518"/>
              <a:gd name="connsiteX120" fmla="*/ 5829473 w 6282234"/>
              <a:gd name="connsiteY120" fmla="*/ 3299448 h 4115518"/>
              <a:gd name="connsiteX121" fmla="*/ 5832731 w 6282234"/>
              <a:gd name="connsiteY121" fmla="*/ 3299448 h 4115518"/>
              <a:gd name="connsiteX122" fmla="*/ 5842503 w 6282234"/>
              <a:gd name="connsiteY122" fmla="*/ 3306083 h 4115518"/>
              <a:gd name="connsiteX123" fmla="*/ 5845759 w 6282234"/>
              <a:gd name="connsiteY123" fmla="*/ 3309400 h 4115518"/>
              <a:gd name="connsiteX124" fmla="*/ 5852274 w 6282234"/>
              <a:gd name="connsiteY124" fmla="*/ 3316035 h 4115518"/>
              <a:gd name="connsiteX125" fmla="*/ 5858789 w 6282234"/>
              <a:gd name="connsiteY125" fmla="*/ 3319351 h 4115518"/>
              <a:gd name="connsiteX126" fmla="*/ 5871819 w 6282234"/>
              <a:gd name="connsiteY126" fmla="*/ 3329304 h 4115518"/>
              <a:gd name="connsiteX127" fmla="*/ 5875075 w 6282234"/>
              <a:gd name="connsiteY127" fmla="*/ 3332621 h 4115518"/>
              <a:gd name="connsiteX128" fmla="*/ 5875075 w 6282234"/>
              <a:gd name="connsiteY128" fmla="*/ 3339256 h 4115518"/>
              <a:gd name="connsiteX129" fmla="*/ 5865303 w 6282234"/>
              <a:gd name="connsiteY129" fmla="*/ 3332621 h 4115518"/>
              <a:gd name="connsiteX130" fmla="*/ 5855532 w 6282234"/>
              <a:gd name="connsiteY130" fmla="*/ 3325986 h 4115518"/>
              <a:gd name="connsiteX131" fmla="*/ 5849017 w 6282234"/>
              <a:gd name="connsiteY131" fmla="*/ 3322669 h 4115518"/>
              <a:gd name="connsiteX132" fmla="*/ 5842503 w 6282234"/>
              <a:gd name="connsiteY132" fmla="*/ 3316035 h 4115518"/>
              <a:gd name="connsiteX133" fmla="*/ 5839245 w 6282234"/>
              <a:gd name="connsiteY133" fmla="*/ 3316035 h 4115518"/>
              <a:gd name="connsiteX134" fmla="*/ 5832731 w 6282234"/>
              <a:gd name="connsiteY134" fmla="*/ 3309400 h 4115518"/>
              <a:gd name="connsiteX135" fmla="*/ 5829473 w 6282234"/>
              <a:gd name="connsiteY135" fmla="*/ 3302765 h 4115518"/>
              <a:gd name="connsiteX136" fmla="*/ 3972829 w 6282234"/>
              <a:gd name="connsiteY136" fmla="*/ 3292813 h 4115518"/>
              <a:gd name="connsiteX137" fmla="*/ 3976086 w 6282234"/>
              <a:gd name="connsiteY137" fmla="*/ 3292813 h 4115518"/>
              <a:gd name="connsiteX138" fmla="*/ 3976086 w 6282234"/>
              <a:gd name="connsiteY138" fmla="*/ 3296131 h 4115518"/>
              <a:gd name="connsiteX139" fmla="*/ 3976086 w 6282234"/>
              <a:gd name="connsiteY139" fmla="*/ 3302765 h 4115518"/>
              <a:gd name="connsiteX140" fmla="*/ 3972829 w 6282234"/>
              <a:gd name="connsiteY140" fmla="*/ 3302765 h 4115518"/>
              <a:gd name="connsiteX141" fmla="*/ 3969571 w 6282234"/>
              <a:gd name="connsiteY141" fmla="*/ 3302765 h 4115518"/>
              <a:gd name="connsiteX142" fmla="*/ 5914163 w 6282234"/>
              <a:gd name="connsiteY142" fmla="*/ 3269591 h 4115518"/>
              <a:gd name="connsiteX143" fmla="*/ 5917419 w 6282234"/>
              <a:gd name="connsiteY143" fmla="*/ 3272909 h 4115518"/>
              <a:gd name="connsiteX144" fmla="*/ 5910905 w 6282234"/>
              <a:gd name="connsiteY144" fmla="*/ 3272909 h 4115518"/>
              <a:gd name="connsiteX145" fmla="*/ 5901133 w 6282234"/>
              <a:gd name="connsiteY145" fmla="*/ 3246370 h 4115518"/>
              <a:gd name="connsiteX146" fmla="*/ 5904391 w 6282234"/>
              <a:gd name="connsiteY146" fmla="*/ 3249687 h 4115518"/>
              <a:gd name="connsiteX147" fmla="*/ 5901133 w 6282234"/>
              <a:gd name="connsiteY147" fmla="*/ 3249687 h 4115518"/>
              <a:gd name="connsiteX148" fmla="*/ 5897877 w 6282234"/>
              <a:gd name="connsiteY148" fmla="*/ 3249687 h 4115518"/>
              <a:gd name="connsiteX149" fmla="*/ 6063997 w 6282234"/>
              <a:gd name="connsiteY149" fmla="*/ 3243052 h 4115518"/>
              <a:gd name="connsiteX150" fmla="*/ 6070511 w 6282234"/>
              <a:gd name="connsiteY150" fmla="*/ 3243052 h 4115518"/>
              <a:gd name="connsiteX151" fmla="*/ 6080283 w 6282234"/>
              <a:gd name="connsiteY151" fmla="*/ 3249687 h 4115518"/>
              <a:gd name="connsiteX152" fmla="*/ 6080283 w 6282234"/>
              <a:gd name="connsiteY152" fmla="*/ 3256322 h 4115518"/>
              <a:gd name="connsiteX153" fmla="*/ 6080283 w 6282234"/>
              <a:gd name="connsiteY153" fmla="*/ 3259639 h 4115518"/>
              <a:gd name="connsiteX154" fmla="*/ 6070511 w 6282234"/>
              <a:gd name="connsiteY154" fmla="*/ 3259639 h 4115518"/>
              <a:gd name="connsiteX155" fmla="*/ 6067255 w 6282234"/>
              <a:gd name="connsiteY155" fmla="*/ 3259639 h 4115518"/>
              <a:gd name="connsiteX156" fmla="*/ 6057483 w 6282234"/>
              <a:gd name="connsiteY156" fmla="*/ 3259639 h 4115518"/>
              <a:gd name="connsiteX157" fmla="*/ 6054225 w 6282234"/>
              <a:gd name="connsiteY157" fmla="*/ 3253004 h 4115518"/>
              <a:gd name="connsiteX158" fmla="*/ 6060740 w 6282234"/>
              <a:gd name="connsiteY158" fmla="*/ 3249687 h 4115518"/>
              <a:gd name="connsiteX159" fmla="*/ 6060740 w 6282234"/>
              <a:gd name="connsiteY159" fmla="*/ 3246370 h 4115518"/>
              <a:gd name="connsiteX160" fmla="*/ 6096569 w 6282234"/>
              <a:gd name="connsiteY160" fmla="*/ 3223149 h 4115518"/>
              <a:gd name="connsiteX161" fmla="*/ 6103084 w 6282234"/>
              <a:gd name="connsiteY161" fmla="*/ 3223149 h 4115518"/>
              <a:gd name="connsiteX162" fmla="*/ 6096569 w 6282234"/>
              <a:gd name="connsiteY162" fmla="*/ 3226466 h 4115518"/>
              <a:gd name="connsiteX163" fmla="*/ 6090055 w 6282234"/>
              <a:gd name="connsiteY163" fmla="*/ 3233100 h 4115518"/>
              <a:gd name="connsiteX164" fmla="*/ 6083541 w 6282234"/>
              <a:gd name="connsiteY164" fmla="*/ 3233100 h 4115518"/>
              <a:gd name="connsiteX165" fmla="*/ 6080283 w 6282234"/>
              <a:gd name="connsiteY165" fmla="*/ 3233100 h 4115518"/>
              <a:gd name="connsiteX166" fmla="*/ 6086798 w 6282234"/>
              <a:gd name="connsiteY166" fmla="*/ 3226466 h 4115518"/>
              <a:gd name="connsiteX167" fmla="*/ 6093313 w 6282234"/>
              <a:gd name="connsiteY167" fmla="*/ 3226466 h 4115518"/>
              <a:gd name="connsiteX168" fmla="*/ 5884847 w 6282234"/>
              <a:gd name="connsiteY168" fmla="*/ 3219831 h 4115518"/>
              <a:gd name="connsiteX169" fmla="*/ 5891361 w 6282234"/>
              <a:gd name="connsiteY169" fmla="*/ 3223149 h 4115518"/>
              <a:gd name="connsiteX170" fmla="*/ 5884847 w 6282234"/>
              <a:gd name="connsiteY170" fmla="*/ 3229784 h 4115518"/>
              <a:gd name="connsiteX171" fmla="*/ 5868561 w 6282234"/>
              <a:gd name="connsiteY171" fmla="*/ 3198268 h 4115518"/>
              <a:gd name="connsiteX172" fmla="*/ 5875075 w 6282234"/>
              <a:gd name="connsiteY172" fmla="*/ 3198268 h 4115518"/>
              <a:gd name="connsiteX173" fmla="*/ 5875075 w 6282234"/>
              <a:gd name="connsiteY173" fmla="*/ 3202580 h 4115518"/>
              <a:gd name="connsiteX174" fmla="*/ 5878332 w 6282234"/>
              <a:gd name="connsiteY174" fmla="*/ 3202580 h 4115518"/>
              <a:gd name="connsiteX175" fmla="*/ 5881590 w 6282234"/>
              <a:gd name="connsiteY175" fmla="*/ 3209879 h 4115518"/>
              <a:gd name="connsiteX176" fmla="*/ 5875075 w 6282234"/>
              <a:gd name="connsiteY176" fmla="*/ 3213197 h 4115518"/>
              <a:gd name="connsiteX177" fmla="*/ 5871819 w 6282234"/>
              <a:gd name="connsiteY177" fmla="*/ 3207889 h 4115518"/>
              <a:gd name="connsiteX178" fmla="*/ 5871819 w 6282234"/>
              <a:gd name="connsiteY178" fmla="*/ 3205235 h 4115518"/>
              <a:gd name="connsiteX179" fmla="*/ 3829509 w 6282234"/>
              <a:gd name="connsiteY179" fmla="*/ 3149835 h 4115518"/>
              <a:gd name="connsiteX180" fmla="*/ 3836023 w 6282234"/>
              <a:gd name="connsiteY180" fmla="*/ 3151162 h 4115518"/>
              <a:gd name="connsiteX181" fmla="*/ 3836023 w 6282234"/>
              <a:gd name="connsiteY181" fmla="*/ 3156470 h 4115518"/>
              <a:gd name="connsiteX182" fmla="*/ 3839280 w 6282234"/>
              <a:gd name="connsiteY182" fmla="*/ 3159455 h 4115518"/>
              <a:gd name="connsiteX183" fmla="*/ 3842538 w 6282234"/>
              <a:gd name="connsiteY183" fmla="*/ 3175378 h 4115518"/>
              <a:gd name="connsiteX184" fmla="*/ 3845795 w 6282234"/>
              <a:gd name="connsiteY184" fmla="*/ 3187652 h 4115518"/>
              <a:gd name="connsiteX185" fmla="*/ 3845795 w 6282234"/>
              <a:gd name="connsiteY185" fmla="*/ 3192960 h 4115518"/>
              <a:gd name="connsiteX186" fmla="*/ 3849053 w 6282234"/>
              <a:gd name="connsiteY186" fmla="*/ 3199927 h 4115518"/>
              <a:gd name="connsiteX187" fmla="*/ 3852310 w 6282234"/>
              <a:gd name="connsiteY187" fmla="*/ 3202580 h 4115518"/>
              <a:gd name="connsiteX188" fmla="*/ 3849053 w 6282234"/>
              <a:gd name="connsiteY188" fmla="*/ 3209879 h 4115518"/>
              <a:gd name="connsiteX189" fmla="*/ 3845795 w 6282234"/>
              <a:gd name="connsiteY189" fmla="*/ 3216514 h 4115518"/>
              <a:gd name="connsiteX190" fmla="*/ 3842538 w 6282234"/>
              <a:gd name="connsiteY190" fmla="*/ 3213197 h 4115518"/>
              <a:gd name="connsiteX191" fmla="*/ 3839280 w 6282234"/>
              <a:gd name="connsiteY191" fmla="*/ 3207889 h 4115518"/>
              <a:gd name="connsiteX192" fmla="*/ 3836023 w 6282234"/>
              <a:gd name="connsiteY192" fmla="*/ 3209879 h 4115518"/>
              <a:gd name="connsiteX193" fmla="*/ 3839280 w 6282234"/>
              <a:gd name="connsiteY193" fmla="*/ 3223149 h 4115518"/>
              <a:gd name="connsiteX194" fmla="*/ 3839280 w 6282234"/>
              <a:gd name="connsiteY194" fmla="*/ 3229784 h 4115518"/>
              <a:gd name="connsiteX195" fmla="*/ 3836023 w 6282234"/>
              <a:gd name="connsiteY195" fmla="*/ 3236417 h 4115518"/>
              <a:gd name="connsiteX196" fmla="*/ 3832767 w 6282234"/>
              <a:gd name="connsiteY196" fmla="*/ 3243052 h 4115518"/>
              <a:gd name="connsiteX197" fmla="*/ 3832767 w 6282234"/>
              <a:gd name="connsiteY197" fmla="*/ 3249687 h 4115518"/>
              <a:gd name="connsiteX198" fmla="*/ 3829509 w 6282234"/>
              <a:gd name="connsiteY198" fmla="*/ 3259639 h 4115518"/>
              <a:gd name="connsiteX199" fmla="*/ 3822994 w 6282234"/>
              <a:gd name="connsiteY199" fmla="*/ 3286178 h 4115518"/>
              <a:gd name="connsiteX200" fmla="*/ 3819737 w 6282234"/>
              <a:gd name="connsiteY200" fmla="*/ 3292813 h 4115518"/>
              <a:gd name="connsiteX201" fmla="*/ 3819737 w 6282234"/>
              <a:gd name="connsiteY201" fmla="*/ 3299448 h 4115518"/>
              <a:gd name="connsiteX202" fmla="*/ 3813222 w 6282234"/>
              <a:gd name="connsiteY202" fmla="*/ 3316035 h 4115518"/>
              <a:gd name="connsiteX203" fmla="*/ 3809965 w 6282234"/>
              <a:gd name="connsiteY203" fmla="*/ 3325986 h 4115518"/>
              <a:gd name="connsiteX204" fmla="*/ 3806707 w 6282234"/>
              <a:gd name="connsiteY204" fmla="*/ 3339256 h 4115518"/>
              <a:gd name="connsiteX205" fmla="*/ 3803451 w 6282234"/>
              <a:gd name="connsiteY205" fmla="*/ 3349208 h 4115518"/>
              <a:gd name="connsiteX206" fmla="*/ 3800193 w 6282234"/>
              <a:gd name="connsiteY206" fmla="*/ 3365795 h 4115518"/>
              <a:gd name="connsiteX207" fmla="*/ 3796936 w 6282234"/>
              <a:gd name="connsiteY207" fmla="*/ 3375747 h 4115518"/>
              <a:gd name="connsiteX208" fmla="*/ 3793679 w 6282234"/>
              <a:gd name="connsiteY208" fmla="*/ 3389017 h 4115518"/>
              <a:gd name="connsiteX209" fmla="*/ 3783907 w 6282234"/>
              <a:gd name="connsiteY209" fmla="*/ 3392334 h 4115518"/>
              <a:gd name="connsiteX210" fmla="*/ 3777393 w 6282234"/>
              <a:gd name="connsiteY210" fmla="*/ 3392334 h 4115518"/>
              <a:gd name="connsiteX211" fmla="*/ 3770878 w 6282234"/>
              <a:gd name="connsiteY211" fmla="*/ 3392334 h 4115518"/>
              <a:gd name="connsiteX212" fmla="*/ 3764363 w 6282234"/>
              <a:gd name="connsiteY212" fmla="*/ 3398969 h 4115518"/>
              <a:gd name="connsiteX213" fmla="*/ 3757849 w 6282234"/>
              <a:gd name="connsiteY213" fmla="*/ 3398969 h 4115518"/>
              <a:gd name="connsiteX214" fmla="*/ 3751334 w 6282234"/>
              <a:gd name="connsiteY214" fmla="*/ 3392334 h 4115518"/>
              <a:gd name="connsiteX215" fmla="*/ 3738305 w 6282234"/>
              <a:gd name="connsiteY215" fmla="*/ 3389017 h 4115518"/>
              <a:gd name="connsiteX216" fmla="*/ 3738305 w 6282234"/>
              <a:gd name="connsiteY216" fmla="*/ 3382382 h 4115518"/>
              <a:gd name="connsiteX217" fmla="*/ 3731791 w 6282234"/>
              <a:gd name="connsiteY217" fmla="*/ 3375747 h 4115518"/>
              <a:gd name="connsiteX218" fmla="*/ 3728533 w 6282234"/>
              <a:gd name="connsiteY218" fmla="*/ 3352525 h 4115518"/>
              <a:gd name="connsiteX219" fmla="*/ 3728533 w 6282234"/>
              <a:gd name="connsiteY219" fmla="*/ 3345891 h 4115518"/>
              <a:gd name="connsiteX220" fmla="*/ 3725276 w 6282234"/>
              <a:gd name="connsiteY220" fmla="*/ 3335938 h 4115518"/>
              <a:gd name="connsiteX221" fmla="*/ 3725276 w 6282234"/>
              <a:gd name="connsiteY221" fmla="*/ 3325986 h 4115518"/>
              <a:gd name="connsiteX222" fmla="*/ 3728533 w 6282234"/>
              <a:gd name="connsiteY222" fmla="*/ 3322669 h 4115518"/>
              <a:gd name="connsiteX223" fmla="*/ 3728533 w 6282234"/>
              <a:gd name="connsiteY223" fmla="*/ 3316035 h 4115518"/>
              <a:gd name="connsiteX224" fmla="*/ 3735047 w 6282234"/>
              <a:gd name="connsiteY224" fmla="*/ 3316035 h 4115518"/>
              <a:gd name="connsiteX225" fmla="*/ 3738305 w 6282234"/>
              <a:gd name="connsiteY225" fmla="*/ 3309400 h 4115518"/>
              <a:gd name="connsiteX226" fmla="*/ 3748077 w 6282234"/>
              <a:gd name="connsiteY226" fmla="*/ 3292813 h 4115518"/>
              <a:gd name="connsiteX227" fmla="*/ 3744820 w 6282234"/>
              <a:gd name="connsiteY227" fmla="*/ 3286178 h 4115518"/>
              <a:gd name="connsiteX228" fmla="*/ 3748077 w 6282234"/>
              <a:gd name="connsiteY228" fmla="*/ 3282861 h 4115518"/>
              <a:gd name="connsiteX229" fmla="*/ 3741562 w 6282234"/>
              <a:gd name="connsiteY229" fmla="*/ 3276226 h 4115518"/>
              <a:gd name="connsiteX230" fmla="*/ 3741562 w 6282234"/>
              <a:gd name="connsiteY230" fmla="*/ 3272909 h 4115518"/>
              <a:gd name="connsiteX231" fmla="*/ 3738305 w 6282234"/>
              <a:gd name="connsiteY231" fmla="*/ 3262957 h 4115518"/>
              <a:gd name="connsiteX232" fmla="*/ 3738305 w 6282234"/>
              <a:gd name="connsiteY232" fmla="*/ 3249687 h 4115518"/>
              <a:gd name="connsiteX233" fmla="*/ 3738305 w 6282234"/>
              <a:gd name="connsiteY233" fmla="*/ 3243052 h 4115518"/>
              <a:gd name="connsiteX234" fmla="*/ 3744820 w 6282234"/>
              <a:gd name="connsiteY234" fmla="*/ 3233100 h 4115518"/>
              <a:gd name="connsiteX235" fmla="*/ 3748077 w 6282234"/>
              <a:gd name="connsiteY235" fmla="*/ 3226466 h 4115518"/>
              <a:gd name="connsiteX236" fmla="*/ 3748077 w 6282234"/>
              <a:gd name="connsiteY236" fmla="*/ 3223149 h 4115518"/>
              <a:gd name="connsiteX237" fmla="*/ 3754591 w 6282234"/>
              <a:gd name="connsiteY237" fmla="*/ 3223149 h 4115518"/>
              <a:gd name="connsiteX238" fmla="*/ 3757849 w 6282234"/>
              <a:gd name="connsiteY238" fmla="*/ 3216514 h 4115518"/>
              <a:gd name="connsiteX239" fmla="*/ 3764363 w 6282234"/>
              <a:gd name="connsiteY239" fmla="*/ 3216514 h 4115518"/>
              <a:gd name="connsiteX240" fmla="*/ 3770878 w 6282234"/>
              <a:gd name="connsiteY240" fmla="*/ 3213197 h 4115518"/>
              <a:gd name="connsiteX241" fmla="*/ 3777393 w 6282234"/>
              <a:gd name="connsiteY241" fmla="*/ 3213197 h 4115518"/>
              <a:gd name="connsiteX242" fmla="*/ 3780649 w 6282234"/>
              <a:gd name="connsiteY242" fmla="*/ 3209879 h 4115518"/>
              <a:gd name="connsiteX243" fmla="*/ 3793679 w 6282234"/>
              <a:gd name="connsiteY243" fmla="*/ 3202580 h 4115518"/>
              <a:gd name="connsiteX244" fmla="*/ 3793679 w 6282234"/>
              <a:gd name="connsiteY244" fmla="*/ 3198268 h 4115518"/>
              <a:gd name="connsiteX245" fmla="*/ 3800193 w 6282234"/>
              <a:gd name="connsiteY245" fmla="*/ 3199927 h 4115518"/>
              <a:gd name="connsiteX246" fmla="*/ 3803451 w 6282234"/>
              <a:gd name="connsiteY246" fmla="*/ 3192960 h 4115518"/>
              <a:gd name="connsiteX247" fmla="*/ 3803451 w 6282234"/>
              <a:gd name="connsiteY247" fmla="*/ 3186325 h 4115518"/>
              <a:gd name="connsiteX248" fmla="*/ 3806707 w 6282234"/>
              <a:gd name="connsiteY248" fmla="*/ 3186325 h 4115518"/>
              <a:gd name="connsiteX249" fmla="*/ 3806707 w 6282234"/>
              <a:gd name="connsiteY249" fmla="*/ 3178364 h 4115518"/>
              <a:gd name="connsiteX250" fmla="*/ 3806707 w 6282234"/>
              <a:gd name="connsiteY250" fmla="*/ 3174052 h 4115518"/>
              <a:gd name="connsiteX251" fmla="*/ 3813222 w 6282234"/>
              <a:gd name="connsiteY251" fmla="*/ 3174052 h 4115518"/>
              <a:gd name="connsiteX252" fmla="*/ 3819737 w 6282234"/>
              <a:gd name="connsiteY252" fmla="*/ 3171398 h 4115518"/>
              <a:gd name="connsiteX253" fmla="*/ 3822994 w 6282234"/>
              <a:gd name="connsiteY253" fmla="*/ 3159455 h 4115518"/>
              <a:gd name="connsiteX254" fmla="*/ 3819737 w 6282234"/>
              <a:gd name="connsiteY254" fmla="*/ 3153815 h 4115518"/>
              <a:gd name="connsiteX255" fmla="*/ 3725276 w 6282234"/>
              <a:gd name="connsiteY255" fmla="*/ 3134906 h 4115518"/>
              <a:gd name="connsiteX256" fmla="*/ 3728533 w 6282234"/>
              <a:gd name="connsiteY256" fmla="*/ 3134906 h 4115518"/>
              <a:gd name="connsiteX257" fmla="*/ 3728533 w 6282234"/>
              <a:gd name="connsiteY257" fmla="*/ 3139219 h 4115518"/>
              <a:gd name="connsiteX258" fmla="*/ 3728533 w 6282234"/>
              <a:gd name="connsiteY258" fmla="*/ 3144527 h 4115518"/>
              <a:gd name="connsiteX259" fmla="*/ 3725276 w 6282234"/>
              <a:gd name="connsiteY259" fmla="*/ 3141873 h 4115518"/>
              <a:gd name="connsiteX260" fmla="*/ 5445115 w 6282234"/>
              <a:gd name="connsiteY260" fmla="*/ 3126945 h 4115518"/>
              <a:gd name="connsiteX261" fmla="*/ 5454887 w 6282234"/>
              <a:gd name="connsiteY261" fmla="*/ 3126945 h 4115518"/>
              <a:gd name="connsiteX262" fmla="*/ 5458145 w 6282234"/>
              <a:gd name="connsiteY262" fmla="*/ 3141873 h 4115518"/>
              <a:gd name="connsiteX263" fmla="*/ 5464659 w 6282234"/>
              <a:gd name="connsiteY263" fmla="*/ 3144527 h 4115518"/>
              <a:gd name="connsiteX264" fmla="*/ 5467917 w 6282234"/>
              <a:gd name="connsiteY264" fmla="*/ 3162108 h 4115518"/>
              <a:gd name="connsiteX265" fmla="*/ 5467917 w 6282234"/>
              <a:gd name="connsiteY265" fmla="*/ 3178364 h 4115518"/>
              <a:gd name="connsiteX266" fmla="*/ 5474431 w 6282234"/>
              <a:gd name="connsiteY266" fmla="*/ 3187652 h 4115518"/>
              <a:gd name="connsiteX267" fmla="*/ 5487459 w 6282234"/>
              <a:gd name="connsiteY267" fmla="*/ 3186325 h 4115518"/>
              <a:gd name="connsiteX268" fmla="*/ 5500489 w 6282234"/>
              <a:gd name="connsiteY268" fmla="*/ 3198268 h 4115518"/>
              <a:gd name="connsiteX269" fmla="*/ 5503746 w 6282234"/>
              <a:gd name="connsiteY269" fmla="*/ 3226466 h 4115518"/>
              <a:gd name="connsiteX270" fmla="*/ 5513519 w 6282234"/>
              <a:gd name="connsiteY270" fmla="*/ 3249687 h 4115518"/>
              <a:gd name="connsiteX271" fmla="*/ 5510261 w 6282234"/>
              <a:gd name="connsiteY271" fmla="*/ 3259639 h 4115518"/>
              <a:gd name="connsiteX272" fmla="*/ 5516775 w 6282234"/>
              <a:gd name="connsiteY272" fmla="*/ 3269591 h 4115518"/>
              <a:gd name="connsiteX273" fmla="*/ 5539577 w 6282234"/>
              <a:gd name="connsiteY273" fmla="*/ 3289496 h 4115518"/>
              <a:gd name="connsiteX274" fmla="*/ 5559120 w 6282234"/>
              <a:gd name="connsiteY274" fmla="*/ 3296131 h 4115518"/>
              <a:gd name="connsiteX275" fmla="*/ 5559120 w 6282234"/>
              <a:gd name="connsiteY275" fmla="*/ 3309400 h 4115518"/>
              <a:gd name="connsiteX276" fmla="*/ 5568891 w 6282234"/>
              <a:gd name="connsiteY276" fmla="*/ 3316035 h 4115518"/>
              <a:gd name="connsiteX277" fmla="*/ 5575406 w 6282234"/>
              <a:gd name="connsiteY277" fmla="*/ 3339256 h 4115518"/>
              <a:gd name="connsiteX278" fmla="*/ 5594951 w 6282234"/>
              <a:gd name="connsiteY278" fmla="*/ 3345891 h 4115518"/>
              <a:gd name="connsiteX279" fmla="*/ 5598207 w 6282234"/>
              <a:gd name="connsiteY279" fmla="*/ 3359160 h 4115518"/>
              <a:gd name="connsiteX280" fmla="*/ 5607979 w 6282234"/>
              <a:gd name="connsiteY280" fmla="*/ 3369112 h 4115518"/>
              <a:gd name="connsiteX281" fmla="*/ 5624265 w 6282234"/>
              <a:gd name="connsiteY281" fmla="*/ 3385699 h 4115518"/>
              <a:gd name="connsiteX282" fmla="*/ 5634037 w 6282234"/>
              <a:gd name="connsiteY282" fmla="*/ 3405603 h 4115518"/>
              <a:gd name="connsiteX283" fmla="*/ 5637295 w 6282234"/>
              <a:gd name="connsiteY283" fmla="*/ 3438777 h 4115518"/>
              <a:gd name="connsiteX284" fmla="*/ 5643809 w 6282234"/>
              <a:gd name="connsiteY284" fmla="*/ 3452046 h 4115518"/>
              <a:gd name="connsiteX285" fmla="*/ 5637295 w 6282234"/>
              <a:gd name="connsiteY285" fmla="*/ 3508441 h 4115518"/>
              <a:gd name="connsiteX286" fmla="*/ 5627523 w 6282234"/>
              <a:gd name="connsiteY286" fmla="*/ 3538298 h 4115518"/>
              <a:gd name="connsiteX287" fmla="*/ 5611237 w 6282234"/>
              <a:gd name="connsiteY287" fmla="*/ 3551567 h 4115518"/>
              <a:gd name="connsiteX288" fmla="*/ 5598207 w 6282234"/>
              <a:gd name="connsiteY288" fmla="*/ 3578106 h 4115518"/>
              <a:gd name="connsiteX289" fmla="*/ 5591693 w 6282234"/>
              <a:gd name="connsiteY289" fmla="*/ 3591375 h 4115518"/>
              <a:gd name="connsiteX290" fmla="*/ 5581921 w 6282234"/>
              <a:gd name="connsiteY290" fmla="*/ 3617914 h 4115518"/>
              <a:gd name="connsiteX291" fmla="*/ 5581921 w 6282234"/>
              <a:gd name="connsiteY291" fmla="*/ 3631184 h 4115518"/>
              <a:gd name="connsiteX292" fmla="*/ 5581921 w 6282234"/>
              <a:gd name="connsiteY292" fmla="*/ 3644454 h 4115518"/>
              <a:gd name="connsiteX293" fmla="*/ 5572149 w 6282234"/>
              <a:gd name="connsiteY293" fmla="*/ 3657722 h 4115518"/>
              <a:gd name="connsiteX294" fmla="*/ 5552605 w 6282234"/>
              <a:gd name="connsiteY294" fmla="*/ 3657722 h 4115518"/>
              <a:gd name="connsiteX295" fmla="*/ 5536319 w 6282234"/>
              <a:gd name="connsiteY295" fmla="*/ 3657722 h 4115518"/>
              <a:gd name="connsiteX296" fmla="*/ 5526547 w 6282234"/>
              <a:gd name="connsiteY296" fmla="*/ 3670992 h 4115518"/>
              <a:gd name="connsiteX297" fmla="*/ 5510261 w 6282234"/>
              <a:gd name="connsiteY297" fmla="*/ 3684261 h 4115518"/>
              <a:gd name="connsiteX298" fmla="*/ 5497233 w 6282234"/>
              <a:gd name="connsiteY298" fmla="*/ 3670992 h 4115518"/>
              <a:gd name="connsiteX299" fmla="*/ 5493975 w 6282234"/>
              <a:gd name="connsiteY299" fmla="*/ 3657722 h 4115518"/>
              <a:gd name="connsiteX300" fmla="*/ 5467917 w 6282234"/>
              <a:gd name="connsiteY300" fmla="*/ 3684261 h 4115518"/>
              <a:gd name="connsiteX301" fmla="*/ 5451630 w 6282234"/>
              <a:gd name="connsiteY301" fmla="*/ 3670992 h 4115518"/>
              <a:gd name="connsiteX302" fmla="*/ 5435343 w 6282234"/>
              <a:gd name="connsiteY302" fmla="*/ 3670992 h 4115518"/>
              <a:gd name="connsiteX303" fmla="*/ 5415801 w 6282234"/>
              <a:gd name="connsiteY303" fmla="*/ 3657722 h 4115518"/>
              <a:gd name="connsiteX304" fmla="*/ 5402771 w 6282234"/>
              <a:gd name="connsiteY304" fmla="*/ 3644454 h 4115518"/>
              <a:gd name="connsiteX305" fmla="*/ 5402771 w 6282234"/>
              <a:gd name="connsiteY305" fmla="*/ 3631184 h 4115518"/>
              <a:gd name="connsiteX306" fmla="*/ 5392999 w 6282234"/>
              <a:gd name="connsiteY306" fmla="*/ 3604645 h 4115518"/>
              <a:gd name="connsiteX307" fmla="*/ 5383228 w 6282234"/>
              <a:gd name="connsiteY307" fmla="*/ 3604645 h 4115518"/>
              <a:gd name="connsiteX308" fmla="*/ 5379970 w 6282234"/>
              <a:gd name="connsiteY308" fmla="*/ 3591375 h 4115518"/>
              <a:gd name="connsiteX309" fmla="*/ 5376713 w 6282234"/>
              <a:gd name="connsiteY309" fmla="*/ 3578106 h 4115518"/>
              <a:gd name="connsiteX310" fmla="*/ 5363683 w 6282234"/>
              <a:gd name="connsiteY310" fmla="*/ 3591375 h 4115518"/>
              <a:gd name="connsiteX311" fmla="*/ 5366941 w 6282234"/>
              <a:gd name="connsiteY311" fmla="*/ 3564837 h 4115518"/>
              <a:gd name="connsiteX312" fmla="*/ 5370199 w 6282234"/>
              <a:gd name="connsiteY312" fmla="*/ 3564837 h 4115518"/>
              <a:gd name="connsiteX313" fmla="*/ 5366941 w 6282234"/>
              <a:gd name="connsiteY313" fmla="*/ 3551567 h 4115518"/>
              <a:gd name="connsiteX314" fmla="*/ 5357169 w 6282234"/>
              <a:gd name="connsiteY314" fmla="*/ 3564837 h 4115518"/>
              <a:gd name="connsiteX315" fmla="*/ 5344141 w 6282234"/>
              <a:gd name="connsiteY315" fmla="*/ 3578106 h 4115518"/>
              <a:gd name="connsiteX316" fmla="*/ 5334367 w 6282234"/>
              <a:gd name="connsiteY316" fmla="*/ 3591375 h 4115518"/>
              <a:gd name="connsiteX317" fmla="*/ 5324596 w 6282234"/>
              <a:gd name="connsiteY317" fmla="*/ 3591375 h 4115518"/>
              <a:gd name="connsiteX318" fmla="*/ 5324596 w 6282234"/>
              <a:gd name="connsiteY318" fmla="*/ 3578106 h 4115518"/>
              <a:gd name="connsiteX319" fmla="*/ 5308310 w 6282234"/>
              <a:gd name="connsiteY319" fmla="*/ 3551567 h 4115518"/>
              <a:gd name="connsiteX320" fmla="*/ 5305053 w 6282234"/>
              <a:gd name="connsiteY320" fmla="*/ 3538298 h 4115518"/>
              <a:gd name="connsiteX321" fmla="*/ 5278995 w 6282234"/>
              <a:gd name="connsiteY321" fmla="*/ 3525028 h 4115518"/>
              <a:gd name="connsiteX322" fmla="*/ 5272480 w 6282234"/>
              <a:gd name="connsiteY322" fmla="*/ 3538298 h 4115518"/>
              <a:gd name="connsiteX323" fmla="*/ 5252936 w 6282234"/>
              <a:gd name="connsiteY323" fmla="*/ 3525028 h 4115518"/>
              <a:gd name="connsiteX324" fmla="*/ 5217107 w 6282234"/>
              <a:gd name="connsiteY324" fmla="*/ 3525028 h 4115518"/>
              <a:gd name="connsiteX325" fmla="*/ 5187791 w 6282234"/>
              <a:gd name="connsiteY325" fmla="*/ 3538298 h 4115518"/>
              <a:gd name="connsiteX326" fmla="*/ 5164991 w 6282234"/>
              <a:gd name="connsiteY326" fmla="*/ 3538298 h 4115518"/>
              <a:gd name="connsiteX327" fmla="*/ 5129160 w 6282234"/>
              <a:gd name="connsiteY327" fmla="*/ 3551567 h 4115518"/>
              <a:gd name="connsiteX328" fmla="*/ 5119389 w 6282234"/>
              <a:gd name="connsiteY328" fmla="*/ 3578106 h 4115518"/>
              <a:gd name="connsiteX329" fmla="*/ 5093331 w 6282234"/>
              <a:gd name="connsiteY329" fmla="*/ 3564837 h 4115518"/>
              <a:gd name="connsiteX330" fmla="*/ 5057499 w 6282234"/>
              <a:gd name="connsiteY330" fmla="*/ 3578106 h 4115518"/>
              <a:gd name="connsiteX331" fmla="*/ 5044471 w 6282234"/>
              <a:gd name="connsiteY331" fmla="*/ 3578106 h 4115518"/>
              <a:gd name="connsiteX332" fmla="*/ 5041213 w 6282234"/>
              <a:gd name="connsiteY332" fmla="*/ 3578106 h 4115518"/>
              <a:gd name="connsiteX333" fmla="*/ 5024927 w 6282234"/>
              <a:gd name="connsiteY333" fmla="*/ 3591375 h 4115518"/>
              <a:gd name="connsiteX334" fmla="*/ 4998869 w 6282234"/>
              <a:gd name="connsiteY334" fmla="*/ 3591375 h 4115518"/>
              <a:gd name="connsiteX335" fmla="*/ 4982583 w 6282234"/>
              <a:gd name="connsiteY335" fmla="*/ 3578106 h 4115518"/>
              <a:gd name="connsiteX336" fmla="*/ 4972811 w 6282234"/>
              <a:gd name="connsiteY336" fmla="*/ 3578106 h 4115518"/>
              <a:gd name="connsiteX337" fmla="*/ 4972811 w 6282234"/>
              <a:gd name="connsiteY337" fmla="*/ 3564837 h 4115518"/>
              <a:gd name="connsiteX338" fmla="*/ 4985841 w 6282234"/>
              <a:gd name="connsiteY338" fmla="*/ 3564837 h 4115518"/>
              <a:gd name="connsiteX339" fmla="*/ 4985841 w 6282234"/>
              <a:gd name="connsiteY339" fmla="*/ 3525028 h 4115518"/>
              <a:gd name="connsiteX340" fmla="*/ 4972811 w 6282234"/>
              <a:gd name="connsiteY340" fmla="*/ 3498489 h 4115518"/>
              <a:gd name="connsiteX341" fmla="*/ 4972811 w 6282234"/>
              <a:gd name="connsiteY341" fmla="*/ 3478586 h 4115518"/>
              <a:gd name="connsiteX342" fmla="*/ 4959781 w 6282234"/>
              <a:gd name="connsiteY342" fmla="*/ 3452046 h 4115518"/>
              <a:gd name="connsiteX343" fmla="*/ 4956525 w 6282234"/>
              <a:gd name="connsiteY343" fmla="*/ 3438777 h 4115518"/>
              <a:gd name="connsiteX344" fmla="*/ 4950010 w 6282234"/>
              <a:gd name="connsiteY344" fmla="*/ 3422190 h 4115518"/>
              <a:gd name="connsiteX345" fmla="*/ 4956525 w 6282234"/>
              <a:gd name="connsiteY345" fmla="*/ 3418872 h 4115518"/>
              <a:gd name="connsiteX346" fmla="*/ 4956525 w 6282234"/>
              <a:gd name="connsiteY346" fmla="*/ 3402285 h 4115518"/>
              <a:gd name="connsiteX347" fmla="*/ 4943495 w 6282234"/>
              <a:gd name="connsiteY347" fmla="*/ 3375747 h 4115518"/>
              <a:gd name="connsiteX348" fmla="*/ 4950010 w 6282234"/>
              <a:gd name="connsiteY348" fmla="*/ 3359160 h 4115518"/>
              <a:gd name="connsiteX349" fmla="*/ 4950010 w 6282234"/>
              <a:gd name="connsiteY349" fmla="*/ 3342573 h 4115518"/>
              <a:gd name="connsiteX350" fmla="*/ 4963039 w 6282234"/>
              <a:gd name="connsiteY350" fmla="*/ 3339256 h 4115518"/>
              <a:gd name="connsiteX351" fmla="*/ 4966297 w 6282234"/>
              <a:gd name="connsiteY351" fmla="*/ 3329304 h 4115518"/>
              <a:gd name="connsiteX352" fmla="*/ 4979326 w 6282234"/>
              <a:gd name="connsiteY352" fmla="*/ 3322669 h 4115518"/>
              <a:gd name="connsiteX353" fmla="*/ 5002127 w 6282234"/>
              <a:gd name="connsiteY353" fmla="*/ 3306083 h 4115518"/>
              <a:gd name="connsiteX354" fmla="*/ 5015155 w 6282234"/>
              <a:gd name="connsiteY354" fmla="*/ 3309400 h 4115518"/>
              <a:gd name="connsiteX355" fmla="*/ 5077044 w 6282234"/>
              <a:gd name="connsiteY355" fmla="*/ 3286178 h 4115518"/>
              <a:gd name="connsiteX356" fmla="*/ 5086815 w 6282234"/>
              <a:gd name="connsiteY356" fmla="*/ 3276226 h 4115518"/>
              <a:gd name="connsiteX357" fmla="*/ 5090073 w 6282234"/>
              <a:gd name="connsiteY357" fmla="*/ 3266274 h 4115518"/>
              <a:gd name="connsiteX358" fmla="*/ 5099845 w 6282234"/>
              <a:gd name="connsiteY358" fmla="*/ 3259639 h 4115518"/>
              <a:gd name="connsiteX359" fmla="*/ 5096587 w 6282234"/>
              <a:gd name="connsiteY359" fmla="*/ 3243052 h 4115518"/>
              <a:gd name="connsiteX360" fmla="*/ 5106359 w 6282234"/>
              <a:gd name="connsiteY360" fmla="*/ 3233100 h 4115518"/>
              <a:gd name="connsiteX361" fmla="*/ 5122645 w 6282234"/>
              <a:gd name="connsiteY361" fmla="*/ 3233100 h 4115518"/>
              <a:gd name="connsiteX362" fmla="*/ 5135675 w 6282234"/>
              <a:gd name="connsiteY362" fmla="*/ 3213197 h 4115518"/>
              <a:gd name="connsiteX363" fmla="*/ 5155218 w 6282234"/>
              <a:gd name="connsiteY363" fmla="*/ 3187652 h 4115518"/>
              <a:gd name="connsiteX364" fmla="*/ 5174762 w 6282234"/>
              <a:gd name="connsiteY364" fmla="*/ 3186325 h 4115518"/>
              <a:gd name="connsiteX365" fmla="*/ 5181277 w 6282234"/>
              <a:gd name="connsiteY365" fmla="*/ 3175378 h 4115518"/>
              <a:gd name="connsiteX366" fmla="*/ 5197563 w 6282234"/>
              <a:gd name="connsiteY366" fmla="*/ 3192960 h 4115518"/>
              <a:gd name="connsiteX367" fmla="*/ 5226878 w 6282234"/>
              <a:gd name="connsiteY367" fmla="*/ 3199927 h 4115518"/>
              <a:gd name="connsiteX368" fmla="*/ 5223621 w 6282234"/>
              <a:gd name="connsiteY368" fmla="*/ 3187652 h 4115518"/>
              <a:gd name="connsiteX369" fmla="*/ 5230136 w 6282234"/>
              <a:gd name="connsiteY369" fmla="*/ 3174052 h 4115518"/>
              <a:gd name="connsiteX370" fmla="*/ 5236649 w 6282234"/>
              <a:gd name="connsiteY370" fmla="*/ 3168743 h 4115518"/>
              <a:gd name="connsiteX371" fmla="*/ 5239907 w 6282234"/>
              <a:gd name="connsiteY371" fmla="*/ 3156470 h 4115518"/>
              <a:gd name="connsiteX372" fmla="*/ 5252936 w 6282234"/>
              <a:gd name="connsiteY372" fmla="*/ 3151162 h 4115518"/>
              <a:gd name="connsiteX373" fmla="*/ 5269223 w 6282234"/>
              <a:gd name="connsiteY373" fmla="*/ 3151162 h 4115518"/>
              <a:gd name="connsiteX374" fmla="*/ 5278995 w 6282234"/>
              <a:gd name="connsiteY374" fmla="*/ 3147181 h 4115518"/>
              <a:gd name="connsiteX375" fmla="*/ 5282252 w 6282234"/>
              <a:gd name="connsiteY375" fmla="*/ 3137892 h 4115518"/>
              <a:gd name="connsiteX376" fmla="*/ 5318081 w 6282234"/>
              <a:gd name="connsiteY376" fmla="*/ 3144527 h 4115518"/>
              <a:gd name="connsiteX377" fmla="*/ 5347397 w 6282234"/>
              <a:gd name="connsiteY377" fmla="*/ 3149835 h 4115518"/>
              <a:gd name="connsiteX378" fmla="*/ 5347397 w 6282234"/>
              <a:gd name="connsiteY378" fmla="*/ 3166090 h 4115518"/>
              <a:gd name="connsiteX379" fmla="*/ 5334367 w 6282234"/>
              <a:gd name="connsiteY379" fmla="*/ 3174052 h 4115518"/>
              <a:gd name="connsiteX380" fmla="*/ 5334367 w 6282234"/>
              <a:gd name="connsiteY380" fmla="*/ 3183672 h 4115518"/>
              <a:gd name="connsiteX381" fmla="*/ 5327854 w 6282234"/>
              <a:gd name="connsiteY381" fmla="*/ 3198268 h 4115518"/>
              <a:gd name="connsiteX382" fmla="*/ 5353912 w 6282234"/>
              <a:gd name="connsiteY382" fmla="*/ 3216514 h 4115518"/>
              <a:gd name="connsiteX383" fmla="*/ 5366941 w 6282234"/>
              <a:gd name="connsiteY383" fmla="*/ 3223149 h 4115518"/>
              <a:gd name="connsiteX384" fmla="*/ 5376713 w 6282234"/>
              <a:gd name="connsiteY384" fmla="*/ 3233100 h 4115518"/>
              <a:gd name="connsiteX385" fmla="*/ 5389741 w 6282234"/>
              <a:gd name="connsiteY385" fmla="*/ 3233100 h 4115518"/>
              <a:gd name="connsiteX386" fmla="*/ 5396257 w 6282234"/>
              <a:gd name="connsiteY386" fmla="*/ 3243052 h 4115518"/>
              <a:gd name="connsiteX387" fmla="*/ 5406028 w 6282234"/>
              <a:gd name="connsiteY387" fmla="*/ 3249687 h 4115518"/>
              <a:gd name="connsiteX388" fmla="*/ 5422314 w 6282234"/>
              <a:gd name="connsiteY388" fmla="*/ 3246370 h 4115518"/>
              <a:gd name="connsiteX389" fmla="*/ 5432087 w 6282234"/>
              <a:gd name="connsiteY389" fmla="*/ 3219831 h 4115518"/>
              <a:gd name="connsiteX390" fmla="*/ 5435343 w 6282234"/>
              <a:gd name="connsiteY390" fmla="*/ 3199927 h 4115518"/>
              <a:gd name="connsiteX391" fmla="*/ 5432087 w 6282234"/>
              <a:gd name="connsiteY391" fmla="*/ 3178364 h 4115518"/>
              <a:gd name="connsiteX392" fmla="*/ 5438601 w 6282234"/>
              <a:gd name="connsiteY392" fmla="*/ 3168743 h 4115518"/>
              <a:gd name="connsiteX393" fmla="*/ 5435343 w 6282234"/>
              <a:gd name="connsiteY393" fmla="*/ 3153815 h 4115518"/>
              <a:gd name="connsiteX394" fmla="*/ 5438601 w 6282234"/>
              <a:gd name="connsiteY394" fmla="*/ 3147181 h 4115518"/>
              <a:gd name="connsiteX395" fmla="*/ 5780614 w 6282234"/>
              <a:gd name="connsiteY395" fmla="*/ 3113344 h 4115518"/>
              <a:gd name="connsiteX396" fmla="*/ 5787129 w 6282234"/>
              <a:gd name="connsiteY396" fmla="*/ 3117656 h 4115518"/>
              <a:gd name="connsiteX397" fmla="*/ 5793643 w 6282234"/>
              <a:gd name="connsiteY397" fmla="*/ 3117656 h 4115518"/>
              <a:gd name="connsiteX398" fmla="*/ 5793643 w 6282234"/>
              <a:gd name="connsiteY398" fmla="*/ 3122964 h 4115518"/>
              <a:gd name="connsiteX399" fmla="*/ 5787129 w 6282234"/>
              <a:gd name="connsiteY399" fmla="*/ 3122964 h 4115518"/>
              <a:gd name="connsiteX400" fmla="*/ 5780614 w 6282234"/>
              <a:gd name="connsiteY400" fmla="*/ 3117656 h 4115518"/>
              <a:gd name="connsiteX401" fmla="*/ 5748041 w 6282234"/>
              <a:gd name="connsiteY401" fmla="*/ 3096093 h 4115518"/>
              <a:gd name="connsiteX402" fmla="*/ 5754556 w 6282234"/>
              <a:gd name="connsiteY402" fmla="*/ 3098748 h 4115518"/>
              <a:gd name="connsiteX403" fmla="*/ 5761071 w 6282234"/>
              <a:gd name="connsiteY403" fmla="*/ 3098748 h 4115518"/>
              <a:gd name="connsiteX404" fmla="*/ 5767585 w 6282234"/>
              <a:gd name="connsiteY404" fmla="*/ 3101401 h 4115518"/>
              <a:gd name="connsiteX405" fmla="*/ 5770843 w 6282234"/>
              <a:gd name="connsiteY405" fmla="*/ 3105382 h 4115518"/>
              <a:gd name="connsiteX406" fmla="*/ 5767585 w 6282234"/>
              <a:gd name="connsiteY406" fmla="*/ 3108036 h 4115518"/>
              <a:gd name="connsiteX407" fmla="*/ 5761071 w 6282234"/>
              <a:gd name="connsiteY407" fmla="*/ 3105382 h 4115518"/>
              <a:gd name="connsiteX408" fmla="*/ 5751299 w 6282234"/>
              <a:gd name="connsiteY408" fmla="*/ 3105382 h 4115518"/>
              <a:gd name="connsiteX409" fmla="*/ 5748041 w 6282234"/>
              <a:gd name="connsiteY409" fmla="*/ 3101401 h 4115518"/>
              <a:gd name="connsiteX410" fmla="*/ 5057499 w 6282234"/>
              <a:gd name="connsiteY410" fmla="*/ 3096093 h 4115518"/>
              <a:gd name="connsiteX411" fmla="*/ 5073786 w 6282234"/>
              <a:gd name="connsiteY411" fmla="*/ 3108036 h 4115518"/>
              <a:gd name="connsiteX412" fmla="*/ 5070529 w 6282234"/>
              <a:gd name="connsiteY412" fmla="*/ 3113344 h 4115518"/>
              <a:gd name="connsiteX413" fmla="*/ 5060757 w 6282234"/>
              <a:gd name="connsiteY413" fmla="*/ 3113344 h 4115518"/>
              <a:gd name="connsiteX414" fmla="*/ 5050986 w 6282234"/>
              <a:gd name="connsiteY414" fmla="*/ 3105382 h 4115518"/>
              <a:gd name="connsiteX415" fmla="*/ 5044471 w 6282234"/>
              <a:gd name="connsiteY415" fmla="*/ 3105382 h 4115518"/>
              <a:gd name="connsiteX416" fmla="*/ 5047728 w 6282234"/>
              <a:gd name="connsiteY416" fmla="*/ 3098748 h 4115518"/>
              <a:gd name="connsiteX417" fmla="*/ 6086798 w 6282234"/>
              <a:gd name="connsiteY417" fmla="*/ 3081166 h 4115518"/>
              <a:gd name="connsiteX418" fmla="*/ 6090055 w 6282234"/>
              <a:gd name="connsiteY418" fmla="*/ 3081166 h 4115518"/>
              <a:gd name="connsiteX419" fmla="*/ 6090055 w 6282234"/>
              <a:gd name="connsiteY419" fmla="*/ 3083819 h 4115518"/>
              <a:gd name="connsiteX420" fmla="*/ 5161733 w 6282234"/>
              <a:gd name="connsiteY420" fmla="*/ 3081166 h 4115518"/>
              <a:gd name="connsiteX421" fmla="*/ 5174762 w 6282234"/>
              <a:gd name="connsiteY421" fmla="*/ 3081166 h 4115518"/>
              <a:gd name="connsiteX422" fmla="*/ 5171504 w 6282234"/>
              <a:gd name="connsiteY422" fmla="*/ 3090454 h 4115518"/>
              <a:gd name="connsiteX423" fmla="*/ 5151961 w 6282234"/>
              <a:gd name="connsiteY423" fmla="*/ 3096093 h 4115518"/>
              <a:gd name="connsiteX424" fmla="*/ 5148704 w 6282234"/>
              <a:gd name="connsiteY424" fmla="*/ 3098748 h 4115518"/>
              <a:gd name="connsiteX425" fmla="*/ 5135675 w 6282234"/>
              <a:gd name="connsiteY425" fmla="*/ 3113344 h 4115518"/>
              <a:gd name="connsiteX426" fmla="*/ 5125903 w 6282234"/>
              <a:gd name="connsiteY426" fmla="*/ 3115003 h 4115518"/>
              <a:gd name="connsiteX427" fmla="*/ 5119389 w 6282234"/>
              <a:gd name="connsiteY427" fmla="*/ 3115003 h 4115518"/>
              <a:gd name="connsiteX428" fmla="*/ 5122645 w 6282234"/>
              <a:gd name="connsiteY428" fmla="*/ 3102728 h 4115518"/>
              <a:gd name="connsiteX429" fmla="*/ 5129160 w 6282234"/>
              <a:gd name="connsiteY429" fmla="*/ 3098748 h 4115518"/>
              <a:gd name="connsiteX430" fmla="*/ 5138931 w 6282234"/>
              <a:gd name="connsiteY430" fmla="*/ 3096093 h 4115518"/>
              <a:gd name="connsiteX431" fmla="*/ 5145446 w 6282234"/>
              <a:gd name="connsiteY431" fmla="*/ 3090454 h 4115518"/>
              <a:gd name="connsiteX432" fmla="*/ 5148704 w 6282234"/>
              <a:gd name="connsiteY432" fmla="*/ 3083819 h 4115518"/>
              <a:gd name="connsiteX433" fmla="*/ 5767585 w 6282234"/>
              <a:gd name="connsiteY433" fmla="*/ 3078511 h 4115518"/>
              <a:gd name="connsiteX434" fmla="*/ 5770843 w 6282234"/>
              <a:gd name="connsiteY434" fmla="*/ 3083819 h 4115518"/>
              <a:gd name="connsiteX435" fmla="*/ 5770843 w 6282234"/>
              <a:gd name="connsiteY435" fmla="*/ 3089127 h 4115518"/>
              <a:gd name="connsiteX436" fmla="*/ 5777357 w 6282234"/>
              <a:gd name="connsiteY436" fmla="*/ 3093439 h 4115518"/>
              <a:gd name="connsiteX437" fmla="*/ 5777357 w 6282234"/>
              <a:gd name="connsiteY437" fmla="*/ 3098748 h 4115518"/>
              <a:gd name="connsiteX438" fmla="*/ 5770843 w 6282234"/>
              <a:gd name="connsiteY438" fmla="*/ 3093439 h 4115518"/>
              <a:gd name="connsiteX439" fmla="*/ 5767585 w 6282234"/>
              <a:gd name="connsiteY439" fmla="*/ 3081166 h 4115518"/>
              <a:gd name="connsiteX440" fmla="*/ 5064015 w 6282234"/>
              <a:gd name="connsiteY440" fmla="*/ 3078511 h 4115518"/>
              <a:gd name="connsiteX441" fmla="*/ 5077044 w 6282234"/>
              <a:gd name="connsiteY441" fmla="*/ 3078511 h 4115518"/>
              <a:gd name="connsiteX442" fmla="*/ 5086815 w 6282234"/>
              <a:gd name="connsiteY442" fmla="*/ 3083819 h 4115518"/>
              <a:gd name="connsiteX443" fmla="*/ 5077044 w 6282234"/>
              <a:gd name="connsiteY443" fmla="*/ 3090454 h 4115518"/>
              <a:gd name="connsiteX444" fmla="*/ 5057499 w 6282234"/>
              <a:gd name="connsiteY444" fmla="*/ 3086473 h 4115518"/>
              <a:gd name="connsiteX445" fmla="*/ 5138931 w 6282234"/>
              <a:gd name="connsiteY445" fmla="*/ 3077184 h 4115518"/>
              <a:gd name="connsiteX446" fmla="*/ 5148704 w 6282234"/>
              <a:gd name="connsiteY446" fmla="*/ 3078511 h 4115518"/>
              <a:gd name="connsiteX447" fmla="*/ 5135675 w 6282234"/>
              <a:gd name="connsiteY447" fmla="*/ 3081166 h 4115518"/>
              <a:gd name="connsiteX448" fmla="*/ 5028185 w 6282234"/>
              <a:gd name="connsiteY448" fmla="*/ 3077184 h 4115518"/>
              <a:gd name="connsiteX449" fmla="*/ 5044471 w 6282234"/>
              <a:gd name="connsiteY449" fmla="*/ 3078511 h 4115518"/>
              <a:gd name="connsiteX450" fmla="*/ 5044471 w 6282234"/>
              <a:gd name="connsiteY450" fmla="*/ 3083819 h 4115518"/>
              <a:gd name="connsiteX451" fmla="*/ 5008641 w 6282234"/>
              <a:gd name="connsiteY451" fmla="*/ 3093439 h 4115518"/>
              <a:gd name="connsiteX452" fmla="*/ 5005384 w 6282234"/>
              <a:gd name="connsiteY452" fmla="*/ 3083819 h 4115518"/>
              <a:gd name="connsiteX453" fmla="*/ 5011899 w 6282234"/>
              <a:gd name="connsiteY453" fmla="*/ 3078511 h 4115518"/>
              <a:gd name="connsiteX454" fmla="*/ 5021670 w 6282234"/>
              <a:gd name="connsiteY454" fmla="*/ 3086473 h 4115518"/>
              <a:gd name="connsiteX455" fmla="*/ 4995612 w 6282234"/>
              <a:gd name="connsiteY455" fmla="*/ 3077184 h 4115518"/>
              <a:gd name="connsiteX456" fmla="*/ 5002127 w 6282234"/>
              <a:gd name="connsiteY456" fmla="*/ 3081166 h 4115518"/>
              <a:gd name="connsiteX457" fmla="*/ 4998869 w 6282234"/>
              <a:gd name="connsiteY457" fmla="*/ 3086473 h 4115518"/>
              <a:gd name="connsiteX458" fmla="*/ 4989097 w 6282234"/>
              <a:gd name="connsiteY458" fmla="*/ 3089127 h 4115518"/>
              <a:gd name="connsiteX459" fmla="*/ 4992355 w 6282234"/>
              <a:gd name="connsiteY459" fmla="*/ 3081166 h 4115518"/>
              <a:gd name="connsiteX460" fmla="*/ 5708955 w 6282234"/>
              <a:gd name="connsiteY460" fmla="*/ 3074531 h 4115518"/>
              <a:gd name="connsiteX461" fmla="*/ 5715469 w 6282234"/>
              <a:gd name="connsiteY461" fmla="*/ 3074531 h 4115518"/>
              <a:gd name="connsiteX462" fmla="*/ 5718727 w 6282234"/>
              <a:gd name="connsiteY462" fmla="*/ 3081166 h 4115518"/>
              <a:gd name="connsiteX463" fmla="*/ 5715469 w 6282234"/>
              <a:gd name="connsiteY463" fmla="*/ 3083819 h 4115518"/>
              <a:gd name="connsiteX464" fmla="*/ 5712211 w 6282234"/>
              <a:gd name="connsiteY464" fmla="*/ 3078511 h 4115518"/>
              <a:gd name="connsiteX465" fmla="*/ 5705697 w 6282234"/>
              <a:gd name="connsiteY465" fmla="*/ 3077184 h 4115518"/>
              <a:gd name="connsiteX466" fmla="*/ 4976068 w 6282234"/>
              <a:gd name="connsiteY466" fmla="*/ 3074531 h 4115518"/>
              <a:gd name="connsiteX467" fmla="*/ 4982583 w 6282234"/>
              <a:gd name="connsiteY467" fmla="*/ 3081166 h 4115518"/>
              <a:gd name="connsiteX468" fmla="*/ 4976068 w 6282234"/>
              <a:gd name="connsiteY468" fmla="*/ 3086473 h 4115518"/>
              <a:gd name="connsiteX469" fmla="*/ 4966297 w 6282234"/>
              <a:gd name="connsiteY469" fmla="*/ 3081166 h 4115518"/>
              <a:gd name="connsiteX470" fmla="*/ 5735013 w 6282234"/>
              <a:gd name="connsiteY470" fmla="*/ 3066237 h 4115518"/>
              <a:gd name="connsiteX471" fmla="*/ 5741527 w 6282234"/>
              <a:gd name="connsiteY471" fmla="*/ 3071877 h 4115518"/>
              <a:gd name="connsiteX472" fmla="*/ 5744785 w 6282234"/>
              <a:gd name="connsiteY472" fmla="*/ 3074531 h 4115518"/>
              <a:gd name="connsiteX473" fmla="*/ 5751299 w 6282234"/>
              <a:gd name="connsiteY473" fmla="*/ 3078511 h 4115518"/>
              <a:gd name="connsiteX474" fmla="*/ 5751299 w 6282234"/>
              <a:gd name="connsiteY474" fmla="*/ 3083819 h 4115518"/>
              <a:gd name="connsiteX475" fmla="*/ 5738269 w 6282234"/>
              <a:gd name="connsiteY475" fmla="*/ 3074531 h 4115518"/>
              <a:gd name="connsiteX476" fmla="*/ 5731755 w 6282234"/>
              <a:gd name="connsiteY476" fmla="*/ 3068891 h 4115518"/>
              <a:gd name="connsiteX477" fmla="*/ 4230153 w 6282234"/>
              <a:gd name="connsiteY477" fmla="*/ 3062256 h 4115518"/>
              <a:gd name="connsiteX478" fmla="*/ 4233411 w 6282234"/>
              <a:gd name="connsiteY478" fmla="*/ 3062256 h 4115518"/>
              <a:gd name="connsiteX479" fmla="*/ 4233411 w 6282234"/>
              <a:gd name="connsiteY479" fmla="*/ 3064911 h 4115518"/>
              <a:gd name="connsiteX480" fmla="*/ 5695925 w 6282234"/>
              <a:gd name="connsiteY480" fmla="*/ 3047329 h 4115518"/>
              <a:gd name="connsiteX481" fmla="*/ 5705697 w 6282234"/>
              <a:gd name="connsiteY481" fmla="*/ 3054294 h 4115518"/>
              <a:gd name="connsiteX482" fmla="*/ 5705697 w 6282234"/>
              <a:gd name="connsiteY482" fmla="*/ 3056949 h 4115518"/>
              <a:gd name="connsiteX483" fmla="*/ 5712211 w 6282234"/>
              <a:gd name="connsiteY483" fmla="*/ 3064911 h 4115518"/>
              <a:gd name="connsiteX484" fmla="*/ 5702440 w 6282234"/>
              <a:gd name="connsiteY484" fmla="*/ 3059602 h 4115518"/>
              <a:gd name="connsiteX485" fmla="*/ 5699182 w 6282234"/>
              <a:gd name="connsiteY485" fmla="*/ 3054294 h 4115518"/>
              <a:gd name="connsiteX486" fmla="*/ 5692669 w 6282234"/>
              <a:gd name="connsiteY486" fmla="*/ 3050314 h 4115518"/>
              <a:gd name="connsiteX487" fmla="*/ 4816463 w 6282234"/>
              <a:gd name="connsiteY487" fmla="*/ 3035386 h 4115518"/>
              <a:gd name="connsiteX488" fmla="*/ 4829491 w 6282234"/>
              <a:gd name="connsiteY488" fmla="*/ 3040694 h 4115518"/>
              <a:gd name="connsiteX489" fmla="*/ 4839263 w 6282234"/>
              <a:gd name="connsiteY489" fmla="*/ 3038039 h 4115518"/>
              <a:gd name="connsiteX490" fmla="*/ 4845777 w 6282234"/>
              <a:gd name="connsiteY490" fmla="*/ 3042021 h 4115518"/>
              <a:gd name="connsiteX491" fmla="*/ 4855550 w 6282234"/>
              <a:gd name="connsiteY491" fmla="*/ 3042021 h 4115518"/>
              <a:gd name="connsiteX492" fmla="*/ 4862063 w 6282234"/>
              <a:gd name="connsiteY492" fmla="*/ 3052967 h 4115518"/>
              <a:gd name="connsiteX493" fmla="*/ 4891379 w 6282234"/>
              <a:gd name="connsiteY493" fmla="*/ 3054294 h 4115518"/>
              <a:gd name="connsiteX494" fmla="*/ 4901151 w 6282234"/>
              <a:gd name="connsiteY494" fmla="*/ 3044674 h 4115518"/>
              <a:gd name="connsiteX495" fmla="*/ 4907665 w 6282234"/>
              <a:gd name="connsiteY495" fmla="*/ 3050314 h 4115518"/>
              <a:gd name="connsiteX496" fmla="*/ 4910923 w 6282234"/>
              <a:gd name="connsiteY496" fmla="*/ 3050314 h 4115518"/>
              <a:gd name="connsiteX497" fmla="*/ 4923952 w 6282234"/>
              <a:gd name="connsiteY497" fmla="*/ 3054294 h 4115518"/>
              <a:gd name="connsiteX498" fmla="*/ 4930467 w 6282234"/>
              <a:gd name="connsiteY498" fmla="*/ 3054294 h 4115518"/>
              <a:gd name="connsiteX499" fmla="*/ 4936981 w 6282234"/>
              <a:gd name="connsiteY499" fmla="*/ 3066237 h 4115518"/>
              <a:gd name="connsiteX500" fmla="*/ 4943495 w 6282234"/>
              <a:gd name="connsiteY500" fmla="*/ 3068891 h 4115518"/>
              <a:gd name="connsiteX501" fmla="*/ 4956525 w 6282234"/>
              <a:gd name="connsiteY501" fmla="*/ 3066237 h 4115518"/>
              <a:gd name="connsiteX502" fmla="*/ 4963039 w 6282234"/>
              <a:gd name="connsiteY502" fmla="*/ 3071877 h 4115518"/>
              <a:gd name="connsiteX503" fmla="*/ 4963039 w 6282234"/>
              <a:gd name="connsiteY503" fmla="*/ 3083819 h 4115518"/>
              <a:gd name="connsiteX504" fmla="*/ 4950010 w 6282234"/>
              <a:gd name="connsiteY504" fmla="*/ 3083819 h 4115518"/>
              <a:gd name="connsiteX505" fmla="*/ 4943495 w 6282234"/>
              <a:gd name="connsiteY505" fmla="*/ 3078511 h 4115518"/>
              <a:gd name="connsiteX506" fmla="*/ 4930467 w 6282234"/>
              <a:gd name="connsiteY506" fmla="*/ 3081166 h 4115518"/>
              <a:gd name="connsiteX507" fmla="*/ 4917437 w 6282234"/>
              <a:gd name="connsiteY507" fmla="*/ 3078511 h 4115518"/>
              <a:gd name="connsiteX508" fmla="*/ 4897894 w 6282234"/>
              <a:gd name="connsiteY508" fmla="*/ 3077184 h 4115518"/>
              <a:gd name="connsiteX509" fmla="*/ 4888123 w 6282234"/>
              <a:gd name="connsiteY509" fmla="*/ 3071877 h 4115518"/>
              <a:gd name="connsiteX510" fmla="*/ 4875093 w 6282234"/>
              <a:gd name="connsiteY510" fmla="*/ 3066237 h 4115518"/>
              <a:gd name="connsiteX511" fmla="*/ 4858807 w 6282234"/>
              <a:gd name="connsiteY511" fmla="*/ 3068891 h 4115518"/>
              <a:gd name="connsiteX512" fmla="*/ 4842521 w 6282234"/>
              <a:gd name="connsiteY512" fmla="*/ 3064911 h 4115518"/>
              <a:gd name="connsiteX513" fmla="*/ 4826234 w 6282234"/>
              <a:gd name="connsiteY513" fmla="*/ 3062256 h 4115518"/>
              <a:gd name="connsiteX514" fmla="*/ 4826234 w 6282234"/>
              <a:gd name="connsiteY514" fmla="*/ 3056949 h 4115518"/>
              <a:gd name="connsiteX515" fmla="*/ 4816463 w 6282234"/>
              <a:gd name="connsiteY515" fmla="*/ 3052967 h 4115518"/>
              <a:gd name="connsiteX516" fmla="*/ 4813205 w 6282234"/>
              <a:gd name="connsiteY516" fmla="*/ 3044674 h 4115518"/>
              <a:gd name="connsiteX517" fmla="*/ 5669867 w 6282234"/>
              <a:gd name="connsiteY517" fmla="*/ 3030077 h 4115518"/>
              <a:gd name="connsiteX518" fmla="*/ 5676382 w 6282234"/>
              <a:gd name="connsiteY518" fmla="*/ 3038039 h 4115518"/>
              <a:gd name="connsiteX519" fmla="*/ 5682896 w 6282234"/>
              <a:gd name="connsiteY519" fmla="*/ 3044674 h 4115518"/>
              <a:gd name="connsiteX520" fmla="*/ 5679639 w 6282234"/>
              <a:gd name="connsiteY520" fmla="*/ 3052967 h 4115518"/>
              <a:gd name="connsiteX521" fmla="*/ 5673124 w 6282234"/>
              <a:gd name="connsiteY521" fmla="*/ 3050314 h 4115518"/>
              <a:gd name="connsiteX522" fmla="*/ 5673124 w 6282234"/>
              <a:gd name="connsiteY522" fmla="*/ 3042021 h 4115518"/>
              <a:gd name="connsiteX523" fmla="*/ 5663353 w 6282234"/>
              <a:gd name="connsiteY523" fmla="*/ 3038039 h 4115518"/>
              <a:gd name="connsiteX524" fmla="*/ 5607979 w 6282234"/>
              <a:gd name="connsiteY524" fmla="*/ 3005530 h 4115518"/>
              <a:gd name="connsiteX525" fmla="*/ 5621009 w 6282234"/>
              <a:gd name="connsiteY525" fmla="*/ 3008515 h 4115518"/>
              <a:gd name="connsiteX526" fmla="*/ 5624265 w 6282234"/>
              <a:gd name="connsiteY526" fmla="*/ 3016477 h 4115518"/>
              <a:gd name="connsiteX527" fmla="*/ 5614493 w 6282234"/>
              <a:gd name="connsiteY527" fmla="*/ 3023112 h 4115518"/>
              <a:gd name="connsiteX528" fmla="*/ 5614493 w 6282234"/>
              <a:gd name="connsiteY528" fmla="*/ 3030077 h 4115518"/>
              <a:gd name="connsiteX529" fmla="*/ 5591693 w 6282234"/>
              <a:gd name="connsiteY529" fmla="*/ 3042021 h 4115518"/>
              <a:gd name="connsiteX530" fmla="*/ 5575406 w 6282234"/>
              <a:gd name="connsiteY530" fmla="*/ 3042021 h 4115518"/>
              <a:gd name="connsiteX531" fmla="*/ 5552605 w 6282234"/>
              <a:gd name="connsiteY531" fmla="*/ 3032732 h 4115518"/>
              <a:gd name="connsiteX532" fmla="*/ 5552605 w 6282234"/>
              <a:gd name="connsiteY532" fmla="*/ 3028751 h 4115518"/>
              <a:gd name="connsiteX533" fmla="*/ 5568891 w 6282234"/>
              <a:gd name="connsiteY533" fmla="*/ 3030077 h 4115518"/>
              <a:gd name="connsiteX534" fmla="*/ 5588435 w 6282234"/>
              <a:gd name="connsiteY534" fmla="*/ 3028751 h 4115518"/>
              <a:gd name="connsiteX535" fmla="*/ 5598207 w 6282234"/>
              <a:gd name="connsiteY535" fmla="*/ 3028751 h 4115518"/>
              <a:gd name="connsiteX536" fmla="*/ 5601464 w 6282234"/>
              <a:gd name="connsiteY536" fmla="*/ 3020457 h 4115518"/>
              <a:gd name="connsiteX537" fmla="*/ 5611237 w 6282234"/>
              <a:gd name="connsiteY537" fmla="*/ 3017804 h 4115518"/>
              <a:gd name="connsiteX538" fmla="*/ 3936998 w 6282234"/>
              <a:gd name="connsiteY538" fmla="*/ 3005530 h 4115518"/>
              <a:gd name="connsiteX539" fmla="*/ 3943513 w 6282234"/>
              <a:gd name="connsiteY539" fmla="*/ 3016477 h 4115518"/>
              <a:gd name="connsiteX540" fmla="*/ 3936998 w 6282234"/>
              <a:gd name="connsiteY540" fmla="*/ 3016477 h 4115518"/>
              <a:gd name="connsiteX541" fmla="*/ 3933741 w 6282234"/>
              <a:gd name="connsiteY541" fmla="*/ 3008515 h 4115518"/>
              <a:gd name="connsiteX542" fmla="*/ 5624265 w 6282234"/>
              <a:gd name="connsiteY542" fmla="*/ 2998895 h 4115518"/>
              <a:gd name="connsiteX543" fmla="*/ 5637295 w 6282234"/>
              <a:gd name="connsiteY543" fmla="*/ 3005530 h 4115518"/>
              <a:gd name="connsiteX544" fmla="*/ 5627523 w 6282234"/>
              <a:gd name="connsiteY544" fmla="*/ 3011169 h 4115518"/>
              <a:gd name="connsiteX545" fmla="*/ 5178019 w 6282234"/>
              <a:gd name="connsiteY545" fmla="*/ 2983967 h 4115518"/>
              <a:gd name="connsiteX546" fmla="*/ 5184533 w 6282234"/>
              <a:gd name="connsiteY546" fmla="*/ 2989607 h 4115518"/>
              <a:gd name="connsiteX547" fmla="*/ 5184533 w 6282234"/>
              <a:gd name="connsiteY547" fmla="*/ 2993587 h 4115518"/>
              <a:gd name="connsiteX548" fmla="*/ 5178019 w 6282234"/>
              <a:gd name="connsiteY548" fmla="*/ 2998895 h 4115518"/>
              <a:gd name="connsiteX549" fmla="*/ 5164991 w 6282234"/>
              <a:gd name="connsiteY549" fmla="*/ 2992260 h 4115518"/>
              <a:gd name="connsiteX550" fmla="*/ 5164991 w 6282234"/>
              <a:gd name="connsiteY550" fmla="*/ 2986952 h 4115518"/>
              <a:gd name="connsiteX551" fmla="*/ 5226878 w 6282234"/>
              <a:gd name="connsiteY551" fmla="*/ 2979985 h 4115518"/>
              <a:gd name="connsiteX552" fmla="*/ 5246422 w 6282234"/>
              <a:gd name="connsiteY552" fmla="*/ 2986952 h 4115518"/>
              <a:gd name="connsiteX553" fmla="*/ 5249679 w 6282234"/>
              <a:gd name="connsiteY553" fmla="*/ 2993587 h 4115518"/>
              <a:gd name="connsiteX554" fmla="*/ 5246422 w 6282234"/>
              <a:gd name="connsiteY554" fmla="*/ 2998895 h 4115518"/>
              <a:gd name="connsiteX555" fmla="*/ 5233393 w 6282234"/>
              <a:gd name="connsiteY555" fmla="*/ 2992260 h 4115518"/>
              <a:gd name="connsiteX556" fmla="*/ 5217107 w 6282234"/>
              <a:gd name="connsiteY556" fmla="*/ 2992260 h 4115518"/>
              <a:gd name="connsiteX557" fmla="*/ 5207335 w 6282234"/>
              <a:gd name="connsiteY557" fmla="*/ 2992260 h 4115518"/>
              <a:gd name="connsiteX558" fmla="*/ 5200820 w 6282234"/>
              <a:gd name="connsiteY558" fmla="*/ 2981313 h 4115518"/>
              <a:gd name="connsiteX559" fmla="*/ 5220363 w 6282234"/>
              <a:gd name="connsiteY559" fmla="*/ 2983967 h 4115518"/>
              <a:gd name="connsiteX560" fmla="*/ 4845777 w 6282234"/>
              <a:gd name="connsiteY560" fmla="*/ 2977332 h 4115518"/>
              <a:gd name="connsiteX561" fmla="*/ 4855550 w 6282234"/>
              <a:gd name="connsiteY561" fmla="*/ 2981313 h 4115518"/>
              <a:gd name="connsiteX562" fmla="*/ 4852292 w 6282234"/>
              <a:gd name="connsiteY562" fmla="*/ 2989607 h 4115518"/>
              <a:gd name="connsiteX563" fmla="*/ 4845777 w 6282234"/>
              <a:gd name="connsiteY563" fmla="*/ 2989607 h 4115518"/>
              <a:gd name="connsiteX564" fmla="*/ 4803433 w 6282234"/>
              <a:gd name="connsiteY564" fmla="*/ 2959750 h 4115518"/>
              <a:gd name="connsiteX565" fmla="*/ 4816463 w 6282234"/>
              <a:gd name="connsiteY565" fmla="*/ 2959750 h 4115518"/>
              <a:gd name="connsiteX566" fmla="*/ 4819719 w 6282234"/>
              <a:gd name="connsiteY566" fmla="*/ 2972024 h 4115518"/>
              <a:gd name="connsiteX567" fmla="*/ 4829491 w 6282234"/>
              <a:gd name="connsiteY567" fmla="*/ 2979985 h 4115518"/>
              <a:gd name="connsiteX568" fmla="*/ 4826234 w 6282234"/>
              <a:gd name="connsiteY568" fmla="*/ 2983967 h 4115518"/>
              <a:gd name="connsiteX569" fmla="*/ 4813205 w 6282234"/>
              <a:gd name="connsiteY569" fmla="*/ 2979985 h 4115518"/>
              <a:gd name="connsiteX570" fmla="*/ 4809947 w 6282234"/>
              <a:gd name="connsiteY570" fmla="*/ 2969370 h 4115518"/>
              <a:gd name="connsiteX571" fmla="*/ 4803433 w 6282234"/>
              <a:gd name="connsiteY571" fmla="*/ 2969370 h 4115518"/>
              <a:gd name="connsiteX572" fmla="*/ 4236667 w 6282234"/>
              <a:gd name="connsiteY572" fmla="*/ 2957096 h 4115518"/>
              <a:gd name="connsiteX573" fmla="*/ 4236667 w 6282234"/>
              <a:gd name="connsiteY573" fmla="*/ 2959750 h 4115518"/>
              <a:gd name="connsiteX574" fmla="*/ 4233411 w 6282234"/>
              <a:gd name="connsiteY574" fmla="*/ 2959750 h 4115518"/>
              <a:gd name="connsiteX575" fmla="*/ 4692685 w 6282234"/>
              <a:gd name="connsiteY575" fmla="*/ 2947808 h 4115518"/>
              <a:gd name="connsiteX576" fmla="*/ 4699200 w 6282234"/>
              <a:gd name="connsiteY576" fmla="*/ 2962403 h 4115518"/>
              <a:gd name="connsiteX577" fmla="*/ 4692685 w 6282234"/>
              <a:gd name="connsiteY577" fmla="*/ 2959750 h 4115518"/>
              <a:gd name="connsiteX578" fmla="*/ 4689429 w 6282234"/>
              <a:gd name="connsiteY578" fmla="*/ 2953115 h 4115518"/>
              <a:gd name="connsiteX579" fmla="*/ 4249697 w 6282234"/>
              <a:gd name="connsiteY579" fmla="*/ 2943826 h 4115518"/>
              <a:gd name="connsiteX580" fmla="*/ 4252953 w 6282234"/>
              <a:gd name="connsiteY580" fmla="*/ 2943826 h 4115518"/>
              <a:gd name="connsiteX581" fmla="*/ 4249697 w 6282234"/>
              <a:gd name="connsiteY581" fmla="*/ 2945153 h 4115518"/>
              <a:gd name="connsiteX582" fmla="*/ 1400887 w 6282234"/>
              <a:gd name="connsiteY582" fmla="*/ 2940841 h 4115518"/>
              <a:gd name="connsiteX583" fmla="*/ 1403493 w 6282234"/>
              <a:gd name="connsiteY583" fmla="*/ 2940841 h 4115518"/>
              <a:gd name="connsiteX584" fmla="*/ 1400887 w 6282234"/>
              <a:gd name="connsiteY584" fmla="*/ 2945153 h 4115518"/>
              <a:gd name="connsiteX585" fmla="*/ 1398282 w 6282234"/>
              <a:gd name="connsiteY585" fmla="*/ 2943826 h 4115518"/>
              <a:gd name="connsiteX586" fmla="*/ 5275737 w 6282234"/>
              <a:gd name="connsiteY586" fmla="*/ 2938187 h 4115518"/>
              <a:gd name="connsiteX587" fmla="*/ 5288767 w 6282234"/>
              <a:gd name="connsiteY587" fmla="*/ 2940841 h 4115518"/>
              <a:gd name="connsiteX588" fmla="*/ 5292023 w 6282234"/>
              <a:gd name="connsiteY588" fmla="*/ 2943826 h 4115518"/>
              <a:gd name="connsiteX589" fmla="*/ 5301795 w 6282234"/>
              <a:gd name="connsiteY589" fmla="*/ 2943826 h 4115518"/>
              <a:gd name="connsiteX590" fmla="*/ 5308310 w 6282234"/>
              <a:gd name="connsiteY590" fmla="*/ 2955770 h 4115518"/>
              <a:gd name="connsiteX591" fmla="*/ 5305053 w 6282234"/>
              <a:gd name="connsiteY591" fmla="*/ 2959750 h 4115518"/>
              <a:gd name="connsiteX592" fmla="*/ 5308310 w 6282234"/>
              <a:gd name="connsiteY592" fmla="*/ 2972024 h 4115518"/>
              <a:gd name="connsiteX593" fmla="*/ 5314825 w 6282234"/>
              <a:gd name="connsiteY593" fmla="*/ 2977332 h 4115518"/>
              <a:gd name="connsiteX594" fmla="*/ 5318081 w 6282234"/>
              <a:gd name="connsiteY594" fmla="*/ 2983967 h 4115518"/>
              <a:gd name="connsiteX595" fmla="*/ 5321339 w 6282234"/>
              <a:gd name="connsiteY595" fmla="*/ 2992260 h 4115518"/>
              <a:gd name="connsiteX596" fmla="*/ 5327854 w 6282234"/>
              <a:gd name="connsiteY596" fmla="*/ 2992260 h 4115518"/>
              <a:gd name="connsiteX597" fmla="*/ 5344141 w 6282234"/>
              <a:gd name="connsiteY597" fmla="*/ 2977332 h 4115518"/>
              <a:gd name="connsiteX598" fmla="*/ 5344141 w 6282234"/>
              <a:gd name="connsiteY598" fmla="*/ 2969370 h 4115518"/>
              <a:gd name="connsiteX599" fmla="*/ 5353912 w 6282234"/>
              <a:gd name="connsiteY599" fmla="*/ 2972024 h 4115518"/>
              <a:gd name="connsiteX600" fmla="*/ 5357169 w 6282234"/>
              <a:gd name="connsiteY600" fmla="*/ 2962403 h 4115518"/>
              <a:gd name="connsiteX601" fmla="*/ 5366941 w 6282234"/>
              <a:gd name="connsiteY601" fmla="*/ 2957096 h 4115518"/>
              <a:gd name="connsiteX602" fmla="*/ 5383228 w 6282234"/>
              <a:gd name="connsiteY602" fmla="*/ 2962403 h 4115518"/>
              <a:gd name="connsiteX603" fmla="*/ 5402771 w 6282234"/>
              <a:gd name="connsiteY603" fmla="*/ 2972024 h 4115518"/>
              <a:gd name="connsiteX604" fmla="*/ 5409286 w 6282234"/>
              <a:gd name="connsiteY604" fmla="*/ 2972024 h 4115518"/>
              <a:gd name="connsiteX605" fmla="*/ 5425572 w 6282234"/>
              <a:gd name="connsiteY605" fmla="*/ 2977332 h 4115518"/>
              <a:gd name="connsiteX606" fmla="*/ 5461401 w 6282234"/>
              <a:gd name="connsiteY606" fmla="*/ 2992260 h 4115518"/>
              <a:gd name="connsiteX607" fmla="*/ 5467917 w 6282234"/>
              <a:gd name="connsiteY607" fmla="*/ 2992260 h 4115518"/>
              <a:gd name="connsiteX608" fmla="*/ 5477688 w 6282234"/>
              <a:gd name="connsiteY608" fmla="*/ 2998895 h 4115518"/>
              <a:gd name="connsiteX609" fmla="*/ 5487459 w 6282234"/>
              <a:gd name="connsiteY609" fmla="*/ 2998895 h 4115518"/>
              <a:gd name="connsiteX610" fmla="*/ 5493975 w 6282234"/>
              <a:gd name="connsiteY610" fmla="*/ 3008515 h 4115518"/>
              <a:gd name="connsiteX611" fmla="*/ 5507004 w 6282234"/>
              <a:gd name="connsiteY611" fmla="*/ 3016477 h 4115518"/>
              <a:gd name="connsiteX612" fmla="*/ 5507004 w 6282234"/>
              <a:gd name="connsiteY612" fmla="*/ 3028751 h 4115518"/>
              <a:gd name="connsiteX613" fmla="*/ 5520033 w 6282234"/>
              <a:gd name="connsiteY613" fmla="*/ 3030077 h 4115518"/>
              <a:gd name="connsiteX614" fmla="*/ 5529805 w 6282234"/>
              <a:gd name="connsiteY614" fmla="*/ 3038039 h 4115518"/>
              <a:gd name="connsiteX615" fmla="*/ 5536319 w 6282234"/>
              <a:gd name="connsiteY615" fmla="*/ 3038039 h 4115518"/>
              <a:gd name="connsiteX616" fmla="*/ 5546091 w 6282234"/>
              <a:gd name="connsiteY616" fmla="*/ 3050314 h 4115518"/>
              <a:gd name="connsiteX617" fmla="*/ 5529805 w 6282234"/>
              <a:gd name="connsiteY617" fmla="*/ 3050314 h 4115518"/>
              <a:gd name="connsiteX618" fmla="*/ 5536319 w 6282234"/>
              <a:gd name="connsiteY618" fmla="*/ 3064911 h 4115518"/>
              <a:gd name="connsiteX619" fmla="*/ 5546091 w 6282234"/>
              <a:gd name="connsiteY619" fmla="*/ 3074531 h 4115518"/>
              <a:gd name="connsiteX620" fmla="*/ 5549348 w 6282234"/>
              <a:gd name="connsiteY620" fmla="*/ 3083819 h 4115518"/>
              <a:gd name="connsiteX621" fmla="*/ 5581921 w 6282234"/>
              <a:gd name="connsiteY621" fmla="*/ 3110690 h 4115518"/>
              <a:gd name="connsiteX622" fmla="*/ 5581921 w 6282234"/>
              <a:gd name="connsiteY622" fmla="*/ 3117656 h 4115518"/>
              <a:gd name="connsiteX623" fmla="*/ 5565635 w 6282234"/>
              <a:gd name="connsiteY623" fmla="*/ 3113344 h 4115518"/>
              <a:gd name="connsiteX624" fmla="*/ 5546091 w 6282234"/>
              <a:gd name="connsiteY624" fmla="*/ 3113344 h 4115518"/>
              <a:gd name="connsiteX625" fmla="*/ 5539577 w 6282234"/>
              <a:gd name="connsiteY625" fmla="*/ 3108036 h 4115518"/>
              <a:gd name="connsiteX626" fmla="*/ 5536319 w 6282234"/>
              <a:gd name="connsiteY626" fmla="*/ 3101401 h 4115518"/>
              <a:gd name="connsiteX627" fmla="*/ 5516775 w 6282234"/>
              <a:gd name="connsiteY627" fmla="*/ 3081166 h 4115518"/>
              <a:gd name="connsiteX628" fmla="*/ 5513519 w 6282234"/>
              <a:gd name="connsiteY628" fmla="*/ 3074531 h 4115518"/>
              <a:gd name="connsiteX629" fmla="*/ 5487459 w 6282234"/>
              <a:gd name="connsiteY629" fmla="*/ 3066237 h 4115518"/>
              <a:gd name="connsiteX630" fmla="*/ 5480946 w 6282234"/>
              <a:gd name="connsiteY630" fmla="*/ 3068891 h 4115518"/>
              <a:gd name="connsiteX631" fmla="*/ 5464659 w 6282234"/>
              <a:gd name="connsiteY631" fmla="*/ 3083819 h 4115518"/>
              <a:gd name="connsiteX632" fmla="*/ 5467917 w 6282234"/>
              <a:gd name="connsiteY632" fmla="*/ 3090454 h 4115518"/>
              <a:gd name="connsiteX633" fmla="*/ 5451630 w 6282234"/>
              <a:gd name="connsiteY633" fmla="*/ 3098748 h 4115518"/>
              <a:gd name="connsiteX634" fmla="*/ 5445115 w 6282234"/>
              <a:gd name="connsiteY634" fmla="*/ 3093439 h 4115518"/>
              <a:gd name="connsiteX635" fmla="*/ 5432087 w 6282234"/>
              <a:gd name="connsiteY635" fmla="*/ 3096093 h 4115518"/>
              <a:gd name="connsiteX636" fmla="*/ 5425572 w 6282234"/>
              <a:gd name="connsiteY636" fmla="*/ 3093439 h 4115518"/>
              <a:gd name="connsiteX637" fmla="*/ 5406028 w 6282234"/>
              <a:gd name="connsiteY637" fmla="*/ 3077184 h 4115518"/>
              <a:gd name="connsiteX638" fmla="*/ 5389741 w 6282234"/>
              <a:gd name="connsiteY638" fmla="*/ 3077184 h 4115518"/>
              <a:gd name="connsiteX639" fmla="*/ 5389741 w 6282234"/>
              <a:gd name="connsiteY639" fmla="*/ 3074531 h 4115518"/>
              <a:gd name="connsiteX640" fmla="*/ 5379970 w 6282234"/>
              <a:gd name="connsiteY640" fmla="*/ 3078511 h 4115518"/>
              <a:gd name="connsiteX641" fmla="*/ 5366941 w 6282234"/>
              <a:gd name="connsiteY641" fmla="*/ 3081166 h 4115518"/>
              <a:gd name="connsiteX642" fmla="*/ 5373455 w 6282234"/>
              <a:gd name="connsiteY642" fmla="*/ 3066237 h 4115518"/>
              <a:gd name="connsiteX643" fmla="*/ 5388325 w 6282234"/>
              <a:gd name="connsiteY643" fmla="*/ 3062602 h 4115518"/>
              <a:gd name="connsiteX644" fmla="*/ 5389741 w 6282234"/>
              <a:gd name="connsiteY644" fmla="*/ 3064911 h 4115518"/>
              <a:gd name="connsiteX645" fmla="*/ 5389741 w 6282234"/>
              <a:gd name="connsiteY645" fmla="*/ 3062256 h 4115518"/>
              <a:gd name="connsiteX646" fmla="*/ 5388325 w 6282234"/>
              <a:gd name="connsiteY646" fmla="*/ 3062602 h 4115518"/>
              <a:gd name="connsiteX647" fmla="*/ 5386485 w 6282234"/>
              <a:gd name="connsiteY647" fmla="*/ 3059602 h 4115518"/>
              <a:gd name="connsiteX648" fmla="*/ 5389741 w 6282234"/>
              <a:gd name="connsiteY648" fmla="*/ 3052967 h 4115518"/>
              <a:gd name="connsiteX649" fmla="*/ 5379970 w 6282234"/>
              <a:gd name="connsiteY649" fmla="*/ 3042021 h 4115518"/>
              <a:gd name="connsiteX650" fmla="*/ 5373455 w 6282234"/>
              <a:gd name="connsiteY650" fmla="*/ 3028751 h 4115518"/>
              <a:gd name="connsiteX651" fmla="*/ 5360427 w 6282234"/>
              <a:gd name="connsiteY651" fmla="*/ 3020457 h 4115518"/>
              <a:gd name="connsiteX652" fmla="*/ 5353912 w 6282234"/>
              <a:gd name="connsiteY652" fmla="*/ 3017804 h 4115518"/>
              <a:gd name="connsiteX653" fmla="*/ 5334367 w 6282234"/>
              <a:gd name="connsiteY653" fmla="*/ 3011169 h 4115518"/>
              <a:gd name="connsiteX654" fmla="*/ 5324596 w 6282234"/>
              <a:gd name="connsiteY654" fmla="*/ 3011169 h 4115518"/>
              <a:gd name="connsiteX655" fmla="*/ 5308310 w 6282234"/>
              <a:gd name="connsiteY655" fmla="*/ 3001549 h 4115518"/>
              <a:gd name="connsiteX656" fmla="*/ 5295281 w 6282234"/>
              <a:gd name="connsiteY656" fmla="*/ 2993587 h 4115518"/>
              <a:gd name="connsiteX657" fmla="*/ 5288767 w 6282234"/>
              <a:gd name="connsiteY657" fmla="*/ 3004202 h 4115518"/>
              <a:gd name="connsiteX658" fmla="*/ 5282252 w 6282234"/>
              <a:gd name="connsiteY658" fmla="*/ 3004202 h 4115518"/>
              <a:gd name="connsiteX659" fmla="*/ 5285509 w 6282234"/>
              <a:gd name="connsiteY659" fmla="*/ 2993587 h 4115518"/>
              <a:gd name="connsiteX660" fmla="*/ 5278995 w 6282234"/>
              <a:gd name="connsiteY660" fmla="*/ 2986952 h 4115518"/>
              <a:gd name="connsiteX661" fmla="*/ 5282252 w 6282234"/>
              <a:gd name="connsiteY661" fmla="*/ 2981313 h 4115518"/>
              <a:gd name="connsiteX662" fmla="*/ 5288767 w 6282234"/>
              <a:gd name="connsiteY662" fmla="*/ 2974678 h 4115518"/>
              <a:gd name="connsiteX663" fmla="*/ 5269223 w 6282234"/>
              <a:gd name="connsiteY663" fmla="*/ 2968043 h 4115518"/>
              <a:gd name="connsiteX664" fmla="*/ 5265965 w 6282234"/>
              <a:gd name="connsiteY664" fmla="*/ 2962403 h 4115518"/>
              <a:gd name="connsiteX665" fmla="*/ 5262709 w 6282234"/>
              <a:gd name="connsiteY665" fmla="*/ 2957096 h 4115518"/>
              <a:gd name="connsiteX666" fmla="*/ 5249679 w 6282234"/>
              <a:gd name="connsiteY666" fmla="*/ 2955770 h 4115518"/>
              <a:gd name="connsiteX667" fmla="*/ 5256194 w 6282234"/>
              <a:gd name="connsiteY667" fmla="*/ 2945153 h 4115518"/>
              <a:gd name="connsiteX668" fmla="*/ 5265965 w 6282234"/>
              <a:gd name="connsiteY668" fmla="*/ 2943826 h 4115518"/>
              <a:gd name="connsiteX669" fmla="*/ 4239925 w 6282234"/>
              <a:gd name="connsiteY669" fmla="*/ 2932879 h 4115518"/>
              <a:gd name="connsiteX670" fmla="*/ 4243182 w 6282234"/>
              <a:gd name="connsiteY670" fmla="*/ 2935533 h 4115518"/>
              <a:gd name="connsiteX671" fmla="*/ 4239925 w 6282234"/>
              <a:gd name="connsiteY671" fmla="*/ 2935533 h 4115518"/>
              <a:gd name="connsiteX672" fmla="*/ 1383624 w 6282234"/>
              <a:gd name="connsiteY672" fmla="*/ 2928898 h 4115518"/>
              <a:gd name="connsiteX673" fmla="*/ 1386229 w 6282234"/>
              <a:gd name="connsiteY673" fmla="*/ 2931553 h 4115518"/>
              <a:gd name="connsiteX674" fmla="*/ 1386229 w 6282234"/>
              <a:gd name="connsiteY674" fmla="*/ 2935533 h 4115518"/>
              <a:gd name="connsiteX675" fmla="*/ 1391441 w 6282234"/>
              <a:gd name="connsiteY675" fmla="*/ 2938187 h 4115518"/>
              <a:gd name="connsiteX676" fmla="*/ 1392744 w 6282234"/>
              <a:gd name="connsiteY676" fmla="*/ 2943826 h 4115518"/>
              <a:gd name="connsiteX677" fmla="*/ 1391441 w 6282234"/>
              <a:gd name="connsiteY677" fmla="*/ 2947808 h 4115518"/>
              <a:gd name="connsiteX678" fmla="*/ 1381018 w 6282234"/>
              <a:gd name="connsiteY678" fmla="*/ 2950461 h 4115518"/>
              <a:gd name="connsiteX679" fmla="*/ 1381018 w 6282234"/>
              <a:gd name="connsiteY679" fmla="*/ 2945153 h 4115518"/>
              <a:gd name="connsiteX680" fmla="*/ 1386229 w 6282234"/>
              <a:gd name="connsiteY680" fmla="*/ 2940841 h 4115518"/>
              <a:gd name="connsiteX681" fmla="*/ 1383624 w 6282234"/>
              <a:gd name="connsiteY681" fmla="*/ 2935533 h 4115518"/>
              <a:gd name="connsiteX682" fmla="*/ 1381018 w 6282234"/>
              <a:gd name="connsiteY682" fmla="*/ 2931553 h 4115518"/>
              <a:gd name="connsiteX683" fmla="*/ 1379715 w 6282234"/>
              <a:gd name="connsiteY683" fmla="*/ 2931553 h 4115518"/>
              <a:gd name="connsiteX684" fmla="*/ 3086851 w 6282234"/>
              <a:gd name="connsiteY684" fmla="*/ 2923591 h 4115518"/>
              <a:gd name="connsiteX685" fmla="*/ 3090108 w 6282234"/>
              <a:gd name="connsiteY685" fmla="*/ 2926245 h 4115518"/>
              <a:gd name="connsiteX686" fmla="*/ 3086851 w 6282234"/>
              <a:gd name="connsiteY686" fmla="*/ 2931553 h 4115518"/>
              <a:gd name="connsiteX687" fmla="*/ 3083593 w 6282234"/>
              <a:gd name="connsiteY687" fmla="*/ 2928898 h 4115518"/>
              <a:gd name="connsiteX688" fmla="*/ 4256211 w 6282234"/>
              <a:gd name="connsiteY688" fmla="*/ 2916624 h 4115518"/>
              <a:gd name="connsiteX689" fmla="*/ 4259469 w 6282234"/>
              <a:gd name="connsiteY689" fmla="*/ 2919278 h 4115518"/>
              <a:gd name="connsiteX690" fmla="*/ 4256211 w 6282234"/>
              <a:gd name="connsiteY690" fmla="*/ 2920605 h 4115518"/>
              <a:gd name="connsiteX691" fmla="*/ 4252953 w 6282234"/>
              <a:gd name="connsiteY691" fmla="*/ 2919278 h 4115518"/>
              <a:gd name="connsiteX692" fmla="*/ 4774118 w 6282234"/>
              <a:gd name="connsiteY692" fmla="*/ 2907336 h 4115518"/>
              <a:gd name="connsiteX693" fmla="*/ 4777375 w 6282234"/>
              <a:gd name="connsiteY693" fmla="*/ 2907336 h 4115518"/>
              <a:gd name="connsiteX694" fmla="*/ 4780631 w 6282234"/>
              <a:gd name="connsiteY694" fmla="*/ 2907336 h 4115518"/>
              <a:gd name="connsiteX695" fmla="*/ 4777375 w 6282234"/>
              <a:gd name="connsiteY695" fmla="*/ 2908663 h 4115518"/>
              <a:gd name="connsiteX696" fmla="*/ 4774118 w 6282234"/>
              <a:gd name="connsiteY696" fmla="*/ 2908663 h 4115518"/>
              <a:gd name="connsiteX697" fmla="*/ 5145446 w 6282234"/>
              <a:gd name="connsiteY697" fmla="*/ 2902028 h 4115518"/>
              <a:gd name="connsiteX698" fmla="*/ 5148704 w 6282234"/>
              <a:gd name="connsiteY698" fmla="*/ 2904681 h 4115518"/>
              <a:gd name="connsiteX699" fmla="*/ 5145446 w 6282234"/>
              <a:gd name="connsiteY699" fmla="*/ 2913970 h 4115518"/>
              <a:gd name="connsiteX700" fmla="*/ 5135675 w 6282234"/>
              <a:gd name="connsiteY700" fmla="*/ 2923591 h 4115518"/>
              <a:gd name="connsiteX701" fmla="*/ 5122645 w 6282234"/>
              <a:gd name="connsiteY701" fmla="*/ 2926245 h 4115518"/>
              <a:gd name="connsiteX702" fmla="*/ 5112873 w 6282234"/>
              <a:gd name="connsiteY702" fmla="*/ 2923591 h 4115518"/>
              <a:gd name="connsiteX703" fmla="*/ 5090073 w 6282234"/>
              <a:gd name="connsiteY703" fmla="*/ 2920605 h 4115518"/>
              <a:gd name="connsiteX704" fmla="*/ 5077044 w 6282234"/>
              <a:gd name="connsiteY704" fmla="*/ 2923591 h 4115518"/>
              <a:gd name="connsiteX705" fmla="*/ 5070529 w 6282234"/>
              <a:gd name="connsiteY705" fmla="*/ 2920605 h 4115518"/>
              <a:gd name="connsiteX706" fmla="*/ 5060757 w 6282234"/>
              <a:gd name="connsiteY706" fmla="*/ 2928898 h 4115518"/>
              <a:gd name="connsiteX707" fmla="*/ 5057499 w 6282234"/>
              <a:gd name="connsiteY707" fmla="*/ 2935533 h 4115518"/>
              <a:gd name="connsiteX708" fmla="*/ 5064015 w 6282234"/>
              <a:gd name="connsiteY708" fmla="*/ 2947808 h 4115518"/>
              <a:gd name="connsiteX709" fmla="*/ 5070529 w 6282234"/>
              <a:gd name="connsiteY709" fmla="*/ 2955770 h 4115518"/>
              <a:gd name="connsiteX710" fmla="*/ 5077044 w 6282234"/>
              <a:gd name="connsiteY710" fmla="*/ 2957096 h 4115518"/>
              <a:gd name="connsiteX711" fmla="*/ 5086815 w 6282234"/>
              <a:gd name="connsiteY711" fmla="*/ 2947808 h 4115518"/>
              <a:gd name="connsiteX712" fmla="*/ 5096587 w 6282234"/>
              <a:gd name="connsiteY712" fmla="*/ 2947808 h 4115518"/>
              <a:gd name="connsiteX713" fmla="*/ 5096587 w 6282234"/>
              <a:gd name="connsiteY713" fmla="*/ 2945153 h 4115518"/>
              <a:gd name="connsiteX714" fmla="*/ 5109617 w 6282234"/>
              <a:gd name="connsiteY714" fmla="*/ 2945153 h 4115518"/>
              <a:gd name="connsiteX715" fmla="*/ 5103102 w 6282234"/>
              <a:gd name="connsiteY715" fmla="*/ 2957096 h 4115518"/>
              <a:gd name="connsiteX716" fmla="*/ 5093331 w 6282234"/>
              <a:gd name="connsiteY716" fmla="*/ 2959750 h 4115518"/>
              <a:gd name="connsiteX717" fmla="*/ 5086815 w 6282234"/>
              <a:gd name="connsiteY717" fmla="*/ 2969370 h 4115518"/>
              <a:gd name="connsiteX718" fmla="*/ 5093331 w 6282234"/>
              <a:gd name="connsiteY718" fmla="*/ 2972024 h 4115518"/>
              <a:gd name="connsiteX719" fmla="*/ 5103102 w 6282234"/>
              <a:gd name="connsiteY719" fmla="*/ 2986952 h 4115518"/>
              <a:gd name="connsiteX720" fmla="*/ 5099845 w 6282234"/>
              <a:gd name="connsiteY720" fmla="*/ 2996240 h 4115518"/>
              <a:gd name="connsiteX721" fmla="*/ 5106359 w 6282234"/>
              <a:gd name="connsiteY721" fmla="*/ 2998895 h 4115518"/>
              <a:gd name="connsiteX722" fmla="*/ 5106359 w 6282234"/>
              <a:gd name="connsiteY722" fmla="*/ 3008515 h 4115518"/>
              <a:gd name="connsiteX723" fmla="*/ 5096587 w 6282234"/>
              <a:gd name="connsiteY723" fmla="*/ 3011169 h 4115518"/>
              <a:gd name="connsiteX724" fmla="*/ 5093331 w 6282234"/>
              <a:gd name="connsiteY724" fmla="*/ 3017804 h 4115518"/>
              <a:gd name="connsiteX725" fmla="*/ 5086815 w 6282234"/>
              <a:gd name="connsiteY725" fmla="*/ 3013823 h 4115518"/>
              <a:gd name="connsiteX726" fmla="*/ 5086815 w 6282234"/>
              <a:gd name="connsiteY726" fmla="*/ 3004202 h 4115518"/>
              <a:gd name="connsiteX727" fmla="*/ 5077044 w 6282234"/>
              <a:gd name="connsiteY727" fmla="*/ 2993587 h 4115518"/>
              <a:gd name="connsiteX728" fmla="*/ 5077044 w 6282234"/>
              <a:gd name="connsiteY728" fmla="*/ 2979985 h 4115518"/>
              <a:gd name="connsiteX729" fmla="*/ 5070529 w 6282234"/>
              <a:gd name="connsiteY729" fmla="*/ 2977332 h 4115518"/>
              <a:gd name="connsiteX730" fmla="*/ 5064015 w 6282234"/>
              <a:gd name="connsiteY730" fmla="*/ 2983967 h 4115518"/>
              <a:gd name="connsiteX731" fmla="*/ 5067273 w 6282234"/>
              <a:gd name="connsiteY731" fmla="*/ 2989607 h 4115518"/>
              <a:gd name="connsiteX732" fmla="*/ 5067273 w 6282234"/>
              <a:gd name="connsiteY732" fmla="*/ 3013823 h 4115518"/>
              <a:gd name="connsiteX733" fmla="*/ 5064015 w 6282234"/>
              <a:gd name="connsiteY733" fmla="*/ 3028751 h 4115518"/>
              <a:gd name="connsiteX734" fmla="*/ 5057499 w 6282234"/>
              <a:gd name="connsiteY734" fmla="*/ 3032732 h 4115518"/>
              <a:gd name="connsiteX735" fmla="*/ 5047728 w 6282234"/>
              <a:gd name="connsiteY735" fmla="*/ 3028751 h 4115518"/>
              <a:gd name="connsiteX736" fmla="*/ 5050986 w 6282234"/>
              <a:gd name="connsiteY736" fmla="*/ 3011169 h 4115518"/>
              <a:gd name="connsiteX737" fmla="*/ 5050986 w 6282234"/>
              <a:gd name="connsiteY737" fmla="*/ 3001549 h 4115518"/>
              <a:gd name="connsiteX738" fmla="*/ 5047728 w 6282234"/>
              <a:gd name="connsiteY738" fmla="*/ 2992260 h 4115518"/>
              <a:gd name="connsiteX739" fmla="*/ 5041213 w 6282234"/>
              <a:gd name="connsiteY739" fmla="*/ 2993587 h 4115518"/>
              <a:gd name="connsiteX740" fmla="*/ 5041213 w 6282234"/>
              <a:gd name="connsiteY740" fmla="*/ 2979985 h 4115518"/>
              <a:gd name="connsiteX741" fmla="*/ 5047728 w 6282234"/>
              <a:gd name="connsiteY741" fmla="*/ 2965390 h 4115518"/>
              <a:gd name="connsiteX742" fmla="*/ 5047728 w 6282234"/>
              <a:gd name="connsiteY742" fmla="*/ 2955770 h 4115518"/>
              <a:gd name="connsiteX743" fmla="*/ 5054243 w 6282234"/>
              <a:gd name="connsiteY743" fmla="*/ 2945153 h 4115518"/>
              <a:gd name="connsiteX744" fmla="*/ 5057499 w 6282234"/>
              <a:gd name="connsiteY744" fmla="*/ 2919278 h 4115518"/>
              <a:gd name="connsiteX745" fmla="*/ 5070529 w 6282234"/>
              <a:gd name="connsiteY745" fmla="*/ 2916624 h 4115518"/>
              <a:gd name="connsiteX746" fmla="*/ 5073786 w 6282234"/>
              <a:gd name="connsiteY746" fmla="*/ 2907336 h 4115518"/>
              <a:gd name="connsiteX747" fmla="*/ 5106359 w 6282234"/>
              <a:gd name="connsiteY747" fmla="*/ 2913970 h 4115518"/>
              <a:gd name="connsiteX748" fmla="*/ 5125903 w 6282234"/>
              <a:gd name="connsiteY748" fmla="*/ 2916624 h 4115518"/>
              <a:gd name="connsiteX749" fmla="*/ 5135675 w 6282234"/>
              <a:gd name="connsiteY749" fmla="*/ 2913970 h 4115518"/>
              <a:gd name="connsiteX750" fmla="*/ 5191049 w 6282234"/>
              <a:gd name="connsiteY750" fmla="*/ 2899042 h 4115518"/>
              <a:gd name="connsiteX751" fmla="*/ 5200820 w 6282234"/>
              <a:gd name="connsiteY751" fmla="*/ 2904681 h 4115518"/>
              <a:gd name="connsiteX752" fmla="*/ 5191049 w 6282234"/>
              <a:gd name="connsiteY752" fmla="*/ 2913970 h 4115518"/>
              <a:gd name="connsiteX753" fmla="*/ 5200820 w 6282234"/>
              <a:gd name="connsiteY753" fmla="*/ 2908663 h 4115518"/>
              <a:gd name="connsiteX754" fmla="*/ 5200820 w 6282234"/>
              <a:gd name="connsiteY754" fmla="*/ 2919278 h 4115518"/>
              <a:gd name="connsiteX755" fmla="*/ 5210591 w 6282234"/>
              <a:gd name="connsiteY755" fmla="*/ 2926245 h 4115518"/>
              <a:gd name="connsiteX756" fmla="*/ 5191049 w 6282234"/>
              <a:gd name="connsiteY756" fmla="*/ 2920605 h 4115518"/>
              <a:gd name="connsiteX757" fmla="*/ 5187791 w 6282234"/>
              <a:gd name="connsiteY757" fmla="*/ 2908663 h 4115518"/>
              <a:gd name="connsiteX758" fmla="*/ 4236667 w 6282234"/>
              <a:gd name="connsiteY758" fmla="*/ 2895061 h 4115518"/>
              <a:gd name="connsiteX759" fmla="*/ 4239925 w 6282234"/>
              <a:gd name="connsiteY759" fmla="*/ 2895061 h 4115518"/>
              <a:gd name="connsiteX760" fmla="*/ 4236667 w 6282234"/>
              <a:gd name="connsiteY760" fmla="*/ 2896388 h 4115518"/>
              <a:gd name="connsiteX761" fmla="*/ 4239925 w 6282234"/>
              <a:gd name="connsiteY761" fmla="*/ 2880464 h 4115518"/>
              <a:gd name="connsiteX762" fmla="*/ 4243182 w 6282234"/>
              <a:gd name="connsiteY762" fmla="*/ 2880464 h 4115518"/>
              <a:gd name="connsiteX763" fmla="*/ 4243182 w 6282234"/>
              <a:gd name="connsiteY763" fmla="*/ 2883119 h 4115518"/>
              <a:gd name="connsiteX764" fmla="*/ 4239925 w 6282234"/>
              <a:gd name="connsiteY764" fmla="*/ 2883119 h 4115518"/>
              <a:gd name="connsiteX765" fmla="*/ 4249697 w 6282234"/>
              <a:gd name="connsiteY765" fmla="*/ 2865537 h 4115518"/>
              <a:gd name="connsiteX766" fmla="*/ 4252953 w 6282234"/>
              <a:gd name="connsiteY766" fmla="*/ 2865537 h 4115518"/>
              <a:gd name="connsiteX767" fmla="*/ 4252953 w 6282234"/>
              <a:gd name="connsiteY767" fmla="*/ 2868191 h 4115518"/>
              <a:gd name="connsiteX768" fmla="*/ 4249697 w 6282234"/>
              <a:gd name="connsiteY768" fmla="*/ 2868191 h 4115518"/>
              <a:gd name="connsiteX769" fmla="*/ 3122681 w 6282234"/>
              <a:gd name="connsiteY769" fmla="*/ 2865537 h 4115518"/>
              <a:gd name="connsiteX770" fmla="*/ 3129195 w 6282234"/>
              <a:gd name="connsiteY770" fmla="*/ 2865537 h 4115518"/>
              <a:gd name="connsiteX771" fmla="*/ 3129195 w 6282234"/>
              <a:gd name="connsiteY771" fmla="*/ 2868191 h 4115518"/>
              <a:gd name="connsiteX772" fmla="*/ 3122681 w 6282234"/>
              <a:gd name="connsiteY772" fmla="*/ 2874826 h 4115518"/>
              <a:gd name="connsiteX773" fmla="*/ 3119424 w 6282234"/>
              <a:gd name="connsiteY773" fmla="*/ 2872171 h 4115518"/>
              <a:gd name="connsiteX774" fmla="*/ 4634055 w 6282234"/>
              <a:gd name="connsiteY774" fmla="*/ 2831700 h 4115518"/>
              <a:gd name="connsiteX775" fmla="*/ 4640569 w 6282234"/>
              <a:gd name="connsiteY775" fmla="*/ 2836012 h 4115518"/>
              <a:gd name="connsiteX776" fmla="*/ 4653599 w 6282234"/>
              <a:gd name="connsiteY776" fmla="*/ 2838666 h 4115518"/>
              <a:gd name="connsiteX777" fmla="*/ 4669885 w 6282234"/>
              <a:gd name="connsiteY777" fmla="*/ 2838666 h 4115518"/>
              <a:gd name="connsiteX778" fmla="*/ 4676399 w 6282234"/>
              <a:gd name="connsiteY778" fmla="*/ 2843974 h 4115518"/>
              <a:gd name="connsiteX779" fmla="*/ 4682913 w 6282234"/>
              <a:gd name="connsiteY779" fmla="*/ 2858902 h 4115518"/>
              <a:gd name="connsiteX780" fmla="*/ 4699200 w 6282234"/>
              <a:gd name="connsiteY780" fmla="*/ 2868191 h 4115518"/>
              <a:gd name="connsiteX781" fmla="*/ 4715487 w 6282234"/>
              <a:gd name="connsiteY781" fmla="*/ 2883119 h 4115518"/>
              <a:gd name="connsiteX782" fmla="*/ 4718744 w 6282234"/>
              <a:gd name="connsiteY782" fmla="*/ 2889754 h 4115518"/>
              <a:gd name="connsiteX783" fmla="*/ 4725259 w 6282234"/>
              <a:gd name="connsiteY783" fmla="*/ 2889754 h 4115518"/>
              <a:gd name="connsiteX784" fmla="*/ 4735031 w 6282234"/>
              <a:gd name="connsiteY784" fmla="*/ 2899042 h 4115518"/>
              <a:gd name="connsiteX785" fmla="*/ 4748059 w 6282234"/>
              <a:gd name="connsiteY785" fmla="*/ 2907336 h 4115518"/>
              <a:gd name="connsiteX786" fmla="*/ 4748059 w 6282234"/>
              <a:gd name="connsiteY786" fmla="*/ 2913970 h 4115518"/>
              <a:gd name="connsiteX787" fmla="*/ 4770860 w 6282234"/>
              <a:gd name="connsiteY787" fmla="*/ 2920605 h 4115518"/>
              <a:gd name="connsiteX788" fmla="*/ 4774118 w 6282234"/>
              <a:gd name="connsiteY788" fmla="*/ 2926245 h 4115518"/>
              <a:gd name="connsiteX789" fmla="*/ 4770860 w 6282234"/>
              <a:gd name="connsiteY789" fmla="*/ 2943826 h 4115518"/>
              <a:gd name="connsiteX790" fmla="*/ 4774118 w 6282234"/>
              <a:gd name="connsiteY790" fmla="*/ 2947808 h 4115518"/>
              <a:gd name="connsiteX791" fmla="*/ 4787147 w 6282234"/>
              <a:gd name="connsiteY791" fmla="*/ 2950461 h 4115518"/>
              <a:gd name="connsiteX792" fmla="*/ 4790405 w 6282234"/>
              <a:gd name="connsiteY792" fmla="*/ 2965390 h 4115518"/>
              <a:gd name="connsiteX793" fmla="*/ 4796918 w 6282234"/>
              <a:gd name="connsiteY793" fmla="*/ 2972024 h 4115518"/>
              <a:gd name="connsiteX794" fmla="*/ 4809947 w 6282234"/>
              <a:gd name="connsiteY794" fmla="*/ 2974678 h 4115518"/>
              <a:gd name="connsiteX795" fmla="*/ 4816463 w 6282234"/>
              <a:gd name="connsiteY795" fmla="*/ 2989607 h 4115518"/>
              <a:gd name="connsiteX796" fmla="*/ 4816463 w 6282234"/>
              <a:gd name="connsiteY796" fmla="*/ 2998895 h 4115518"/>
              <a:gd name="connsiteX797" fmla="*/ 4809947 w 6282234"/>
              <a:gd name="connsiteY797" fmla="*/ 3035386 h 4115518"/>
              <a:gd name="connsiteX798" fmla="*/ 4803433 w 6282234"/>
              <a:gd name="connsiteY798" fmla="*/ 3028751 h 4115518"/>
              <a:gd name="connsiteX799" fmla="*/ 4790405 w 6282234"/>
              <a:gd name="connsiteY799" fmla="*/ 3035386 h 4115518"/>
              <a:gd name="connsiteX800" fmla="*/ 4774118 w 6282234"/>
              <a:gd name="connsiteY800" fmla="*/ 3017804 h 4115518"/>
              <a:gd name="connsiteX801" fmla="*/ 4770860 w 6282234"/>
              <a:gd name="connsiteY801" fmla="*/ 3017804 h 4115518"/>
              <a:gd name="connsiteX802" fmla="*/ 4751317 w 6282234"/>
              <a:gd name="connsiteY802" fmla="*/ 3001549 h 4115518"/>
              <a:gd name="connsiteX803" fmla="*/ 4751317 w 6282234"/>
              <a:gd name="connsiteY803" fmla="*/ 2996240 h 4115518"/>
              <a:gd name="connsiteX804" fmla="*/ 4738287 w 6282234"/>
              <a:gd name="connsiteY804" fmla="*/ 2989607 h 4115518"/>
              <a:gd name="connsiteX805" fmla="*/ 4725259 w 6282234"/>
              <a:gd name="connsiteY805" fmla="*/ 2969370 h 4115518"/>
              <a:gd name="connsiteX806" fmla="*/ 4725259 w 6282234"/>
              <a:gd name="connsiteY806" fmla="*/ 2965390 h 4115518"/>
              <a:gd name="connsiteX807" fmla="*/ 4718744 w 6282234"/>
              <a:gd name="connsiteY807" fmla="*/ 2945153 h 4115518"/>
              <a:gd name="connsiteX808" fmla="*/ 4708973 w 6282234"/>
              <a:gd name="connsiteY808" fmla="*/ 2935533 h 4115518"/>
              <a:gd name="connsiteX809" fmla="*/ 4705715 w 6282234"/>
              <a:gd name="connsiteY809" fmla="*/ 2931553 h 4115518"/>
              <a:gd name="connsiteX810" fmla="*/ 4695943 w 6282234"/>
              <a:gd name="connsiteY810" fmla="*/ 2926245 h 4115518"/>
              <a:gd name="connsiteX811" fmla="*/ 4689429 w 6282234"/>
              <a:gd name="connsiteY811" fmla="*/ 2904681 h 4115518"/>
              <a:gd name="connsiteX812" fmla="*/ 4686171 w 6282234"/>
              <a:gd name="connsiteY812" fmla="*/ 2896388 h 4115518"/>
              <a:gd name="connsiteX813" fmla="*/ 4669885 w 6282234"/>
              <a:gd name="connsiteY813" fmla="*/ 2889754 h 4115518"/>
              <a:gd name="connsiteX814" fmla="*/ 4669885 w 6282234"/>
              <a:gd name="connsiteY814" fmla="*/ 2880464 h 4115518"/>
              <a:gd name="connsiteX815" fmla="*/ 4656855 w 6282234"/>
              <a:gd name="connsiteY815" fmla="*/ 2865537 h 4115518"/>
              <a:gd name="connsiteX816" fmla="*/ 4653599 w 6282234"/>
              <a:gd name="connsiteY816" fmla="*/ 2865537 h 4115518"/>
              <a:gd name="connsiteX817" fmla="*/ 4634055 w 6282234"/>
              <a:gd name="connsiteY817" fmla="*/ 2847955 h 4115518"/>
              <a:gd name="connsiteX818" fmla="*/ 4627540 w 6282234"/>
              <a:gd name="connsiteY818" fmla="*/ 2834354 h 4115518"/>
              <a:gd name="connsiteX819" fmla="*/ 5011899 w 6282234"/>
              <a:gd name="connsiteY819" fmla="*/ 2814117 h 4115518"/>
              <a:gd name="connsiteX820" fmla="*/ 5018413 w 6282234"/>
              <a:gd name="connsiteY820" fmla="*/ 2817104 h 4115518"/>
              <a:gd name="connsiteX821" fmla="*/ 5021670 w 6282234"/>
              <a:gd name="connsiteY821" fmla="*/ 2826392 h 4115518"/>
              <a:gd name="connsiteX822" fmla="*/ 5034699 w 6282234"/>
              <a:gd name="connsiteY822" fmla="*/ 2829046 h 4115518"/>
              <a:gd name="connsiteX823" fmla="*/ 5044471 w 6282234"/>
              <a:gd name="connsiteY823" fmla="*/ 2841320 h 4115518"/>
              <a:gd name="connsiteX824" fmla="*/ 5028185 w 6282234"/>
              <a:gd name="connsiteY824" fmla="*/ 2846627 h 4115518"/>
              <a:gd name="connsiteX825" fmla="*/ 5034699 w 6282234"/>
              <a:gd name="connsiteY825" fmla="*/ 2853262 h 4115518"/>
              <a:gd name="connsiteX826" fmla="*/ 5018413 w 6282234"/>
              <a:gd name="connsiteY826" fmla="*/ 2858902 h 4115518"/>
              <a:gd name="connsiteX827" fmla="*/ 5021670 w 6282234"/>
              <a:gd name="connsiteY827" fmla="*/ 2868191 h 4115518"/>
              <a:gd name="connsiteX828" fmla="*/ 5011899 w 6282234"/>
              <a:gd name="connsiteY828" fmla="*/ 2868191 h 4115518"/>
              <a:gd name="connsiteX829" fmla="*/ 5018413 w 6282234"/>
              <a:gd name="connsiteY829" fmla="*/ 2883119 h 4115518"/>
              <a:gd name="connsiteX830" fmla="*/ 5024927 w 6282234"/>
              <a:gd name="connsiteY830" fmla="*/ 2889754 h 4115518"/>
              <a:gd name="connsiteX831" fmla="*/ 5021670 w 6282234"/>
              <a:gd name="connsiteY831" fmla="*/ 2899042 h 4115518"/>
              <a:gd name="connsiteX832" fmla="*/ 5034699 w 6282234"/>
              <a:gd name="connsiteY832" fmla="*/ 2907336 h 4115518"/>
              <a:gd name="connsiteX833" fmla="*/ 5041213 w 6282234"/>
              <a:gd name="connsiteY833" fmla="*/ 2916624 h 4115518"/>
              <a:gd name="connsiteX834" fmla="*/ 5028185 w 6282234"/>
              <a:gd name="connsiteY834" fmla="*/ 2916624 h 4115518"/>
              <a:gd name="connsiteX835" fmla="*/ 5021670 w 6282234"/>
              <a:gd name="connsiteY835" fmla="*/ 2919278 h 4115518"/>
              <a:gd name="connsiteX836" fmla="*/ 5015155 w 6282234"/>
              <a:gd name="connsiteY836" fmla="*/ 2928898 h 4115518"/>
              <a:gd name="connsiteX837" fmla="*/ 5015155 w 6282234"/>
              <a:gd name="connsiteY837" fmla="*/ 2940841 h 4115518"/>
              <a:gd name="connsiteX838" fmla="*/ 5008641 w 6282234"/>
              <a:gd name="connsiteY838" fmla="*/ 2953115 h 4115518"/>
              <a:gd name="connsiteX839" fmla="*/ 4998869 w 6282234"/>
              <a:gd name="connsiteY839" fmla="*/ 2957096 h 4115518"/>
              <a:gd name="connsiteX840" fmla="*/ 4998869 w 6282234"/>
              <a:gd name="connsiteY840" fmla="*/ 2977332 h 4115518"/>
              <a:gd name="connsiteX841" fmla="*/ 4989097 w 6282234"/>
              <a:gd name="connsiteY841" fmla="*/ 2992260 h 4115518"/>
              <a:gd name="connsiteX842" fmla="*/ 4985841 w 6282234"/>
              <a:gd name="connsiteY842" fmla="*/ 2996240 h 4115518"/>
              <a:gd name="connsiteX843" fmla="*/ 4966297 w 6282234"/>
              <a:gd name="connsiteY843" fmla="*/ 3004202 h 4115518"/>
              <a:gd name="connsiteX844" fmla="*/ 4963039 w 6282234"/>
              <a:gd name="connsiteY844" fmla="*/ 2993587 h 4115518"/>
              <a:gd name="connsiteX845" fmla="*/ 4950010 w 6282234"/>
              <a:gd name="connsiteY845" fmla="*/ 2992260 h 4115518"/>
              <a:gd name="connsiteX846" fmla="*/ 4940239 w 6282234"/>
              <a:gd name="connsiteY846" fmla="*/ 2983967 h 4115518"/>
              <a:gd name="connsiteX847" fmla="*/ 4930467 w 6282234"/>
              <a:gd name="connsiteY847" fmla="*/ 2992260 h 4115518"/>
              <a:gd name="connsiteX848" fmla="*/ 4917437 w 6282234"/>
              <a:gd name="connsiteY848" fmla="*/ 2992260 h 4115518"/>
              <a:gd name="connsiteX849" fmla="*/ 4917437 w 6282234"/>
              <a:gd name="connsiteY849" fmla="*/ 2983967 h 4115518"/>
              <a:gd name="connsiteX850" fmla="*/ 4891379 w 6282234"/>
              <a:gd name="connsiteY850" fmla="*/ 2983967 h 4115518"/>
              <a:gd name="connsiteX851" fmla="*/ 4888123 w 6282234"/>
              <a:gd name="connsiteY851" fmla="*/ 2972024 h 4115518"/>
              <a:gd name="connsiteX852" fmla="*/ 4888123 w 6282234"/>
              <a:gd name="connsiteY852" fmla="*/ 2955770 h 4115518"/>
              <a:gd name="connsiteX853" fmla="*/ 4875093 w 6282234"/>
              <a:gd name="connsiteY853" fmla="*/ 2945153 h 4115518"/>
              <a:gd name="connsiteX854" fmla="*/ 4868579 w 6282234"/>
              <a:gd name="connsiteY854" fmla="*/ 2935533 h 4115518"/>
              <a:gd name="connsiteX855" fmla="*/ 4865321 w 6282234"/>
              <a:gd name="connsiteY855" fmla="*/ 2916624 h 4115518"/>
              <a:gd name="connsiteX856" fmla="*/ 4868579 w 6282234"/>
              <a:gd name="connsiteY856" fmla="*/ 2904681 h 4115518"/>
              <a:gd name="connsiteX857" fmla="*/ 4881607 w 6282234"/>
              <a:gd name="connsiteY857" fmla="*/ 2895061 h 4115518"/>
              <a:gd name="connsiteX858" fmla="*/ 4884865 w 6282234"/>
              <a:gd name="connsiteY858" fmla="*/ 2902028 h 4115518"/>
              <a:gd name="connsiteX859" fmla="*/ 4904409 w 6282234"/>
              <a:gd name="connsiteY859" fmla="*/ 2904681 h 4115518"/>
              <a:gd name="connsiteX860" fmla="*/ 4907665 w 6282234"/>
              <a:gd name="connsiteY860" fmla="*/ 2887099 h 4115518"/>
              <a:gd name="connsiteX861" fmla="*/ 4914181 w 6282234"/>
              <a:gd name="connsiteY861" fmla="*/ 2880464 h 4115518"/>
              <a:gd name="connsiteX862" fmla="*/ 4936981 w 6282234"/>
              <a:gd name="connsiteY862" fmla="*/ 2874826 h 4115518"/>
              <a:gd name="connsiteX863" fmla="*/ 4953268 w 6282234"/>
              <a:gd name="connsiteY863" fmla="*/ 2855916 h 4115518"/>
              <a:gd name="connsiteX864" fmla="*/ 4956525 w 6282234"/>
              <a:gd name="connsiteY864" fmla="*/ 2850609 h 4115518"/>
              <a:gd name="connsiteX865" fmla="*/ 4959781 w 6282234"/>
              <a:gd name="connsiteY865" fmla="*/ 2850609 h 4115518"/>
              <a:gd name="connsiteX866" fmla="*/ 4963039 w 6282234"/>
              <a:gd name="connsiteY866" fmla="*/ 2850609 h 4115518"/>
              <a:gd name="connsiteX867" fmla="*/ 4963039 w 6282234"/>
              <a:gd name="connsiteY867" fmla="*/ 2847955 h 4115518"/>
              <a:gd name="connsiteX868" fmla="*/ 4966297 w 6282234"/>
              <a:gd name="connsiteY868" fmla="*/ 2846627 h 4115518"/>
              <a:gd name="connsiteX869" fmla="*/ 4972811 w 6282234"/>
              <a:gd name="connsiteY869" fmla="*/ 2843974 h 4115518"/>
              <a:gd name="connsiteX870" fmla="*/ 4976068 w 6282234"/>
              <a:gd name="connsiteY870" fmla="*/ 2843974 h 4115518"/>
              <a:gd name="connsiteX871" fmla="*/ 4982583 w 6282234"/>
              <a:gd name="connsiteY871" fmla="*/ 2838666 h 4115518"/>
              <a:gd name="connsiteX872" fmla="*/ 4992355 w 6282234"/>
              <a:gd name="connsiteY872" fmla="*/ 2822411 h 4115518"/>
              <a:gd name="connsiteX873" fmla="*/ 4998869 w 6282234"/>
              <a:gd name="connsiteY873" fmla="*/ 2817104 h 4115518"/>
              <a:gd name="connsiteX874" fmla="*/ 4246440 w 6282234"/>
              <a:gd name="connsiteY874" fmla="*/ 2807483 h 4115518"/>
              <a:gd name="connsiteX875" fmla="*/ 4249697 w 6282234"/>
              <a:gd name="connsiteY875" fmla="*/ 2810137 h 4115518"/>
              <a:gd name="connsiteX876" fmla="*/ 4246440 w 6282234"/>
              <a:gd name="connsiteY876" fmla="*/ 2814117 h 4115518"/>
              <a:gd name="connsiteX877" fmla="*/ 4246440 w 6282234"/>
              <a:gd name="connsiteY877" fmla="*/ 2811464 h 4115518"/>
              <a:gd name="connsiteX878" fmla="*/ 5155218 w 6282234"/>
              <a:gd name="connsiteY878" fmla="*/ 2759050 h 4115518"/>
              <a:gd name="connsiteX879" fmla="*/ 5168247 w 6282234"/>
              <a:gd name="connsiteY879" fmla="*/ 2770992 h 4115518"/>
              <a:gd name="connsiteX880" fmla="*/ 5171504 w 6282234"/>
              <a:gd name="connsiteY880" fmla="*/ 2789901 h 4115518"/>
              <a:gd name="connsiteX881" fmla="*/ 5174762 w 6282234"/>
              <a:gd name="connsiteY881" fmla="*/ 2802175 h 4115518"/>
              <a:gd name="connsiteX882" fmla="*/ 5164991 w 6282234"/>
              <a:gd name="connsiteY882" fmla="*/ 2810137 h 4115518"/>
              <a:gd name="connsiteX883" fmla="*/ 5155218 w 6282234"/>
              <a:gd name="connsiteY883" fmla="*/ 2802175 h 4115518"/>
              <a:gd name="connsiteX884" fmla="*/ 5155218 w 6282234"/>
              <a:gd name="connsiteY884" fmla="*/ 2810137 h 4115518"/>
              <a:gd name="connsiteX885" fmla="*/ 5158475 w 6282234"/>
              <a:gd name="connsiteY885" fmla="*/ 2823738 h 4115518"/>
              <a:gd name="connsiteX886" fmla="*/ 5155218 w 6282234"/>
              <a:gd name="connsiteY886" fmla="*/ 2831700 h 4115518"/>
              <a:gd name="connsiteX887" fmla="*/ 5148704 w 6282234"/>
              <a:gd name="connsiteY887" fmla="*/ 2826392 h 4115518"/>
              <a:gd name="connsiteX888" fmla="*/ 5135675 w 6282234"/>
              <a:gd name="connsiteY888" fmla="*/ 2822411 h 4115518"/>
              <a:gd name="connsiteX889" fmla="*/ 5129160 w 6282234"/>
              <a:gd name="connsiteY889" fmla="*/ 2817104 h 4115518"/>
              <a:gd name="connsiteX890" fmla="*/ 5129160 w 6282234"/>
              <a:gd name="connsiteY890" fmla="*/ 2807483 h 4115518"/>
              <a:gd name="connsiteX891" fmla="*/ 5132418 w 6282234"/>
              <a:gd name="connsiteY891" fmla="*/ 2799522 h 4115518"/>
              <a:gd name="connsiteX892" fmla="*/ 5129160 w 6282234"/>
              <a:gd name="connsiteY892" fmla="*/ 2795540 h 4115518"/>
              <a:gd name="connsiteX893" fmla="*/ 5119389 w 6282234"/>
              <a:gd name="connsiteY893" fmla="*/ 2792555 h 4115518"/>
              <a:gd name="connsiteX894" fmla="*/ 5119389 w 6282234"/>
              <a:gd name="connsiteY894" fmla="*/ 2799522 h 4115518"/>
              <a:gd name="connsiteX895" fmla="*/ 5112873 w 6282234"/>
              <a:gd name="connsiteY895" fmla="*/ 2792555 h 4115518"/>
              <a:gd name="connsiteX896" fmla="*/ 5106359 w 6282234"/>
              <a:gd name="connsiteY896" fmla="*/ 2798195 h 4115518"/>
              <a:gd name="connsiteX897" fmla="*/ 5106359 w 6282234"/>
              <a:gd name="connsiteY897" fmla="*/ 2792555 h 4115518"/>
              <a:gd name="connsiteX898" fmla="*/ 5096587 w 6282234"/>
              <a:gd name="connsiteY898" fmla="*/ 2807483 h 4115518"/>
              <a:gd name="connsiteX899" fmla="*/ 5093331 w 6282234"/>
              <a:gd name="connsiteY899" fmla="*/ 2804829 h 4115518"/>
              <a:gd name="connsiteX900" fmla="*/ 5099845 w 6282234"/>
              <a:gd name="connsiteY900" fmla="*/ 2787247 h 4115518"/>
              <a:gd name="connsiteX901" fmla="*/ 5112873 w 6282234"/>
              <a:gd name="connsiteY901" fmla="*/ 2785920 h 4115518"/>
              <a:gd name="connsiteX902" fmla="*/ 5119389 w 6282234"/>
              <a:gd name="connsiteY902" fmla="*/ 2775305 h 4115518"/>
              <a:gd name="connsiteX903" fmla="*/ 5132418 w 6282234"/>
              <a:gd name="connsiteY903" fmla="*/ 2785920 h 4115518"/>
              <a:gd name="connsiteX904" fmla="*/ 5142189 w 6282234"/>
              <a:gd name="connsiteY904" fmla="*/ 2770992 h 4115518"/>
              <a:gd name="connsiteX905" fmla="*/ 5148704 w 6282234"/>
              <a:gd name="connsiteY905" fmla="*/ 2773978 h 4115518"/>
              <a:gd name="connsiteX906" fmla="*/ 5155218 w 6282234"/>
              <a:gd name="connsiteY906" fmla="*/ 2770992 h 4115518"/>
              <a:gd name="connsiteX907" fmla="*/ 4370216 w 6282234"/>
              <a:gd name="connsiteY907" fmla="*/ 2759050 h 4115518"/>
              <a:gd name="connsiteX908" fmla="*/ 4379987 w 6282234"/>
              <a:gd name="connsiteY908" fmla="*/ 2765685 h 4115518"/>
              <a:gd name="connsiteX909" fmla="*/ 4386503 w 6282234"/>
              <a:gd name="connsiteY909" fmla="*/ 2780612 h 4115518"/>
              <a:gd name="connsiteX910" fmla="*/ 4396274 w 6282234"/>
              <a:gd name="connsiteY910" fmla="*/ 2799522 h 4115518"/>
              <a:gd name="connsiteX911" fmla="*/ 4393017 w 6282234"/>
              <a:gd name="connsiteY911" fmla="*/ 2811464 h 4115518"/>
              <a:gd name="connsiteX912" fmla="*/ 4386503 w 6282234"/>
              <a:gd name="connsiteY912" fmla="*/ 2822411 h 4115518"/>
              <a:gd name="connsiteX913" fmla="*/ 4373473 w 6282234"/>
              <a:gd name="connsiteY913" fmla="*/ 2826392 h 4115518"/>
              <a:gd name="connsiteX914" fmla="*/ 4366958 w 6282234"/>
              <a:gd name="connsiteY914" fmla="*/ 2823738 h 4115518"/>
              <a:gd name="connsiteX915" fmla="*/ 4360445 w 6282234"/>
              <a:gd name="connsiteY915" fmla="*/ 2810137 h 4115518"/>
              <a:gd name="connsiteX916" fmla="*/ 4360445 w 6282234"/>
              <a:gd name="connsiteY916" fmla="*/ 2785920 h 4115518"/>
              <a:gd name="connsiteX917" fmla="*/ 4366958 w 6282234"/>
              <a:gd name="connsiteY917" fmla="*/ 2763030 h 4115518"/>
              <a:gd name="connsiteX918" fmla="*/ 5132418 w 6282234"/>
              <a:gd name="connsiteY918" fmla="*/ 2751088 h 4115518"/>
              <a:gd name="connsiteX919" fmla="*/ 5138931 w 6282234"/>
              <a:gd name="connsiteY919" fmla="*/ 2751088 h 4115518"/>
              <a:gd name="connsiteX920" fmla="*/ 5135675 w 6282234"/>
              <a:gd name="connsiteY920" fmla="*/ 2761703 h 4115518"/>
              <a:gd name="connsiteX921" fmla="*/ 5125903 w 6282234"/>
              <a:gd name="connsiteY921" fmla="*/ 2759050 h 4115518"/>
              <a:gd name="connsiteX922" fmla="*/ 5125903 w 6282234"/>
              <a:gd name="connsiteY922" fmla="*/ 2738813 h 4115518"/>
              <a:gd name="connsiteX923" fmla="*/ 5129160 w 6282234"/>
              <a:gd name="connsiteY923" fmla="*/ 2746775 h 4115518"/>
              <a:gd name="connsiteX924" fmla="*/ 5119389 w 6282234"/>
              <a:gd name="connsiteY924" fmla="*/ 2751088 h 4115518"/>
              <a:gd name="connsiteX925" fmla="*/ 5050986 w 6282234"/>
              <a:gd name="connsiteY925" fmla="*/ 2738813 h 4115518"/>
              <a:gd name="connsiteX926" fmla="*/ 5054243 w 6282234"/>
              <a:gd name="connsiteY926" fmla="*/ 2744121 h 4115518"/>
              <a:gd name="connsiteX927" fmla="*/ 5044471 w 6282234"/>
              <a:gd name="connsiteY927" fmla="*/ 2751088 h 4115518"/>
              <a:gd name="connsiteX928" fmla="*/ 5041213 w 6282234"/>
              <a:gd name="connsiteY928" fmla="*/ 2751088 h 4115518"/>
              <a:gd name="connsiteX929" fmla="*/ 5112873 w 6282234"/>
              <a:gd name="connsiteY929" fmla="*/ 2737486 h 4115518"/>
              <a:gd name="connsiteX930" fmla="*/ 5119389 w 6282234"/>
              <a:gd name="connsiteY930" fmla="*/ 2738813 h 4115518"/>
              <a:gd name="connsiteX931" fmla="*/ 5112873 w 6282234"/>
              <a:gd name="connsiteY931" fmla="*/ 2753742 h 4115518"/>
              <a:gd name="connsiteX932" fmla="*/ 5116131 w 6282234"/>
              <a:gd name="connsiteY932" fmla="*/ 2765685 h 4115518"/>
              <a:gd name="connsiteX933" fmla="*/ 5112873 w 6282234"/>
              <a:gd name="connsiteY933" fmla="*/ 2770992 h 4115518"/>
              <a:gd name="connsiteX934" fmla="*/ 5106359 w 6282234"/>
              <a:gd name="connsiteY934" fmla="*/ 2763030 h 4115518"/>
              <a:gd name="connsiteX935" fmla="*/ 5103102 w 6282234"/>
              <a:gd name="connsiteY935" fmla="*/ 2753742 h 4115518"/>
              <a:gd name="connsiteX936" fmla="*/ 5109617 w 6282234"/>
              <a:gd name="connsiteY936" fmla="*/ 2751088 h 4115518"/>
              <a:gd name="connsiteX937" fmla="*/ 1910325 w 6282234"/>
              <a:gd name="connsiteY937" fmla="*/ 2737486 h 4115518"/>
              <a:gd name="connsiteX938" fmla="*/ 1912930 w 6282234"/>
              <a:gd name="connsiteY938" fmla="*/ 2737486 h 4115518"/>
              <a:gd name="connsiteX939" fmla="*/ 1912930 w 6282234"/>
              <a:gd name="connsiteY939" fmla="*/ 2738813 h 4115518"/>
              <a:gd name="connsiteX940" fmla="*/ 1910325 w 6282234"/>
              <a:gd name="connsiteY940" fmla="*/ 2741468 h 4115518"/>
              <a:gd name="connsiteX941" fmla="*/ 1910325 w 6282234"/>
              <a:gd name="connsiteY941" fmla="*/ 2744121 h 4115518"/>
              <a:gd name="connsiteX942" fmla="*/ 1910325 w 6282234"/>
              <a:gd name="connsiteY942" fmla="*/ 2746775 h 4115518"/>
              <a:gd name="connsiteX943" fmla="*/ 1912930 w 6282234"/>
              <a:gd name="connsiteY943" fmla="*/ 2746775 h 4115518"/>
              <a:gd name="connsiteX944" fmla="*/ 1912930 w 6282234"/>
              <a:gd name="connsiteY944" fmla="*/ 2751088 h 4115518"/>
              <a:gd name="connsiteX945" fmla="*/ 1910325 w 6282234"/>
              <a:gd name="connsiteY945" fmla="*/ 2751088 h 4115518"/>
              <a:gd name="connsiteX946" fmla="*/ 1907718 w 6282234"/>
              <a:gd name="connsiteY946" fmla="*/ 2751088 h 4115518"/>
              <a:gd name="connsiteX947" fmla="*/ 1905113 w 6282234"/>
              <a:gd name="connsiteY947" fmla="*/ 2751088 h 4115518"/>
              <a:gd name="connsiteX948" fmla="*/ 1903810 w 6282234"/>
              <a:gd name="connsiteY948" fmla="*/ 2751088 h 4115518"/>
              <a:gd name="connsiteX949" fmla="*/ 1898598 w 6282234"/>
              <a:gd name="connsiteY949" fmla="*/ 2751088 h 4115518"/>
              <a:gd name="connsiteX950" fmla="*/ 1901204 w 6282234"/>
              <a:gd name="connsiteY950" fmla="*/ 2749430 h 4115518"/>
              <a:gd name="connsiteX951" fmla="*/ 1903810 w 6282234"/>
              <a:gd name="connsiteY951" fmla="*/ 2749430 h 4115518"/>
              <a:gd name="connsiteX952" fmla="*/ 1903810 w 6282234"/>
              <a:gd name="connsiteY952" fmla="*/ 2741468 h 4115518"/>
              <a:gd name="connsiteX953" fmla="*/ 1901204 w 6282234"/>
              <a:gd name="connsiteY953" fmla="*/ 2741468 h 4115518"/>
              <a:gd name="connsiteX954" fmla="*/ 1901204 w 6282234"/>
              <a:gd name="connsiteY954" fmla="*/ 2738813 h 4115518"/>
              <a:gd name="connsiteX955" fmla="*/ 1903810 w 6282234"/>
              <a:gd name="connsiteY955" fmla="*/ 2738813 h 4115518"/>
              <a:gd name="connsiteX956" fmla="*/ 1905113 w 6282234"/>
              <a:gd name="connsiteY956" fmla="*/ 2738813 h 4115518"/>
              <a:gd name="connsiteX957" fmla="*/ 1907718 w 6282234"/>
              <a:gd name="connsiteY957" fmla="*/ 2738813 h 4115518"/>
              <a:gd name="connsiteX958" fmla="*/ 1910325 w 6282234"/>
              <a:gd name="connsiteY958" fmla="*/ 2738813 h 4115518"/>
              <a:gd name="connsiteX959" fmla="*/ 1836385 w 6282234"/>
              <a:gd name="connsiteY959" fmla="*/ 2734833 h 4115518"/>
              <a:gd name="connsiteX960" fmla="*/ 1838990 w 6282234"/>
              <a:gd name="connsiteY960" fmla="*/ 2737486 h 4115518"/>
              <a:gd name="connsiteX961" fmla="*/ 1836385 w 6282234"/>
              <a:gd name="connsiteY961" fmla="*/ 2737486 h 4115518"/>
              <a:gd name="connsiteX962" fmla="*/ 1860163 w 6282234"/>
              <a:gd name="connsiteY962" fmla="*/ 2732179 h 4115518"/>
              <a:gd name="connsiteX963" fmla="*/ 1862768 w 6282234"/>
              <a:gd name="connsiteY963" fmla="*/ 2732179 h 4115518"/>
              <a:gd name="connsiteX964" fmla="*/ 1862768 w 6282234"/>
              <a:gd name="connsiteY964" fmla="*/ 2734833 h 4115518"/>
              <a:gd name="connsiteX965" fmla="*/ 1860163 w 6282234"/>
              <a:gd name="connsiteY965" fmla="*/ 2737486 h 4115518"/>
              <a:gd name="connsiteX966" fmla="*/ 1857556 w 6282234"/>
              <a:gd name="connsiteY966" fmla="*/ 2737486 h 4115518"/>
              <a:gd name="connsiteX967" fmla="*/ 1856254 w 6282234"/>
              <a:gd name="connsiteY967" fmla="*/ 2737486 h 4115518"/>
              <a:gd name="connsiteX968" fmla="*/ 1853322 w 6282234"/>
              <a:gd name="connsiteY968" fmla="*/ 2737486 h 4115518"/>
              <a:gd name="connsiteX969" fmla="*/ 1853322 w 6282234"/>
              <a:gd name="connsiteY969" fmla="*/ 2734833 h 4115518"/>
              <a:gd name="connsiteX970" fmla="*/ 1856254 w 6282234"/>
              <a:gd name="connsiteY970" fmla="*/ 2734833 h 4115518"/>
              <a:gd name="connsiteX971" fmla="*/ 1857556 w 6282234"/>
              <a:gd name="connsiteY971" fmla="*/ 2734833 h 4115518"/>
              <a:gd name="connsiteX972" fmla="*/ 1860163 w 6282234"/>
              <a:gd name="connsiteY972" fmla="*/ 2734833 h 4115518"/>
              <a:gd name="connsiteX973" fmla="*/ 1915536 w 6282234"/>
              <a:gd name="connsiteY973" fmla="*/ 2729525 h 4115518"/>
              <a:gd name="connsiteX974" fmla="*/ 1916839 w 6282234"/>
              <a:gd name="connsiteY974" fmla="*/ 2729525 h 4115518"/>
              <a:gd name="connsiteX975" fmla="*/ 1919771 w 6282234"/>
              <a:gd name="connsiteY975" fmla="*/ 2729525 h 4115518"/>
              <a:gd name="connsiteX976" fmla="*/ 1916839 w 6282234"/>
              <a:gd name="connsiteY976" fmla="*/ 2732179 h 4115518"/>
              <a:gd name="connsiteX977" fmla="*/ 1915536 w 6282234"/>
              <a:gd name="connsiteY977" fmla="*/ 2732179 h 4115518"/>
              <a:gd name="connsiteX978" fmla="*/ 5145446 w 6282234"/>
              <a:gd name="connsiteY978" fmla="*/ 2726540 h 4115518"/>
              <a:gd name="connsiteX979" fmla="*/ 5148704 w 6282234"/>
              <a:gd name="connsiteY979" fmla="*/ 2738813 h 4115518"/>
              <a:gd name="connsiteX980" fmla="*/ 5148704 w 6282234"/>
              <a:gd name="connsiteY980" fmla="*/ 2744121 h 4115518"/>
              <a:gd name="connsiteX981" fmla="*/ 5142189 w 6282234"/>
              <a:gd name="connsiteY981" fmla="*/ 2741468 h 4115518"/>
              <a:gd name="connsiteX982" fmla="*/ 5135675 w 6282234"/>
              <a:gd name="connsiteY982" fmla="*/ 2732179 h 4115518"/>
              <a:gd name="connsiteX983" fmla="*/ 5093331 w 6282234"/>
              <a:gd name="connsiteY983" fmla="*/ 2722558 h 4115518"/>
              <a:gd name="connsiteX984" fmla="*/ 5112873 w 6282234"/>
              <a:gd name="connsiteY984" fmla="*/ 2732179 h 4115518"/>
              <a:gd name="connsiteX985" fmla="*/ 5106359 w 6282234"/>
              <a:gd name="connsiteY985" fmla="*/ 2738813 h 4115518"/>
              <a:gd name="connsiteX986" fmla="*/ 5093331 w 6282234"/>
              <a:gd name="connsiteY986" fmla="*/ 2744121 h 4115518"/>
              <a:gd name="connsiteX987" fmla="*/ 1901204 w 6282234"/>
              <a:gd name="connsiteY987" fmla="*/ 2713270 h 4115518"/>
              <a:gd name="connsiteX988" fmla="*/ 1901204 w 6282234"/>
              <a:gd name="connsiteY988" fmla="*/ 2714596 h 4115518"/>
              <a:gd name="connsiteX989" fmla="*/ 1901204 w 6282234"/>
              <a:gd name="connsiteY989" fmla="*/ 2717251 h 4115518"/>
              <a:gd name="connsiteX990" fmla="*/ 1898598 w 6282234"/>
              <a:gd name="connsiteY990" fmla="*/ 2717251 h 4115518"/>
              <a:gd name="connsiteX991" fmla="*/ 1898598 w 6282234"/>
              <a:gd name="connsiteY991" fmla="*/ 2714596 h 4115518"/>
              <a:gd name="connsiteX992" fmla="*/ 1784594 w 6282234"/>
              <a:gd name="connsiteY992" fmla="*/ 2713270 h 4115518"/>
              <a:gd name="connsiteX993" fmla="*/ 1785896 w 6282234"/>
              <a:gd name="connsiteY993" fmla="*/ 2713270 h 4115518"/>
              <a:gd name="connsiteX994" fmla="*/ 1785896 w 6282234"/>
              <a:gd name="connsiteY994" fmla="*/ 2714596 h 4115518"/>
              <a:gd name="connsiteX995" fmla="*/ 1785896 w 6282234"/>
              <a:gd name="connsiteY995" fmla="*/ 2717251 h 4115518"/>
              <a:gd name="connsiteX996" fmla="*/ 1784594 w 6282234"/>
              <a:gd name="connsiteY996" fmla="*/ 2714596 h 4115518"/>
              <a:gd name="connsiteX997" fmla="*/ 1772868 w 6282234"/>
              <a:gd name="connsiteY997" fmla="*/ 2710616 h 4115518"/>
              <a:gd name="connsiteX998" fmla="*/ 1772868 w 6282234"/>
              <a:gd name="connsiteY998" fmla="*/ 2713270 h 4115518"/>
              <a:gd name="connsiteX999" fmla="*/ 1769937 w 6282234"/>
              <a:gd name="connsiteY999" fmla="*/ 2713270 h 4115518"/>
              <a:gd name="connsiteX1000" fmla="*/ 5132418 w 6282234"/>
              <a:gd name="connsiteY1000" fmla="*/ 2707963 h 4115518"/>
              <a:gd name="connsiteX1001" fmla="*/ 5148704 w 6282234"/>
              <a:gd name="connsiteY1001" fmla="*/ 2707963 h 4115518"/>
              <a:gd name="connsiteX1002" fmla="*/ 5155218 w 6282234"/>
              <a:gd name="connsiteY1002" fmla="*/ 2713270 h 4115518"/>
              <a:gd name="connsiteX1003" fmla="*/ 5155218 w 6282234"/>
              <a:gd name="connsiteY1003" fmla="*/ 2725213 h 4115518"/>
              <a:gd name="connsiteX1004" fmla="*/ 5158475 w 6282234"/>
              <a:gd name="connsiteY1004" fmla="*/ 2734833 h 4115518"/>
              <a:gd name="connsiteX1005" fmla="*/ 5151961 w 6282234"/>
              <a:gd name="connsiteY1005" fmla="*/ 2732179 h 4115518"/>
              <a:gd name="connsiteX1006" fmla="*/ 5148704 w 6282234"/>
              <a:gd name="connsiteY1006" fmla="*/ 2722558 h 4115518"/>
              <a:gd name="connsiteX1007" fmla="*/ 5135675 w 6282234"/>
              <a:gd name="connsiteY1007" fmla="*/ 2713270 h 4115518"/>
              <a:gd name="connsiteX1008" fmla="*/ 3901169 w 6282234"/>
              <a:gd name="connsiteY1008" fmla="*/ 2704976 h 4115518"/>
              <a:gd name="connsiteX1009" fmla="*/ 3907683 w 6282234"/>
              <a:gd name="connsiteY1009" fmla="*/ 2704976 h 4115518"/>
              <a:gd name="connsiteX1010" fmla="*/ 3914198 w 6282234"/>
              <a:gd name="connsiteY1010" fmla="*/ 2704976 h 4115518"/>
              <a:gd name="connsiteX1011" fmla="*/ 3917455 w 6282234"/>
              <a:gd name="connsiteY1011" fmla="*/ 2707963 h 4115518"/>
              <a:gd name="connsiteX1012" fmla="*/ 3914198 w 6282234"/>
              <a:gd name="connsiteY1012" fmla="*/ 2710616 h 4115518"/>
              <a:gd name="connsiteX1013" fmla="*/ 3907683 w 6282234"/>
              <a:gd name="connsiteY1013" fmla="*/ 2713270 h 4115518"/>
              <a:gd name="connsiteX1014" fmla="*/ 3901169 w 6282234"/>
              <a:gd name="connsiteY1014" fmla="*/ 2707963 h 4115518"/>
              <a:gd name="connsiteX1015" fmla="*/ 1755604 w 6282234"/>
              <a:gd name="connsiteY1015" fmla="*/ 2704976 h 4115518"/>
              <a:gd name="connsiteX1016" fmla="*/ 1758210 w 6282234"/>
              <a:gd name="connsiteY1016" fmla="*/ 2707963 h 4115518"/>
              <a:gd name="connsiteX1017" fmla="*/ 1758210 w 6282234"/>
              <a:gd name="connsiteY1017" fmla="*/ 2710616 h 4115518"/>
              <a:gd name="connsiteX1018" fmla="*/ 1752998 w 6282234"/>
              <a:gd name="connsiteY1018" fmla="*/ 2707963 h 4115518"/>
              <a:gd name="connsiteX1019" fmla="*/ 1934103 w 6282234"/>
              <a:gd name="connsiteY1019" fmla="*/ 2693034 h 4115518"/>
              <a:gd name="connsiteX1020" fmla="*/ 1936708 w 6282234"/>
              <a:gd name="connsiteY1020" fmla="*/ 2693034 h 4115518"/>
              <a:gd name="connsiteX1021" fmla="*/ 1936708 w 6282234"/>
              <a:gd name="connsiteY1021" fmla="*/ 2695688 h 4115518"/>
              <a:gd name="connsiteX1022" fmla="*/ 1939314 w 6282234"/>
              <a:gd name="connsiteY1022" fmla="*/ 2695688 h 4115518"/>
              <a:gd name="connsiteX1023" fmla="*/ 1939314 w 6282234"/>
              <a:gd name="connsiteY1023" fmla="*/ 2698341 h 4115518"/>
              <a:gd name="connsiteX1024" fmla="*/ 1936708 w 6282234"/>
              <a:gd name="connsiteY1024" fmla="*/ 2698341 h 4115518"/>
              <a:gd name="connsiteX1025" fmla="*/ 1934103 w 6282234"/>
              <a:gd name="connsiteY1025" fmla="*/ 2695688 h 4115518"/>
              <a:gd name="connsiteX1026" fmla="*/ 1907718 w 6282234"/>
              <a:gd name="connsiteY1026" fmla="*/ 2690381 h 4115518"/>
              <a:gd name="connsiteX1027" fmla="*/ 1910325 w 6282234"/>
              <a:gd name="connsiteY1027" fmla="*/ 2693034 h 4115518"/>
              <a:gd name="connsiteX1028" fmla="*/ 1910325 w 6282234"/>
              <a:gd name="connsiteY1028" fmla="*/ 2695688 h 4115518"/>
              <a:gd name="connsiteX1029" fmla="*/ 1907718 w 6282234"/>
              <a:gd name="connsiteY1029" fmla="*/ 2695688 h 4115518"/>
              <a:gd name="connsiteX1030" fmla="*/ 1907718 w 6282234"/>
              <a:gd name="connsiteY1030" fmla="*/ 2693034 h 4115518"/>
              <a:gd name="connsiteX1031" fmla="*/ 5067273 w 6282234"/>
              <a:gd name="connsiteY1031" fmla="*/ 2689053 h 4115518"/>
              <a:gd name="connsiteX1032" fmla="*/ 5077044 w 6282234"/>
              <a:gd name="connsiteY1032" fmla="*/ 2689053 h 4115518"/>
              <a:gd name="connsiteX1033" fmla="*/ 5086815 w 6282234"/>
              <a:gd name="connsiteY1033" fmla="*/ 2695688 h 4115518"/>
              <a:gd name="connsiteX1034" fmla="*/ 5086815 w 6282234"/>
              <a:gd name="connsiteY1034" fmla="*/ 2704976 h 4115518"/>
              <a:gd name="connsiteX1035" fmla="*/ 5077044 w 6282234"/>
              <a:gd name="connsiteY1035" fmla="*/ 2710616 h 4115518"/>
              <a:gd name="connsiteX1036" fmla="*/ 1912930 w 6282234"/>
              <a:gd name="connsiteY1036" fmla="*/ 2678106 h 4115518"/>
              <a:gd name="connsiteX1037" fmla="*/ 1912930 w 6282234"/>
              <a:gd name="connsiteY1037" fmla="*/ 2680759 h 4115518"/>
              <a:gd name="connsiteX1038" fmla="*/ 1912930 w 6282234"/>
              <a:gd name="connsiteY1038" fmla="*/ 2683414 h 4115518"/>
              <a:gd name="connsiteX1039" fmla="*/ 1912930 w 6282234"/>
              <a:gd name="connsiteY1039" fmla="*/ 2686399 h 4115518"/>
              <a:gd name="connsiteX1040" fmla="*/ 1910325 w 6282234"/>
              <a:gd name="connsiteY1040" fmla="*/ 2686399 h 4115518"/>
              <a:gd name="connsiteX1041" fmla="*/ 1910325 w 6282234"/>
              <a:gd name="connsiteY1041" fmla="*/ 2683414 h 4115518"/>
              <a:gd name="connsiteX1042" fmla="*/ 1910325 w 6282234"/>
              <a:gd name="connsiteY1042" fmla="*/ 2680759 h 4115518"/>
              <a:gd name="connsiteX1043" fmla="*/ 1907718 w 6282234"/>
              <a:gd name="connsiteY1043" fmla="*/ 2664504 h 4115518"/>
              <a:gd name="connsiteX1044" fmla="*/ 1910325 w 6282234"/>
              <a:gd name="connsiteY1044" fmla="*/ 2664504 h 4115518"/>
              <a:gd name="connsiteX1045" fmla="*/ 1910325 w 6282234"/>
              <a:gd name="connsiteY1045" fmla="*/ 2666164 h 4115518"/>
              <a:gd name="connsiteX1046" fmla="*/ 1912930 w 6282234"/>
              <a:gd name="connsiteY1046" fmla="*/ 2666164 h 4115518"/>
              <a:gd name="connsiteX1047" fmla="*/ 1912930 w 6282234"/>
              <a:gd name="connsiteY1047" fmla="*/ 2668817 h 4115518"/>
              <a:gd name="connsiteX1048" fmla="*/ 1915536 w 6282234"/>
              <a:gd name="connsiteY1048" fmla="*/ 2671471 h 4115518"/>
              <a:gd name="connsiteX1049" fmla="*/ 1915536 w 6282234"/>
              <a:gd name="connsiteY1049" fmla="*/ 2674126 h 4115518"/>
              <a:gd name="connsiteX1050" fmla="*/ 1912930 w 6282234"/>
              <a:gd name="connsiteY1050" fmla="*/ 2671471 h 4115518"/>
              <a:gd name="connsiteX1051" fmla="*/ 1910325 w 6282234"/>
              <a:gd name="connsiteY1051" fmla="*/ 2671471 h 4115518"/>
              <a:gd name="connsiteX1052" fmla="*/ 1907718 w 6282234"/>
              <a:gd name="connsiteY1052" fmla="*/ 2668817 h 4115518"/>
              <a:gd name="connsiteX1053" fmla="*/ 1907718 w 6282234"/>
              <a:gd name="connsiteY1053" fmla="*/ 2666164 h 4115518"/>
              <a:gd name="connsiteX1054" fmla="*/ 2560150 w 6282234"/>
              <a:gd name="connsiteY1054" fmla="*/ 2656543 h 4115518"/>
              <a:gd name="connsiteX1055" fmla="*/ 2565362 w 6282234"/>
              <a:gd name="connsiteY1055" fmla="*/ 2661851 h 4115518"/>
              <a:gd name="connsiteX1056" fmla="*/ 2562756 w 6282234"/>
              <a:gd name="connsiteY1056" fmla="*/ 2664504 h 4115518"/>
              <a:gd name="connsiteX1057" fmla="*/ 2558848 w 6282234"/>
              <a:gd name="connsiteY1057" fmla="*/ 2661851 h 4115518"/>
              <a:gd name="connsiteX1058" fmla="*/ 1903810 w 6282234"/>
              <a:gd name="connsiteY1058" fmla="*/ 2652562 h 4115518"/>
              <a:gd name="connsiteX1059" fmla="*/ 1905113 w 6282234"/>
              <a:gd name="connsiteY1059" fmla="*/ 2652562 h 4115518"/>
              <a:gd name="connsiteX1060" fmla="*/ 1907718 w 6282234"/>
              <a:gd name="connsiteY1060" fmla="*/ 2652562 h 4115518"/>
              <a:gd name="connsiteX1061" fmla="*/ 1907718 w 6282234"/>
              <a:gd name="connsiteY1061" fmla="*/ 2653889 h 4115518"/>
              <a:gd name="connsiteX1062" fmla="*/ 1907718 w 6282234"/>
              <a:gd name="connsiteY1062" fmla="*/ 2656543 h 4115518"/>
              <a:gd name="connsiteX1063" fmla="*/ 1907718 w 6282234"/>
              <a:gd name="connsiteY1063" fmla="*/ 2659197 h 4115518"/>
              <a:gd name="connsiteX1064" fmla="*/ 1905113 w 6282234"/>
              <a:gd name="connsiteY1064" fmla="*/ 2659197 h 4115518"/>
              <a:gd name="connsiteX1065" fmla="*/ 1905113 w 6282234"/>
              <a:gd name="connsiteY1065" fmla="*/ 2656543 h 4115518"/>
              <a:gd name="connsiteX1066" fmla="*/ 1903810 w 6282234"/>
              <a:gd name="connsiteY1066" fmla="*/ 2653889 h 4115518"/>
              <a:gd name="connsiteX1067" fmla="*/ 1905113 w 6282234"/>
              <a:gd name="connsiteY1067" fmla="*/ 2644601 h 4115518"/>
              <a:gd name="connsiteX1068" fmla="*/ 1907718 w 6282234"/>
              <a:gd name="connsiteY1068" fmla="*/ 2644601 h 4115518"/>
              <a:gd name="connsiteX1069" fmla="*/ 1907718 w 6282234"/>
              <a:gd name="connsiteY1069" fmla="*/ 2647254 h 4115518"/>
              <a:gd name="connsiteX1070" fmla="*/ 1905113 w 6282234"/>
              <a:gd name="connsiteY1070" fmla="*/ 2647254 h 4115518"/>
              <a:gd name="connsiteX1071" fmla="*/ 1898598 w 6282234"/>
              <a:gd name="connsiteY1071" fmla="*/ 2637634 h 4115518"/>
              <a:gd name="connsiteX1072" fmla="*/ 1901204 w 6282234"/>
              <a:gd name="connsiteY1072" fmla="*/ 2637634 h 4115518"/>
              <a:gd name="connsiteX1073" fmla="*/ 1901204 w 6282234"/>
              <a:gd name="connsiteY1073" fmla="*/ 2640287 h 4115518"/>
              <a:gd name="connsiteX1074" fmla="*/ 1903810 w 6282234"/>
              <a:gd name="connsiteY1074" fmla="*/ 2641615 h 4115518"/>
              <a:gd name="connsiteX1075" fmla="*/ 1901204 w 6282234"/>
              <a:gd name="connsiteY1075" fmla="*/ 2641615 h 4115518"/>
              <a:gd name="connsiteX1076" fmla="*/ 1901204 w 6282234"/>
              <a:gd name="connsiteY1076" fmla="*/ 2644601 h 4115518"/>
              <a:gd name="connsiteX1077" fmla="*/ 1898598 w 6282234"/>
              <a:gd name="connsiteY1077" fmla="*/ 2641615 h 4115518"/>
              <a:gd name="connsiteX1078" fmla="*/ 1898598 w 6282234"/>
              <a:gd name="connsiteY1078" fmla="*/ 2640287 h 4115518"/>
              <a:gd name="connsiteX1079" fmla="*/ 1903810 w 6282234"/>
              <a:gd name="connsiteY1079" fmla="*/ 2634980 h 4115518"/>
              <a:gd name="connsiteX1080" fmla="*/ 1905113 w 6282234"/>
              <a:gd name="connsiteY1080" fmla="*/ 2634980 h 4115518"/>
              <a:gd name="connsiteX1081" fmla="*/ 1905113 w 6282234"/>
              <a:gd name="connsiteY1081" fmla="*/ 2637634 h 4115518"/>
              <a:gd name="connsiteX1082" fmla="*/ 1907718 w 6282234"/>
              <a:gd name="connsiteY1082" fmla="*/ 2637634 h 4115518"/>
              <a:gd name="connsiteX1083" fmla="*/ 1907718 w 6282234"/>
              <a:gd name="connsiteY1083" fmla="*/ 2640287 h 4115518"/>
              <a:gd name="connsiteX1084" fmla="*/ 1903810 w 6282234"/>
              <a:gd name="connsiteY1084" fmla="*/ 2640287 h 4115518"/>
              <a:gd name="connsiteX1085" fmla="*/ 1903810 w 6282234"/>
              <a:gd name="connsiteY1085" fmla="*/ 2637634 h 4115518"/>
              <a:gd name="connsiteX1086" fmla="*/ 2532463 w 6282234"/>
              <a:gd name="connsiteY1086" fmla="*/ 2623037 h 4115518"/>
              <a:gd name="connsiteX1087" fmla="*/ 2536372 w 6282234"/>
              <a:gd name="connsiteY1087" fmla="*/ 2623037 h 4115518"/>
              <a:gd name="connsiteX1088" fmla="*/ 2536372 w 6282234"/>
              <a:gd name="connsiteY1088" fmla="*/ 2625692 h 4115518"/>
              <a:gd name="connsiteX1089" fmla="*/ 2532463 w 6282234"/>
              <a:gd name="connsiteY1089" fmla="*/ 2628345 h 4115518"/>
              <a:gd name="connsiteX1090" fmla="*/ 1895667 w 6282234"/>
              <a:gd name="connsiteY1090" fmla="*/ 2623037 h 4115518"/>
              <a:gd name="connsiteX1091" fmla="*/ 1898598 w 6282234"/>
              <a:gd name="connsiteY1091" fmla="*/ 2623037 h 4115518"/>
              <a:gd name="connsiteX1092" fmla="*/ 1901204 w 6282234"/>
              <a:gd name="connsiteY1092" fmla="*/ 2623037 h 4115518"/>
              <a:gd name="connsiteX1093" fmla="*/ 1901204 w 6282234"/>
              <a:gd name="connsiteY1093" fmla="*/ 2625692 h 4115518"/>
              <a:gd name="connsiteX1094" fmla="*/ 1898598 w 6282234"/>
              <a:gd name="connsiteY1094" fmla="*/ 2625692 h 4115518"/>
              <a:gd name="connsiteX1095" fmla="*/ 1895667 w 6282234"/>
              <a:gd name="connsiteY1095" fmla="*/ 2625692 h 4115518"/>
              <a:gd name="connsiteX1096" fmla="*/ 1881335 w 6282234"/>
              <a:gd name="connsiteY1096" fmla="*/ 2620052 h 4115518"/>
              <a:gd name="connsiteX1097" fmla="*/ 1883941 w 6282234"/>
              <a:gd name="connsiteY1097" fmla="*/ 2620052 h 4115518"/>
              <a:gd name="connsiteX1098" fmla="*/ 1883941 w 6282234"/>
              <a:gd name="connsiteY1098" fmla="*/ 2623037 h 4115518"/>
              <a:gd name="connsiteX1099" fmla="*/ 1880032 w 6282234"/>
              <a:gd name="connsiteY1099" fmla="*/ 2617398 h 4115518"/>
              <a:gd name="connsiteX1100" fmla="*/ 1881335 w 6282234"/>
              <a:gd name="connsiteY1100" fmla="*/ 2617398 h 4115518"/>
              <a:gd name="connsiteX1101" fmla="*/ 1881335 w 6282234"/>
              <a:gd name="connsiteY1101" fmla="*/ 2620052 h 4115518"/>
              <a:gd name="connsiteX1102" fmla="*/ 1880032 w 6282234"/>
              <a:gd name="connsiteY1102" fmla="*/ 2620052 h 4115518"/>
              <a:gd name="connsiteX1103" fmla="*/ 1895667 w 6282234"/>
              <a:gd name="connsiteY1103" fmla="*/ 2613417 h 4115518"/>
              <a:gd name="connsiteX1104" fmla="*/ 1898598 w 6282234"/>
              <a:gd name="connsiteY1104" fmla="*/ 2613417 h 4115518"/>
              <a:gd name="connsiteX1105" fmla="*/ 1898598 w 6282234"/>
              <a:gd name="connsiteY1105" fmla="*/ 2616072 h 4115518"/>
              <a:gd name="connsiteX1106" fmla="*/ 1895667 w 6282234"/>
              <a:gd name="connsiteY1106" fmla="*/ 2616072 h 4115518"/>
              <a:gd name="connsiteX1107" fmla="*/ 1844202 w 6282234"/>
              <a:gd name="connsiteY1107" fmla="*/ 2610764 h 4115518"/>
              <a:gd name="connsiteX1108" fmla="*/ 1845505 w 6282234"/>
              <a:gd name="connsiteY1108" fmla="*/ 2610764 h 4115518"/>
              <a:gd name="connsiteX1109" fmla="*/ 1848110 w 6282234"/>
              <a:gd name="connsiteY1109" fmla="*/ 2610764 h 4115518"/>
              <a:gd name="connsiteX1110" fmla="*/ 1848110 w 6282234"/>
              <a:gd name="connsiteY1110" fmla="*/ 2613417 h 4115518"/>
              <a:gd name="connsiteX1111" fmla="*/ 1845505 w 6282234"/>
              <a:gd name="connsiteY1111" fmla="*/ 2613417 h 4115518"/>
              <a:gd name="connsiteX1112" fmla="*/ 1844202 w 6282234"/>
              <a:gd name="connsiteY1112" fmla="*/ 2613417 h 4115518"/>
              <a:gd name="connsiteX1113" fmla="*/ 1877426 w 6282234"/>
              <a:gd name="connsiteY1113" fmla="*/ 2604129 h 4115518"/>
              <a:gd name="connsiteX1114" fmla="*/ 1880032 w 6282234"/>
              <a:gd name="connsiteY1114" fmla="*/ 2604129 h 4115518"/>
              <a:gd name="connsiteX1115" fmla="*/ 1880032 w 6282234"/>
              <a:gd name="connsiteY1115" fmla="*/ 2605455 h 4115518"/>
              <a:gd name="connsiteX1116" fmla="*/ 1877426 w 6282234"/>
              <a:gd name="connsiteY1116" fmla="*/ 2605455 h 4115518"/>
              <a:gd name="connsiteX1117" fmla="*/ 1833453 w 6282234"/>
              <a:gd name="connsiteY1117" fmla="*/ 2604129 h 4115518"/>
              <a:gd name="connsiteX1118" fmla="*/ 1836385 w 6282234"/>
              <a:gd name="connsiteY1118" fmla="*/ 2604129 h 4115518"/>
              <a:gd name="connsiteX1119" fmla="*/ 1836385 w 6282234"/>
              <a:gd name="connsiteY1119" fmla="*/ 2605455 h 4115518"/>
              <a:gd name="connsiteX1120" fmla="*/ 1833453 w 6282234"/>
              <a:gd name="connsiteY1120" fmla="*/ 2605455 h 4115518"/>
              <a:gd name="connsiteX1121" fmla="*/ 1832150 w 6282234"/>
              <a:gd name="connsiteY1121" fmla="*/ 2605455 h 4115518"/>
              <a:gd name="connsiteX1122" fmla="*/ 1877426 w 6282234"/>
              <a:gd name="connsiteY1122" fmla="*/ 2601475 h 4115518"/>
              <a:gd name="connsiteX1123" fmla="*/ 1877426 w 6282234"/>
              <a:gd name="connsiteY1123" fmla="*/ 2604129 h 4115518"/>
              <a:gd name="connsiteX1124" fmla="*/ 1874494 w 6282234"/>
              <a:gd name="connsiteY1124" fmla="*/ 2604129 h 4115518"/>
              <a:gd name="connsiteX1125" fmla="*/ 5080301 w 6282234"/>
              <a:gd name="connsiteY1125" fmla="*/ 2595835 h 4115518"/>
              <a:gd name="connsiteX1126" fmla="*/ 5093331 w 6282234"/>
              <a:gd name="connsiteY1126" fmla="*/ 2601475 h 4115518"/>
              <a:gd name="connsiteX1127" fmla="*/ 5099845 w 6282234"/>
              <a:gd name="connsiteY1127" fmla="*/ 2617398 h 4115518"/>
              <a:gd name="connsiteX1128" fmla="*/ 5106359 w 6282234"/>
              <a:gd name="connsiteY1128" fmla="*/ 2623037 h 4115518"/>
              <a:gd name="connsiteX1129" fmla="*/ 5099845 w 6282234"/>
              <a:gd name="connsiteY1129" fmla="*/ 2632327 h 4115518"/>
              <a:gd name="connsiteX1130" fmla="*/ 5083559 w 6282234"/>
              <a:gd name="connsiteY1130" fmla="*/ 2656543 h 4115518"/>
              <a:gd name="connsiteX1131" fmla="*/ 5090073 w 6282234"/>
              <a:gd name="connsiteY1131" fmla="*/ 2678106 h 4115518"/>
              <a:gd name="connsiteX1132" fmla="*/ 5096587 w 6282234"/>
              <a:gd name="connsiteY1132" fmla="*/ 2680759 h 4115518"/>
              <a:gd name="connsiteX1133" fmla="*/ 5103102 w 6282234"/>
              <a:gd name="connsiteY1133" fmla="*/ 2674126 h 4115518"/>
              <a:gd name="connsiteX1134" fmla="*/ 5109617 w 6282234"/>
              <a:gd name="connsiteY1134" fmla="*/ 2676779 h 4115518"/>
              <a:gd name="connsiteX1135" fmla="*/ 5112873 w 6282234"/>
              <a:gd name="connsiteY1135" fmla="*/ 2686399 h 4115518"/>
              <a:gd name="connsiteX1136" fmla="*/ 5119389 w 6282234"/>
              <a:gd name="connsiteY1136" fmla="*/ 2680759 h 4115518"/>
              <a:gd name="connsiteX1137" fmla="*/ 5125903 w 6282234"/>
              <a:gd name="connsiteY1137" fmla="*/ 2695688 h 4115518"/>
              <a:gd name="connsiteX1138" fmla="*/ 5132418 w 6282234"/>
              <a:gd name="connsiteY1138" fmla="*/ 2698341 h 4115518"/>
              <a:gd name="connsiteX1139" fmla="*/ 5129160 w 6282234"/>
              <a:gd name="connsiteY1139" fmla="*/ 2707963 h 4115518"/>
              <a:gd name="connsiteX1140" fmla="*/ 5119389 w 6282234"/>
              <a:gd name="connsiteY1140" fmla="*/ 2698341 h 4115518"/>
              <a:gd name="connsiteX1141" fmla="*/ 5116131 w 6282234"/>
              <a:gd name="connsiteY1141" fmla="*/ 2690381 h 4115518"/>
              <a:gd name="connsiteX1142" fmla="*/ 5106359 w 6282234"/>
              <a:gd name="connsiteY1142" fmla="*/ 2680759 h 4115518"/>
              <a:gd name="connsiteX1143" fmla="*/ 5096587 w 6282234"/>
              <a:gd name="connsiteY1143" fmla="*/ 2686399 h 4115518"/>
              <a:gd name="connsiteX1144" fmla="*/ 5090073 w 6282234"/>
              <a:gd name="connsiteY1144" fmla="*/ 2680759 h 4115518"/>
              <a:gd name="connsiteX1145" fmla="*/ 5083559 w 6282234"/>
              <a:gd name="connsiteY1145" fmla="*/ 2689053 h 4115518"/>
              <a:gd name="connsiteX1146" fmla="*/ 5070529 w 6282234"/>
              <a:gd name="connsiteY1146" fmla="*/ 2680759 h 4115518"/>
              <a:gd name="connsiteX1147" fmla="*/ 5070529 w 6282234"/>
              <a:gd name="connsiteY1147" fmla="*/ 2676779 h 4115518"/>
              <a:gd name="connsiteX1148" fmla="*/ 5077044 w 6282234"/>
              <a:gd name="connsiteY1148" fmla="*/ 2671471 h 4115518"/>
              <a:gd name="connsiteX1149" fmla="*/ 5060757 w 6282234"/>
              <a:gd name="connsiteY1149" fmla="*/ 2666164 h 4115518"/>
              <a:gd name="connsiteX1150" fmla="*/ 5057499 w 6282234"/>
              <a:gd name="connsiteY1150" fmla="*/ 2647254 h 4115518"/>
              <a:gd name="connsiteX1151" fmla="*/ 5067273 w 6282234"/>
              <a:gd name="connsiteY1151" fmla="*/ 2640287 h 4115518"/>
              <a:gd name="connsiteX1152" fmla="*/ 5067273 w 6282234"/>
              <a:gd name="connsiteY1152" fmla="*/ 2632327 h 4115518"/>
              <a:gd name="connsiteX1153" fmla="*/ 5067273 w 6282234"/>
              <a:gd name="connsiteY1153" fmla="*/ 2625692 h 4115518"/>
              <a:gd name="connsiteX1154" fmla="*/ 5067273 w 6282234"/>
              <a:gd name="connsiteY1154" fmla="*/ 2613417 h 4115518"/>
              <a:gd name="connsiteX1155" fmla="*/ 5070529 w 6282234"/>
              <a:gd name="connsiteY1155" fmla="*/ 2598489 h 4115518"/>
              <a:gd name="connsiteX1156" fmla="*/ 1805766 w 6282234"/>
              <a:gd name="connsiteY1156" fmla="*/ 2595835 h 4115518"/>
              <a:gd name="connsiteX1157" fmla="*/ 1808372 w 6282234"/>
              <a:gd name="connsiteY1157" fmla="*/ 2598489 h 4115518"/>
              <a:gd name="connsiteX1158" fmla="*/ 1809674 w 6282234"/>
              <a:gd name="connsiteY1158" fmla="*/ 2598489 h 4115518"/>
              <a:gd name="connsiteX1159" fmla="*/ 1812281 w 6282234"/>
              <a:gd name="connsiteY1159" fmla="*/ 2598489 h 4115518"/>
              <a:gd name="connsiteX1160" fmla="*/ 1815212 w 6282234"/>
              <a:gd name="connsiteY1160" fmla="*/ 2598489 h 4115518"/>
              <a:gd name="connsiteX1161" fmla="*/ 1817818 w 6282234"/>
              <a:gd name="connsiteY1161" fmla="*/ 2598489 h 4115518"/>
              <a:gd name="connsiteX1162" fmla="*/ 1821727 w 6282234"/>
              <a:gd name="connsiteY1162" fmla="*/ 2598489 h 4115518"/>
              <a:gd name="connsiteX1163" fmla="*/ 1824332 w 6282234"/>
              <a:gd name="connsiteY1163" fmla="*/ 2598489 h 4115518"/>
              <a:gd name="connsiteX1164" fmla="*/ 1826939 w 6282234"/>
              <a:gd name="connsiteY1164" fmla="*/ 2598489 h 4115518"/>
              <a:gd name="connsiteX1165" fmla="*/ 1829544 w 6282234"/>
              <a:gd name="connsiteY1165" fmla="*/ 2598489 h 4115518"/>
              <a:gd name="connsiteX1166" fmla="*/ 1832150 w 6282234"/>
              <a:gd name="connsiteY1166" fmla="*/ 2601475 h 4115518"/>
              <a:gd name="connsiteX1167" fmla="*/ 1832150 w 6282234"/>
              <a:gd name="connsiteY1167" fmla="*/ 2604129 h 4115518"/>
              <a:gd name="connsiteX1168" fmla="*/ 1829544 w 6282234"/>
              <a:gd name="connsiteY1168" fmla="*/ 2604129 h 4115518"/>
              <a:gd name="connsiteX1169" fmla="*/ 1826939 w 6282234"/>
              <a:gd name="connsiteY1169" fmla="*/ 2605455 h 4115518"/>
              <a:gd name="connsiteX1170" fmla="*/ 1826939 w 6282234"/>
              <a:gd name="connsiteY1170" fmla="*/ 2608110 h 4115518"/>
              <a:gd name="connsiteX1171" fmla="*/ 1821727 w 6282234"/>
              <a:gd name="connsiteY1171" fmla="*/ 2608110 h 4115518"/>
              <a:gd name="connsiteX1172" fmla="*/ 1820424 w 6282234"/>
              <a:gd name="connsiteY1172" fmla="*/ 2608110 h 4115518"/>
              <a:gd name="connsiteX1173" fmla="*/ 1817818 w 6282234"/>
              <a:gd name="connsiteY1173" fmla="*/ 2608110 h 4115518"/>
              <a:gd name="connsiteX1174" fmla="*/ 1815212 w 6282234"/>
              <a:gd name="connsiteY1174" fmla="*/ 2608110 h 4115518"/>
              <a:gd name="connsiteX1175" fmla="*/ 1812281 w 6282234"/>
              <a:gd name="connsiteY1175" fmla="*/ 2608110 h 4115518"/>
              <a:gd name="connsiteX1176" fmla="*/ 1809674 w 6282234"/>
              <a:gd name="connsiteY1176" fmla="*/ 2608110 h 4115518"/>
              <a:gd name="connsiteX1177" fmla="*/ 1808372 w 6282234"/>
              <a:gd name="connsiteY1177" fmla="*/ 2608110 h 4115518"/>
              <a:gd name="connsiteX1178" fmla="*/ 1805766 w 6282234"/>
              <a:gd name="connsiteY1178" fmla="*/ 2608110 h 4115518"/>
              <a:gd name="connsiteX1179" fmla="*/ 1803161 w 6282234"/>
              <a:gd name="connsiteY1179" fmla="*/ 2608110 h 4115518"/>
              <a:gd name="connsiteX1180" fmla="*/ 1803161 w 6282234"/>
              <a:gd name="connsiteY1180" fmla="*/ 2605455 h 4115518"/>
              <a:gd name="connsiteX1181" fmla="*/ 1805766 w 6282234"/>
              <a:gd name="connsiteY1181" fmla="*/ 2604129 h 4115518"/>
              <a:gd name="connsiteX1182" fmla="*/ 1803161 w 6282234"/>
              <a:gd name="connsiteY1182" fmla="*/ 2601475 h 4115518"/>
              <a:gd name="connsiteX1183" fmla="*/ 1805766 w 6282234"/>
              <a:gd name="connsiteY1183" fmla="*/ 2598489 h 4115518"/>
              <a:gd name="connsiteX1184" fmla="*/ 1619125 w 6282234"/>
              <a:gd name="connsiteY1184" fmla="*/ 2595835 h 4115518"/>
              <a:gd name="connsiteX1185" fmla="*/ 1636388 w 6282234"/>
              <a:gd name="connsiteY1185" fmla="*/ 2601475 h 4115518"/>
              <a:gd name="connsiteX1186" fmla="*/ 1645508 w 6282234"/>
              <a:gd name="connsiteY1186" fmla="*/ 2604129 h 4115518"/>
              <a:gd name="connsiteX1187" fmla="*/ 1642903 w 6282234"/>
              <a:gd name="connsiteY1187" fmla="*/ 2610764 h 4115518"/>
              <a:gd name="connsiteX1188" fmla="*/ 1638993 w 6282234"/>
              <a:gd name="connsiteY1188" fmla="*/ 2608110 h 4115518"/>
              <a:gd name="connsiteX1189" fmla="*/ 1636388 w 6282234"/>
              <a:gd name="connsiteY1189" fmla="*/ 2608110 h 4115518"/>
              <a:gd name="connsiteX1190" fmla="*/ 1631176 w 6282234"/>
              <a:gd name="connsiteY1190" fmla="*/ 2608110 h 4115518"/>
              <a:gd name="connsiteX1191" fmla="*/ 1629873 w 6282234"/>
              <a:gd name="connsiteY1191" fmla="*/ 2613417 h 4115518"/>
              <a:gd name="connsiteX1192" fmla="*/ 1627268 w 6282234"/>
              <a:gd name="connsiteY1192" fmla="*/ 2610764 h 4115518"/>
              <a:gd name="connsiteX1193" fmla="*/ 1621730 w 6282234"/>
              <a:gd name="connsiteY1193" fmla="*/ 2610764 h 4115518"/>
              <a:gd name="connsiteX1194" fmla="*/ 1615215 w 6282234"/>
              <a:gd name="connsiteY1194" fmla="*/ 2604129 h 4115518"/>
              <a:gd name="connsiteX1195" fmla="*/ 1610004 w 6282234"/>
              <a:gd name="connsiteY1195" fmla="*/ 2604129 h 4115518"/>
              <a:gd name="connsiteX1196" fmla="*/ 1612610 w 6282234"/>
              <a:gd name="connsiteY1196" fmla="*/ 2598489 h 4115518"/>
              <a:gd name="connsiteX1197" fmla="*/ 1558213 w 6282234"/>
              <a:gd name="connsiteY1197" fmla="*/ 2581239 h 4115518"/>
              <a:gd name="connsiteX1198" fmla="*/ 1562448 w 6282234"/>
              <a:gd name="connsiteY1198" fmla="*/ 2581239 h 4115518"/>
              <a:gd name="connsiteX1199" fmla="*/ 1559517 w 6282234"/>
              <a:gd name="connsiteY1199" fmla="*/ 2583893 h 4115518"/>
              <a:gd name="connsiteX1200" fmla="*/ 1707722 w 6282234"/>
              <a:gd name="connsiteY1200" fmla="*/ 2568965 h 4115518"/>
              <a:gd name="connsiteX1201" fmla="*/ 1724986 w 6282234"/>
              <a:gd name="connsiteY1201" fmla="*/ 2574273 h 4115518"/>
              <a:gd name="connsiteX1202" fmla="*/ 1738341 w 6282234"/>
              <a:gd name="connsiteY1202" fmla="*/ 2571618 h 4115518"/>
              <a:gd name="connsiteX1203" fmla="*/ 1750067 w 6282234"/>
              <a:gd name="connsiteY1203" fmla="*/ 2576927 h 4115518"/>
              <a:gd name="connsiteX1204" fmla="*/ 1758210 w 6282234"/>
              <a:gd name="connsiteY1204" fmla="*/ 2576927 h 4115518"/>
              <a:gd name="connsiteX1205" fmla="*/ 1760815 w 6282234"/>
              <a:gd name="connsiteY1205" fmla="*/ 2583893 h 4115518"/>
              <a:gd name="connsiteX1206" fmla="*/ 1769937 w 6282234"/>
              <a:gd name="connsiteY1206" fmla="*/ 2581239 h 4115518"/>
              <a:gd name="connsiteX1207" fmla="*/ 1784594 w 6282234"/>
              <a:gd name="connsiteY1207" fmla="*/ 2593182 h 4115518"/>
              <a:gd name="connsiteX1208" fmla="*/ 1781988 w 6282234"/>
              <a:gd name="connsiteY1208" fmla="*/ 2601475 h 4115518"/>
              <a:gd name="connsiteX1209" fmla="*/ 1758210 w 6282234"/>
              <a:gd name="connsiteY1209" fmla="*/ 2598489 h 4115518"/>
              <a:gd name="connsiteX1210" fmla="*/ 1746158 w 6282234"/>
              <a:gd name="connsiteY1210" fmla="*/ 2604129 h 4115518"/>
              <a:gd name="connsiteX1211" fmla="*/ 1737037 w 6282234"/>
              <a:gd name="connsiteY1211" fmla="*/ 2604129 h 4115518"/>
              <a:gd name="connsiteX1212" fmla="*/ 1728894 w 6282234"/>
              <a:gd name="connsiteY1212" fmla="*/ 2613417 h 4115518"/>
              <a:gd name="connsiteX1213" fmla="*/ 1724986 w 6282234"/>
              <a:gd name="connsiteY1213" fmla="*/ 2605455 h 4115518"/>
              <a:gd name="connsiteX1214" fmla="*/ 1719774 w 6282234"/>
              <a:gd name="connsiteY1214" fmla="*/ 2604129 h 4115518"/>
              <a:gd name="connsiteX1215" fmla="*/ 1705116 w 6282234"/>
              <a:gd name="connsiteY1215" fmla="*/ 2604129 h 4115518"/>
              <a:gd name="connsiteX1216" fmla="*/ 1695996 w 6282234"/>
              <a:gd name="connsiteY1216" fmla="*/ 2601475 h 4115518"/>
              <a:gd name="connsiteX1217" fmla="*/ 1686550 w 6282234"/>
              <a:gd name="connsiteY1217" fmla="*/ 2604129 h 4115518"/>
              <a:gd name="connsiteX1218" fmla="*/ 1678732 w 6282234"/>
              <a:gd name="connsiteY1218" fmla="*/ 2601475 h 4115518"/>
              <a:gd name="connsiteX1219" fmla="*/ 1681339 w 6282234"/>
              <a:gd name="connsiteY1219" fmla="*/ 2593182 h 4115518"/>
              <a:gd name="connsiteX1220" fmla="*/ 1690785 w 6282234"/>
              <a:gd name="connsiteY1220" fmla="*/ 2598489 h 4115518"/>
              <a:gd name="connsiteX1221" fmla="*/ 1707722 w 6282234"/>
              <a:gd name="connsiteY1221" fmla="*/ 2598489 h 4115518"/>
              <a:gd name="connsiteX1222" fmla="*/ 1710654 w 6282234"/>
              <a:gd name="connsiteY1222" fmla="*/ 2591855 h 4115518"/>
              <a:gd name="connsiteX1223" fmla="*/ 1705116 w 6282234"/>
              <a:gd name="connsiteY1223" fmla="*/ 2589200 h 4115518"/>
              <a:gd name="connsiteX1224" fmla="*/ 1707722 w 6282234"/>
              <a:gd name="connsiteY1224" fmla="*/ 2579912 h 4115518"/>
              <a:gd name="connsiteX1225" fmla="*/ 1695996 w 6282234"/>
              <a:gd name="connsiteY1225" fmla="*/ 2576927 h 4115518"/>
              <a:gd name="connsiteX1226" fmla="*/ 4897894 w 6282234"/>
              <a:gd name="connsiteY1226" fmla="*/ 2567638 h 4115518"/>
              <a:gd name="connsiteX1227" fmla="*/ 4904409 w 6282234"/>
              <a:gd name="connsiteY1227" fmla="*/ 2576927 h 4115518"/>
              <a:gd name="connsiteX1228" fmla="*/ 4897894 w 6282234"/>
              <a:gd name="connsiteY1228" fmla="*/ 2581239 h 4115518"/>
              <a:gd name="connsiteX1229" fmla="*/ 4894636 w 6282234"/>
              <a:gd name="connsiteY1229" fmla="*/ 2591855 h 4115518"/>
              <a:gd name="connsiteX1230" fmla="*/ 4881607 w 6282234"/>
              <a:gd name="connsiteY1230" fmla="*/ 2604129 h 4115518"/>
              <a:gd name="connsiteX1231" fmla="*/ 4865321 w 6282234"/>
              <a:gd name="connsiteY1231" fmla="*/ 2598489 h 4115518"/>
              <a:gd name="connsiteX1232" fmla="*/ 4862063 w 6282234"/>
              <a:gd name="connsiteY1232" fmla="*/ 2583893 h 4115518"/>
              <a:gd name="connsiteX1233" fmla="*/ 4875093 w 6282234"/>
              <a:gd name="connsiteY1233" fmla="*/ 2571618 h 4115518"/>
              <a:gd name="connsiteX1234" fmla="*/ 1701208 w 6282234"/>
              <a:gd name="connsiteY1234" fmla="*/ 2544748 h 4115518"/>
              <a:gd name="connsiteX1235" fmla="*/ 1702510 w 6282234"/>
              <a:gd name="connsiteY1235" fmla="*/ 2544748 h 4115518"/>
              <a:gd name="connsiteX1236" fmla="*/ 1702510 w 6282234"/>
              <a:gd name="connsiteY1236" fmla="*/ 2547402 h 4115518"/>
              <a:gd name="connsiteX1237" fmla="*/ 1701208 w 6282234"/>
              <a:gd name="connsiteY1237" fmla="*/ 2550056 h 4115518"/>
              <a:gd name="connsiteX1238" fmla="*/ 1698602 w 6282234"/>
              <a:gd name="connsiteY1238" fmla="*/ 2552710 h 4115518"/>
              <a:gd name="connsiteX1239" fmla="*/ 1695996 w 6282234"/>
              <a:gd name="connsiteY1239" fmla="*/ 2552710 h 4115518"/>
              <a:gd name="connsiteX1240" fmla="*/ 1693390 w 6282234"/>
              <a:gd name="connsiteY1240" fmla="*/ 2552710 h 4115518"/>
              <a:gd name="connsiteX1241" fmla="*/ 1690785 w 6282234"/>
              <a:gd name="connsiteY1241" fmla="*/ 2552710 h 4115518"/>
              <a:gd name="connsiteX1242" fmla="*/ 1690785 w 6282234"/>
              <a:gd name="connsiteY1242" fmla="*/ 2550056 h 4115518"/>
              <a:gd name="connsiteX1243" fmla="*/ 1690785 w 6282234"/>
              <a:gd name="connsiteY1243" fmla="*/ 2547402 h 4115518"/>
              <a:gd name="connsiteX1244" fmla="*/ 1693390 w 6282234"/>
              <a:gd name="connsiteY1244" fmla="*/ 2547402 h 4115518"/>
              <a:gd name="connsiteX1245" fmla="*/ 1695996 w 6282234"/>
              <a:gd name="connsiteY1245" fmla="*/ 2547402 h 4115518"/>
              <a:gd name="connsiteX1246" fmla="*/ 1698602 w 6282234"/>
              <a:gd name="connsiteY1246" fmla="*/ 2547402 h 4115518"/>
              <a:gd name="connsiteX1247" fmla="*/ 1701208 w 6282234"/>
              <a:gd name="connsiteY1247" fmla="*/ 2547402 h 4115518"/>
              <a:gd name="connsiteX1248" fmla="*/ 1719774 w 6282234"/>
              <a:gd name="connsiteY1248" fmla="*/ 2532473 h 4115518"/>
              <a:gd name="connsiteX1249" fmla="*/ 1722380 w 6282234"/>
              <a:gd name="connsiteY1249" fmla="*/ 2532473 h 4115518"/>
              <a:gd name="connsiteX1250" fmla="*/ 1722380 w 6282234"/>
              <a:gd name="connsiteY1250" fmla="*/ 2535128 h 4115518"/>
              <a:gd name="connsiteX1251" fmla="*/ 1702510 w 6282234"/>
              <a:gd name="connsiteY1251" fmla="*/ 2523185 h 4115518"/>
              <a:gd name="connsiteX1252" fmla="*/ 1705116 w 6282234"/>
              <a:gd name="connsiteY1252" fmla="*/ 2523185 h 4115518"/>
              <a:gd name="connsiteX1253" fmla="*/ 1707722 w 6282234"/>
              <a:gd name="connsiteY1253" fmla="*/ 2525839 h 4115518"/>
              <a:gd name="connsiteX1254" fmla="*/ 1705116 w 6282234"/>
              <a:gd name="connsiteY1254" fmla="*/ 2525839 h 4115518"/>
              <a:gd name="connsiteX1255" fmla="*/ 1701208 w 6282234"/>
              <a:gd name="connsiteY1255" fmla="*/ 2523185 h 4115518"/>
              <a:gd name="connsiteX1256" fmla="*/ 1702510 w 6282234"/>
              <a:gd name="connsiteY1256" fmla="*/ 2523185 h 4115518"/>
              <a:gd name="connsiteX1257" fmla="*/ 1702510 w 6282234"/>
              <a:gd name="connsiteY1257" fmla="*/ 2525839 h 4115518"/>
              <a:gd name="connsiteX1258" fmla="*/ 1701208 w 6282234"/>
              <a:gd name="connsiteY1258" fmla="*/ 2525839 h 4115518"/>
              <a:gd name="connsiteX1259" fmla="*/ 1689482 w 6282234"/>
              <a:gd name="connsiteY1259" fmla="*/ 2520531 h 4115518"/>
              <a:gd name="connsiteX1260" fmla="*/ 1689482 w 6282234"/>
              <a:gd name="connsiteY1260" fmla="*/ 2523185 h 4115518"/>
              <a:gd name="connsiteX1261" fmla="*/ 1686550 w 6282234"/>
              <a:gd name="connsiteY1261" fmla="*/ 2525839 h 4115518"/>
              <a:gd name="connsiteX1262" fmla="*/ 1683944 w 6282234"/>
              <a:gd name="connsiteY1262" fmla="*/ 2525839 h 4115518"/>
              <a:gd name="connsiteX1263" fmla="*/ 1681339 w 6282234"/>
              <a:gd name="connsiteY1263" fmla="*/ 2528493 h 4115518"/>
              <a:gd name="connsiteX1264" fmla="*/ 1681339 w 6282234"/>
              <a:gd name="connsiteY1264" fmla="*/ 2525839 h 4115518"/>
              <a:gd name="connsiteX1265" fmla="*/ 1683944 w 6282234"/>
              <a:gd name="connsiteY1265" fmla="*/ 2523185 h 4115518"/>
              <a:gd name="connsiteX1266" fmla="*/ 1686550 w 6282234"/>
              <a:gd name="connsiteY1266" fmla="*/ 2523185 h 4115518"/>
              <a:gd name="connsiteX1267" fmla="*/ 1683944 w 6282234"/>
              <a:gd name="connsiteY1267" fmla="*/ 2519204 h 4115518"/>
              <a:gd name="connsiteX1268" fmla="*/ 1686550 w 6282234"/>
              <a:gd name="connsiteY1268" fmla="*/ 2519204 h 4115518"/>
              <a:gd name="connsiteX1269" fmla="*/ 1689482 w 6282234"/>
              <a:gd name="connsiteY1269" fmla="*/ 2519204 h 4115518"/>
              <a:gd name="connsiteX1270" fmla="*/ 1689482 w 6282234"/>
              <a:gd name="connsiteY1270" fmla="*/ 2520531 h 4115518"/>
              <a:gd name="connsiteX1271" fmla="*/ 1686550 w 6282234"/>
              <a:gd name="connsiteY1271" fmla="*/ 2520531 h 4115518"/>
              <a:gd name="connsiteX1272" fmla="*/ 1678732 w 6282234"/>
              <a:gd name="connsiteY1272" fmla="*/ 2516551 h 4115518"/>
              <a:gd name="connsiteX1273" fmla="*/ 1681339 w 6282234"/>
              <a:gd name="connsiteY1273" fmla="*/ 2516551 h 4115518"/>
              <a:gd name="connsiteX1274" fmla="*/ 1683944 w 6282234"/>
              <a:gd name="connsiteY1274" fmla="*/ 2519204 h 4115518"/>
              <a:gd name="connsiteX1275" fmla="*/ 1681339 w 6282234"/>
              <a:gd name="connsiteY1275" fmla="*/ 2519204 h 4115518"/>
              <a:gd name="connsiteX1276" fmla="*/ 1669612 w 6282234"/>
              <a:gd name="connsiteY1276" fmla="*/ 2510911 h 4115518"/>
              <a:gd name="connsiteX1277" fmla="*/ 1672218 w 6282234"/>
              <a:gd name="connsiteY1277" fmla="*/ 2516551 h 4115518"/>
              <a:gd name="connsiteX1278" fmla="*/ 1669612 w 6282234"/>
              <a:gd name="connsiteY1278" fmla="*/ 2516551 h 4115518"/>
              <a:gd name="connsiteX1279" fmla="*/ 1669612 w 6282234"/>
              <a:gd name="connsiteY1279" fmla="*/ 2513565 h 4115518"/>
              <a:gd name="connsiteX1280" fmla="*/ 1541275 w 6282234"/>
              <a:gd name="connsiteY1280" fmla="*/ 2508257 h 4115518"/>
              <a:gd name="connsiteX1281" fmla="*/ 1570265 w 6282234"/>
              <a:gd name="connsiteY1281" fmla="*/ 2510911 h 4115518"/>
              <a:gd name="connsiteX1282" fmla="*/ 1581991 w 6282234"/>
              <a:gd name="connsiteY1282" fmla="*/ 2513565 h 4115518"/>
              <a:gd name="connsiteX1283" fmla="*/ 1594044 w 6282234"/>
              <a:gd name="connsiteY1283" fmla="*/ 2523185 h 4115518"/>
              <a:gd name="connsiteX1284" fmla="*/ 1603164 w 6282234"/>
              <a:gd name="connsiteY1284" fmla="*/ 2523185 h 4115518"/>
              <a:gd name="connsiteX1285" fmla="*/ 1624337 w 6282234"/>
              <a:gd name="connsiteY1285" fmla="*/ 2535128 h 4115518"/>
              <a:gd name="connsiteX1286" fmla="*/ 1629873 w 6282234"/>
              <a:gd name="connsiteY1286" fmla="*/ 2540767 h 4115518"/>
              <a:gd name="connsiteX1287" fmla="*/ 1654954 w 6282234"/>
              <a:gd name="connsiteY1287" fmla="*/ 2547402 h 4115518"/>
              <a:gd name="connsiteX1288" fmla="*/ 1660166 w 6282234"/>
              <a:gd name="connsiteY1288" fmla="*/ 2555363 h 4115518"/>
              <a:gd name="connsiteX1289" fmla="*/ 1667006 w 6282234"/>
              <a:gd name="connsiteY1289" fmla="*/ 2556690 h 4115518"/>
              <a:gd name="connsiteX1290" fmla="*/ 1677429 w 6282234"/>
              <a:gd name="connsiteY1290" fmla="*/ 2562330 h 4115518"/>
              <a:gd name="connsiteX1291" fmla="*/ 1678732 w 6282234"/>
              <a:gd name="connsiteY1291" fmla="*/ 2567638 h 4115518"/>
              <a:gd name="connsiteX1292" fmla="*/ 1667006 w 6282234"/>
              <a:gd name="connsiteY1292" fmla="*/ 2571618 h 4115518"/>
              <a:gd name="connsiteX1293" fmla="*/ 1645508 w 6282234"/>
              <a:gd name="connsiteY1293" fmla="*/ 2568965 h 4115518"/>
              <a:gd name="connsiteX1294" fmla="*/ 1633782 w 6282234"/>
              <a:gd name="connsiteY1294" fmla="*/ 2571618 h 4115518"/>
              <a:gd name="connsiteX1295" fmla="*/ 1621730 w 6282234"/>
              <a:gd name="connsiteY1295" fmla="*/ 2568965 h 4115518"/>
              <a:gd name="connsiteX1296" fmla="*/ 1631176 w 6282234"/>
              <a:gd name="connsiteY1296" fmla="*/ 2559676 h 4115518"/>
              <a:gd name="connsiteX1297" fmla="*/ 1627268 w 6282234"/>
              <a:gd name="connsiteY1297" fmla="*/ 2555363 h 4115518"/>
              <a:gd name="connsiteX1298" fmla="*/ 1615215 w 6282234"/>
              <a:gd name="connsiteY1298" fmla="*/ 2556690 h 4115518"/>
              <a:gd name="connsiteX1299" fmla="*/ 1607398 w 6282234"/>
              <a:gd name="connsiteY1299" fmla="*/ 2550056 h 4115518"/>
              <a:gd name="connsiteX1300" fmla="*/ 1603164 w 6282234"/>
              <a:gd name="connsiteY1300" fmla="*/ 2538113 h 4115518"/>
              <a:gd name="connsiteX1301" fmla="*/ 1595346 w 6282234"/>
              <a:gd name="connsiteY1301" fmla="*/ 2540767 h 4115518"/>
              <a:gd name="connsiteX1302" fmla="*/ 1581991 w 6282234"/>
              <a:gd name="connsiteY1302" fmla="*/ 2538113 h 4115518"/>
              <a:gd name="connsiteX1303" fmla="*/ 1571568 w 6282234"/>
              <a:gd name="connsiteY1303" fmla="*/ 2531146 h 4115518"/>
              <a:gd name="connsiteX1304" fmla="*/ 1550396 w 6282234"/>
              <a:gd name="connsiteY1304" fmla="*/ 2528493 h 4115518"/>
              <a:gd name="connsiteX1305" fmla="*/ 1547790 w 6282234"/>
              <a:gd name="connsiteY1305" fmla="*/ 2519204 h 4115518"/>
              <a:gd name="connsiteX1306" fmla="*/ 1535739 w 6282234"/>
              <a:gd name="connsiteY1306" fmla="*/ 2519204 h 4115518"/>
              <a:gd name="connsiteX1307" fmla="*/ 1522709 w 6282234"/>
              <a:gd name="connsiteY1307" fmla="*/ 2528493 h 4115518"/>
              <a:gd name="connsiteX1308" fmla="*/ 1511960 w 6282234"/>
              <a:gd name="connsiteY1308" fmla="*/ 2528493 h 4115518"/>
              <a:gd name="connsiteX1309" fmla="*/ 1502840 w 6282234"/>
              <a:gd name="connsiteY1309" fmla="*/ 2535128 h 4115518"/>
              <a:gd name="connsiteX1310" fmla="*/ 1505446 w 6282234"/>
              <a:gd name="connsiteY1310" fmla="*/ 2525839 h 4115518"/>
              <a:gd name="connsiteX1311" fmla="*/ 1510657 w 6282234"/>
              <a:gd name="connsiteY1311" fmla="*/ 2519204 h 4115518"/>
              <a:gd name="connsiteX1312" fmla="*/ 1524012 w 6282234"/>
              <a:gd name="connsiteY1312" fmla="*/ 2510911 h 4115518"/>
              <a:gd name="connsiteX1313" fmla="*/ 1662772 w 6282234"/>
              <a:gd name="connsiteY1313" fmla="*/ 2498968 h 4115518"/>
              <a:gd name="connsiteX1314" fmla="*/ 1667006 w 6282234"/>
              <a:gd name="connsiteY1314" fmla="*/ 2506930 h 4115518"/>
              <a:gd name="connsiteX1315" fmla="*/ 1665378 w 6282234"/>
              <a:gd name="connsiteY1315" fmla="*/ 2506930 h 4115518"/>
              <a:gd name="connsiteX1316" fmla="*/ 1665378 w 6282234"/>
              <a:gd name="connsiteY1316" fmla="*/ 2504276 h 4115518"/>
              <a:gd name="connsiteX1317" fmla="*/ 1662772 w 6282234"/>
              <a:gd name="connsiteY1317" fmla="*/ 2504276 h 4115518"/>
              <a:gd name="connsiteX1318" fmla="*/ 1651046 w 6282234"/>
              <a:gd name="connsiteY1318" fmla="*/ 2498968 h 4115518"/>
              <a:gd name="connsiteX1319" fmla="*/ 1653651 w 6282234"/>
              <a:gd name="connsiteY1319" fmla="*/ 2498968 h 4115518"/>
              <a:gd name="connsiteX1320" fmla="*/ 1654954 w 6282234"/>
              <a:gd name="connsiteY1320" fmla="*/ 2501623 h 4115518"/>
              <a:gd name="connsiteX1321" fmla="*/ 1653651 w 6282234"/>
              <a:gd name="connsiteY1321" fmla="*/ 2504276 h 4115518"/>
              <a:gd name="connsiteX1322" fmla="*/ 1653651 w 6282234"/>
              <a:gd name="connsiteY1322" fmla="*/ 2501623 h 4115518"/>
              <a:gd name="connsiteX1323" fmla="*/ 1651046 w 6282234"/>
              <a:gd name="connsiteY1323" fmla="*/ 2501623 h 4115518"/>
              <a:gd name="connsiteX1324" fmla="*/ 1677429 w 6282234"/>
              <a:gd name="connsiteY1324" fmla="*/ 2489348 h 4115518"/>
              <a:gd name="connsiteX1325" fmla="*/ 1678732 w 6282234"/>
              <a:gd name="connsiteY1325" fmla="*/ 2492002 h 4115518"/>
              <a:gd name="connsiteX1326" fmla="*/ 1677429 w 6282234"/>
              <a:gd name="connsiteY1326" fmla="*/ 2492002 h 4115518"/>
              <a:gd name="connsiteX1327" fmla="*/ 1619125 w 6282234"/>
              <a:gd name="connsiteY1327" fmla="*/ 2489348 h 4115518"/>
              <a:gd name="connsiteX1328" fmla="*/ 1619125 w 6282234"/>
              <a:gd name="connsiteY1328" fmla="*/ 2492002 h 4115518"/>
              <a:gd name="connsiteX1329" fmla="*/ 1621730 w 6282234"/>
              <a:gd name="connsiteY1329" fmla="*/ 2492002 h 4115518"/>
              <a:gd name="connsiteX1330" fmla="*/ 1621730 w 6282234"/>
              <a:gd name="connsiteY1330" fmla="*/ 2489348 h 4115518"/>
              <a:gd name="connsiteX1331" fmla="*/ 1624337 w 6282234"/>
              <a:gd name="connsiteY1331" fmla="*/ 2489348 h 4115518"/>
              <a:gd name="connsiteX1332" fmla="*/ 1624337 w 6282234"/>
              <a:gd name="connsiteY1332" fmla="*/ 2492002 h 4115518"/>
              <a:gd name="connsiteX1333" fmla="*/ 1624337 w 6282234"/>
              <a:gd name="connsiteY1333" fmla="*/ 2494988 h 4115518"/>
              <a:gd name="connsiteX1334" fmla="*/ 1624337 w 6282234"/>
              <a:gd name="connsiteY1334" fmla="*/ 2496314 h 4115518"/>
              <a:gd name="connsiteX1335" fmla="*/ 1621730 w 6282234"/>
              <a:gd name="connsiteY1335" fmla="*/ 2498968 h 4115518"/>
              <a:gd name="connsiteX1336" fmla="*/ 1619125 w 6282234"/>
              <a:gd name="connsiteY1336" fmla="*/ 2498968 h 4115518"/>
              <a:gd name="connsiteX1337" fmla="*/ 1619125 w 6282234"/>
              <a:gd name="connsiteY1337" fmla="*/ 2496314 h 4115518"/>
              <a:gd name="connsiteX1338" fmla="*/ 1619125 w 6282234"/>
              <a:gd name="connsiteY1338" fmla="*/ 2494988 h 4115518"/>
              <a:gd name="connsiteX1339" fmla="*/ 1617822 w 6282234"/>
              <a:gd name="connsiteY1339" fmla="*/ 2492002 h 4115518"/>
              <a:gd name="connsiteX1340" fmla="*/ 1660166 w 6282234"/>
              <a:gd name="connsiteY1340" fmla="*/ 2486694 h 4115518"/>
              <a:gd name="connsiteX1341" fmla="*/ 1662772 w 6282234"/>
              <a:gd name="connsiteY1341" fmla="*/ 2489348 h 4115518"/>
              <a:gd name="connsiteX1342" fmla="*/ 1660166 w 6282234"/>
              <a:gd name="connsiteY1342" fmla="*/ 2489348 h 4115518"/>
              <a:gd name="connsiteX1343" fmla="*/ 1621730 w 6282234"/>
              <a:gd name="connsiteY1343" fmla="*/ 2486694 h 4115518"/>
              <a:gd name="connsiteX1344" fmla="*/ 1621730 w 6282234"/>
              <a:gd name="connsiteY1344" fmla="*/ 2489348 h 4115518"/>
              <a:gd name="connsiteX1345" fmla="*/ 1619125 w 6282234"/>
              <a:gd name="connsiteY1345" fmla="*/ 2489348 h 4115518"/>
              <a:gd name="connsiteX1346" fmla="*/ 1657561 w 6282234"/>
              <a:gd name="connsiteY1346" fmla="*/ 2482713 h 4115518"/>
              <a:gd name="connsiteX1347" fmla="*/ 1660166 w 6282234"/>
              <a:gd name="connsiteY1347" fmla="*/ 2484041 h 4115518"/>
              <a:gd name="connsiteX1348" fmla="*/ 1660166 w 6282234"/>
              <a:gd name="connsiteY1348" fmla="*/ 2486694 h 4115518"/>
              <a:gd name="connsiteX1349" fmla="*/ 1657561 w 6282234"/>
              <a:gd name="connsiteY1349" fmla="*/ 2484041 h 4115518"/>
              <a:gd name="connsiteX1350" fmla="*/ 1654954 w 6282234"/>
              <a:gd name="connsiteY1350" fmla="*/ 2480059 h 4115518"/>
              <a:gd name="connsiteX1351" fmla="*/ 1657561 w 6282234"/>
              <a:gd name="connsiteY1351" fmla="*/ 2480059 h 4115518"/>
              <a:gd name="connsiteX1352" fmla="*/ 1657561 w 6282234"/>
              <a:gd name="connsiteY1352" fmla="*/ 2482713 h 4115518"/>
              <a:gd name="connsiteX1353" fmla="*/ 1654954 w 6282234"/>
              <a:gd name="connsiteY1353" fmla="*/ 2482713 h 4115518"/>
              <a:gd name="connsiteX1354" fmla="*/ 1610004 w 6282234"/>
              <a:gd name="connsiteY1354" fmla="*/ 2480059 h 4115518"/>
              <a:gd name="connsiteX1355" fmla="*/ 1610004 w 6282234"/>
              <a:gd name="connsiteY1355" fmla="*/ 2482713 h 4115518"/>
              <a:gd name="connsiteX1356" fmla="*/ 1607398 w 6282234"/>
              <a:gd name="connsiteY1356" fmla="*/ 2482713 h 4115518"/>
              <a:gd name="connsiteX1357" fmla="*/ 1645508 w 6282234"/>
              <a:gd name="connsiteY1357" fmla="*/ 2477406 h 4115518"/>
              <a:gd name="connsiteX1358" fmla="*/ 1648440 w 6282234"/>
              <a:gd name="connsiteY1358" fmla="*/ 2477406 h 4115518"/>
              <a:gd name="connsiteX1359" fmla="*/ 1648440 w 6282234"/>
              <a:gd name="connsiteY1359" fmla="*/ 2480059 h 4115518"/>
              <a:gd name="connsiteX1360" fmla="*/ 1645508 w 6282234"/>
              <a:gd name="connsiteY1360" fmla="*/ 2480059 h 4115518"/>
              <a:gd name="connsiteX1361" fmla="*/ 1624337 w 6282234"/>
              <a:gd name="connsiteY1361" fmla="*/ 2471766 h 4115518"/>
              <a:gd name="connsiteX1362" fmla="*/ 1627268 w 6282234"/>
              <a:gd name="connsiteY1362" fmla="*/ 2471766 h 4115518"/>
              <a:gd name="connsiteX1363" fmla="*/ 1624337 w 6282234"/>
              <a:gd name="connsiteY1363" fmla="*/ 2474752 h 4115518"/>
              <a:gd name="connsiteX1364" fmla="*/ 1612610 w 6282234"/>
              <a:gd name="connsiteY1364" fmla="*/ 2470439 h 4115518"/>
              <a:gd name="connsiteX1365" fmla="*/ 1615215 w 6282234"/>
              <a:gd name="connsiteY1365" fmla="*/ 2470439 h 4115518"/>
              <a:gd name="connsiteX1366" fmla="*/ 1617822 w 6282234"/>
              <a:gd name="connsiteY1366" fmla="*/ 2470439 h 4115518"/>
              <a:gd name="connsiteX1367" fmla="*/ 1617822 w 6282234"/>
              <a:gd name="connsiteY1367" fmla="*/ 2474752 h 4115518"/>
              <a:gd name="connsiteX1368" fmla="*/ 1617822 w 6282234"/>
              <a:gd name="connsiteY1368" fmla="*/ 2477406 h 4115518"/>
              <a:gd name="connsiteX1369" fmla="*/ 1619125 w 6282234"/>
              <a:gd name="connsiteY1369" fmla="*/ 2477406 h 4115518"/>
              <a:gd name="connsiteX1370" fmla="*/ 1619125 w 6282234"/>
              <a:gd name="connsiteY1370" fmla="*/ 2480059 h 4115518"/>
              <a:gd name="connsiteX1371" fmla="*/ 1619125 w 6282234"/>
              <a:gd name="connsiteY1371" fmla="*/ 2482713 h 4115518"/>
              <a:gd name="connsiteX1372" fmla="*/ 1621730 w 6282234"/>
              <a:gd name="connsiteY1372" fmla="*/ 2484041 h 4115518"/>
              <a:gd name="connsiteX1373" fmla="*/ 1619125 w 6282234"/>
              <a:gd name="connsiteY1373" fmla="*/ 2484041 h 4115518"/>
              <a:gd name="connsiteX1374" fmla="*/ 1617822 w 6282234"/>
              <a:gd name="connsiteY1374" fmla="*/ 2484041 h 4115518"/>
              <a:gd name="connsiteX1375" fmla="*/ 1615215 w 6282234"/>
              <a:gd name="connsiteY1375" fmla="*/ 2486694 h 4115518"/>
              <a:gd name="connsiteX1376" fmla="*/ 1615215 w 6282234"/>
              <a:gd name="connsiteY1376" fmla="*/ 2484041 h 4115518"/>
              <a:gd name="connsiteX1377" fmla="*/ 1612610 w 6282234"/>
              <a:gd name="connsiteY1377" fmla="*/ 2484041 h 4115518"/>
              <a:gd name="connsiteX1378" fmla="*/ 1610004 w 6282234"/>
              <a:gd name="connsiteY1378" fmla="*/ 2482713 h 4115518"/>
              <a:gd name="connsiteX1379" fmla="*/ 1612610 w 6282234"/>
              <a:gd name="connsiteY1379" fmla="*/ 2482713 h 4115518"/>
              <a:gd name="connsiteX1380" fmla="*/ 1612610 w 6282234"/>
              <a:gd name="connsiteY1380" fmla="*/ 2480059 h 4115518"/>
              <a:gd name="connsiteX1381" fmla="*/ 1610004 w 6282234"/>
              <a:gd name="connsiteY1381" fmla="*/ 2480059 h 4115518"/>
              <a:gd name="connsiteX1382" fmla="*/ 1610004 w 6282234"/>
              <a:gd name="connsiteY1382" fmla="*/ 2477406 h 4115518"/>
              <a:gd name="connsiteX1383" fmla="*/ 1612610 w 6282234"/>
              <a:gd name="connsiteY1383" fmla="*/ 2477406 h 4115518"/>
              <a:gd name="connsiteX1384" fmla="*/ 1612610 w 6282234"/>
              <a:gd name="connsiteY1384" fmla="*/ 2474752 h 4115518"/>
              <a:gd name="connsiteX1385" fmla="*/ 1612610 w 6282234"/>
              <a:gd name="connsiteY1385" fmla="*/ 2471766 h 4115518"/>
              <a:gd name="connsiteX1386" fmla="*/ 5086815 w 6282234"/>
              <a:gd name="connsiteY1386" fmla="*/ 2467786 h 4115518"/>
              <a:gd name="connsiteX1387" fmla="*/ 5093331 w 6282234"/>
              <a:gd name="connsiteY1387" fmla="*/ 2477406 h 4115518"/>
              <a:gd name="connsiteX1388" fmla="*/ 5086815 w 6282234"/>
              <a:gd name="connsiteY1388" fmla="*/ 2506930 h 4115518"/>
              <a:gd name="connsiteX1389" fmla="*/ 5077044 w 6282234"/>
              <a:gd name="connsiteY1389" fmla="*/ 2525839 h 4115518"/>
              <a:gd name="connsiteX1390" fmla="*/ 5067273 w 6282234"/>
              <a:gd name="connsiteY1390" fmla="*/ 2520531 h 4115518"/>
              <a:gd name="connsiteX1391" fmla="*/ 5060757 w 6282234"/>
              <a:gd name="connsiteY1391" fmla="*/ 2508257 h 4115518"/>
              <a:gd name="connsiteX1392" fmla="*/ 5060757 w 6282234"/>
              <a:gd name="connsiteY1392" fmla="*/ 2501623 h 4115518"/>
              <a:gd name="connsiteX1393" fmla="*/ 5077044 w 6282234"/>
              <a:gd name="connsiteY1393" fmla="*/ 2471766 h 4115518"/>
              <a:gd name="connsiteX1394" fmla="*/ 1645508 w 6282234"/>
              <a:gd name="connsiteY1394" fmla="*/ 2467786 h 4115518"/>
              <a:gd name="connsiteX1395" fmla="*/ 1648440 w 6282234"/>
              <a:gd name="connsiteY1395" fmla="*/ 2470439 h 4115518"/>
              <a:gd name="connsiteX1396" fmla="*/ 1645508 w 6282234"/>
              <a:gd name="connsiteY1396" fmla="*/ 2470439 h 4115518"/>
              <a:gd name="connsiteX1397" fmla="*/ 1641600 w 6282234"/>
              <a:gd name="connsiteY1397" fmla="*/ 2465131 h 4115518"/>
              <a:gd name="connsiteX1398" fmla="*/ 1642903 w 6282234"/>
              <a:gd name="connsiteY1398" fmla="*/ 2467786 h 4115518"/>
              <a:gd name="connsiteX1399" fmla="*/ 1641600 w 6282234"/>
              <a:gd name="connsiteY1399" fmla="*/ 2467786 h 4115518"/>
              <a:gd name="connsiteX1400" fmla="*/ 1627268 w 6282234"/>
              <a:gd name="connsiteY1400" fmla="*/ 2453189 h 4115518"/>
              <a:gd name="connsiteX1401" fmla="*/ 1629873 w 6282234"/>
              <a:gd name="connsiteY1401" fmla="*/ 2453189 h 4115518"/>
              <a:gd name="connsiteX1402" fmla="*/ 1629873 w 6282234"/>
              <a:gd name="connsiteY1402" fmla="*/ 2455842 h 4115518"/>
              <a:gd name="connsiteX1403" fmla="*/ 3849053 w 6282234"/>
              <a:gd name="connsiteY1403" fmla="*/ 2450204 h 4115518"/>
              <a:gd name="connsiteX1404" fmla="*/ 3852310 w 6282234"/>
              <a:gd name="connsiteY1404" fmla="*/ 2450204 h 4115518"/>
              <a:gd name="connsiteX1405" fmla="*/ 3855567 w 6282234"/>
              <a:gd name="connsiteY1405" fmla="*/ 2455842 h 4115518"/>
              <a:gd name="connsiteX1406" fmla="*/ 3849053 w 6282234"/>
              <a:gd name="connsiteY1406" fmla="*/ 2455842 h 4115518"/>
              <a:gd name="connsiteX1407" fmla="*/ 1631176 w 6282234"/>
              <a:gd name="connsiteY1407" fmla="*/ 2443569 h 4115518"/>
              <a:gd name="connsiteX1408" fmla="*/ 1633782 w 6282234"/>
              <a:gd name="connsiteY1408" fmla="*/ 2446222 h 4115518"/>
              <a:gd name="connsiteX1409" fmla="*/ 1631176 w 6282234"/>
              <a:gd name="connsiteY1409" fmla="*/ 2447549 h 4115518"/>
              <a:gd name="connsiteX1410" fmla="*/ 1629873 w 6282234"/>
              <a:gd name="connsiteY1410" fmla="*/ 2450204 h 4115518"/>
              <a:gd name="connsiteX1411" fmla="*/ 1629873 w 6282234"/>
              <a:gd name="connsiteY1411" fmla="*/ 2446222 h 4115518"/>
              <a:gd name="connsiteX1412" fmla="*/ 1597952 w 6282234"/>
              <a:gd name="connsiteY1412" fmla="*/ 2440914 h 4115518"/>
              <a:gd name="connsiteX1413" fmla="*/ 1600558 w 6282234"/>
              <a:gd name="connsiteY1413" fmla="*/ 2440914 h 4115518"/>
              <a:gd name="connsiteX1414" fmla="*/ 1603164 w 6282234"/>
              <a:gd name="connsiteY1414" fmla="*/ 2443569 h 4115518"/>
              <a:gd name="connsiteX1415" fmla="*/ 1600558 w 6282234"/>
              <a:gd name="connsiteY1415" fmla="*/ 2443569 h 4115518"/>
              <a:gd name="connsiteX1416" fmla="*/ 1617822 w 6282234"/>
              <a:gd name="connsiteY1416" fmla="*/ 2438261 h 4115518"/>
              <a:gd name="connsiteX1417" fmla="*/ 1617822 w 6282234"/>
              <a:gd name="connsiteY1417" fmla="*/ 2440914 h 4115518"/>
              <a:gd name="connsiteX1418" fmla="*/ 1615215 w 6282234"/>
              <a:gd name="connsiteY1418" fmla="*/ 2440914 h 4115518"/>
              <a:gd name="connsiteX1419" fmla="*/ 1607398 w 6282234"/>
              <a:gd name="connsiteY1419" fmla="*/ 2438261 h 4115518"/>
              <a:gd name="connsiteX1420" fmla="*/ 1610004 w 6282234"/>
              <a:gd name="connsiteY1420" fmla="*/ 2440914 h 4115518"/>
              <a:gd name="connsiteX1421" fmla="*/ 1606095 w 6282234"/>
              <a:gd name="connsiteY1421" fmla="*/ 2443569 h 4115518"/>
              <a:gd name="connsiteX1422" fmla="*/ 1603164 w 6282234"/>
              <a:gd name="connsiteY1422" fmla="*/ 2443569 h 4115518"/>
              <a:gd name="connsiteX1423" fmla="*/ 1606095 w 6282234"/>
              <a:gd name="connsiteY1423" fmla="*/ 2440914 h 4115518"/>
              <a:gd name="connsiteX1424" fmla="*/ 1624337 w 6282234"/>
              <a:gd name="connsiteY1424" fmla="*/ 2435607 h 4115518"/>
              <a:gd name="connsiteX1425" fmla="*/ 1627268 w 6282234"/>
              <a:gd name="connsiteY1425" fmla="*/ 2438261 h 4115518"/>
              <a:gd name="connsiteX1426" fmla="*/ 1629873 w 6282234"/>
              <a:gd name="connsiteY1426" fmla="*/ 2440914 h 4115518"/>
              <a:gd name="connsiteX1427" fmla="*/ 1631176 w 6282234"/>
              <a:gd name="connsiteY1427" fmla="*/ 2443569 h 4115518"/>
              <a:gd name="connsiteX1428" fmla="*/ 1629873 w 6282234"/>
              <a:gd name="connsiteY1428" fmla="*/ 2443569 h 4115518"/>
              <a:gd name="connsiteX1429" fmla="*/ 1627268 w 6282234"/>
              <a:gd name="connsiteY1429" fmla="*/ 2440914 h 4115518"/>
              <a:gd name="connsiteX1430" fmla="*/ 1624337 w 6282234"/>
              <a:gd name="connsiteY1430" fmla="*/ 2438261 h 4115518"/>
              <a:gd name="connsiteX1431" fmla="*/ 2655589 w 6282234"/>
              <a:gd name="connsiteY1431" fmla="*/ 2419352 h 4115518"/>
              <a:gd name="connsiteX1432" fmla="*/ 2658194 w 6282234"/>
              <a:gd name="connsiteY1432" fmla="*/ 2419352 h 4115518"/>
              <a:gd name="connsiteX1433" fmla="*/ 2660800 w 6282234"/>
              <a:gd name="connsiteY1433" fmla="*/ 2419352 h 4115518"/>
              <a:gd name="connsiteX1434" fmla="*/ 2660800 w 6282234"/>
              <a:gd name="connsiteY1434" fmla="*/ 2422005 h 4115518"/>
              <a:gd name="connsiteX1435" fmla="*/ 2699236 w 6282234"/>
              <a:gd name="connsiteY1435" fmla="*/ 2411390 h 4115518"/>
              <a:gd name="connsiteX1436" fmla="*/ 2703144 w 6282234"/>
              <a:gd name="connsiteY1436" fmla="*/ 2411390 h 4115518"/>
              <a:gd name="connsiteX1437" fmla="*/ 2705750 w 6282234"/>
              <a:gd name="connsiteY1437" fmla="*/ 2414044 h 4115518"/>
              <a:gd name="connsiteX1438" fmla="*/ 2705750 w 6282234"/>
              <a:gd name="connsiteY1438" fmla="*/ 2416698 h 4115518"/>
              <a:gd name="connsiteX1439" fmla="*/ 2703144 w 6282234"/>
              <a:gd name="connsiteY1439" fmla="*/ 2419352 h 4115518"/>
              <a:gd name="connsiteX1440" fmla="*/ 2701841 w 6282234"/>
              <a:gd name="connsiteY1440" fmla="*/ 2419352 h 4115518"/>
              <a:gd name="connsiteX1441" fmla="*/ 2699236 w 6282234"/>
              <a:gd name="connsiteY1441" fmla="*/ 2416698 h 4115518"/>
              <a:gd name="connsiteX1442" fmla="*/ 2696630 w 6282234"/>
              <a:gd name="connsiteY1442" fmla="*/ 2416698 h 4115518"/>
              <a:gd name="connsiteX1443" fmla="*/ 2699236 w 6282234"/>
              <a:gd name="connsiteY1443" fmla="*/ 2414044 h 4115518"/>
              <a:gd name="connsiteX1444" fmla="*/ 2672526 w 6282234"/>
              <a:gd name="connsiteY1444" fmla="*/ 2410063 h 4115518"/>
              <a:gd name="connsiteX1445" fmla="*/ 2675458 w 6282234"/>
              <a:gd name="connsiteY1445" fmla="*/ 2411390 h 4115518"/>
              <a:gd name="connsiteX1446" fmla="*/ 2675458 w 6282234"/>
              <a:gd name="connsiteY1446" fmla="*/ 2414044 h 4115518"/>
              <a:gd name="connsiteX1447" fmla="*/ 2672526 w 6282234"/>
              <a:gd name="connsiteY1447" fmla="*/ 2414044 h 4115518"/>
              <a:gd name="connsiteX1448" fmla="*/ 2669920 w 6282234"/>
              <a:gd name="connsiteY1448" fmla="*/ 2411390 h 4115518"/>
              <a:gd name="connsiteX1449" fmla="*/ 2672526 w 6282234"/>
              <a:gd name="connsiteY1449" fmla="*/ 2411390 h 4115518"/>
              <a:gd name="connsiteX1450" fmla="*/ 2689790 w 6282234"/>
              <a:gd name="connsiteY1450" fmla="*/ 2401770 h 4115518"/>
              <a:gd name="connsiteX1451" fmla="*/ 2691092 w 6282234"/>
              <a:gd name="connsiteY1451" fmla="*/ 2401770 h 4115518"/>
              <a:gd name="connsiteX1452" fmla="*/ 2691092 w 6282234"/>
              <a:gd name="connsiteY1452" fmla="*/ 2404424 h 4115518"/>
              <a:gd name="connsiteX1453" fmla="*/ 2689790 w 6282234"/>
              <a:gd name="connsiteY1453" fmla="*/ 2404424 h 4115518"/>
              <a:gd name="connsiteX1454" fmla="*/ 2689790 w 6282234"/>
              <a:gd name="connsiteY1454" fmla="*/ 2407077 h 4115518"/>
              <a:gd name="connsiteX1455" fmla="*/ 2687183 w 6282234"/>
              <a:gd name="connsiteY1455" fmla="*/ 2411390 h 4115518"/>
              <a:gd name="connsiteX1456" fmla="*/ 2684578 w 6282234"/>
              <a:gd name="connsiteY1456" fmla="*/ 2414044 h 4115518"/>
              <a:gd name="connsiteX1457" fmla="*/ 2681972 w 6282234"/>
              <a:gd name="connsiteY1457" fmla="*/ 2414044 h 4115518"/>
              <a:gd name="connsiteX1458" fmla="*/ 2679367 w 6282234"/>
              <a:gd name="connsiteY1458" fmla="*/ 2410063 h 4115518"/>
              <a:gd name="connsiteX1459" fmla="*/ 2679367 w 6282234"/>
              <a:gd name="connsiteY1459" fmla="*/ 2407077 h 4115518"/>
              <a:gd name="connsiteX1460" fmla="*/ 2681972 w 6282234"/>
              <a:gd name="connsiteY1460" fmla="*/ 2407077 h 4115518"/>
              <a:gd name="connsiteX1461" fmla="*/ 2687183 w 6282234"/>
              <a:gd name="connsiteY1461" fmla="*/ 2407077 h 4115518"/>
              <a:gd name="connsiteX1462" fmla="*/ 2687183 w 6282234"/>
              <a:gd name="connsiteY1462" fmla="*/ 2404424 h 4115518"/>
              <a:gd name="connsiteX1463" fmla="*/ 2729529 w 6282234"/>
              <a:gd name="connsiteY1463" fmla="*/ 2399115 h 4115518"/>
              <a:gd name="connsiteX1464" fmla="*/ 2732134 w 6282234"/>
              <a:gd name="connsiteY1464" fmla="*/ 2399115 h 4115518"/>
              <a:gd name="connsiteX1465" fmla="*/ 2732134 w 6282234"/>
              <a:gd name="connsiteY1465" fmla="*/ 2401770 h 4115518"/>
              <a:gd name="connsiteX1466" fmla="*/ 2732134 w 6282234"/>
              <a:gd name="connsiteY1466" fmla="*/ 2407077 h 4115518"/>
              <a:gd name="connsiteX1467" fmla="*/ 2729529 w 6282234"/>
              <a:gd name="connsiteY1467" fmla="*/ 2410063 h 4115518"/>
              <a:gd name="connsiteX1468" fmla="*/ 2725619 w 6282234"/>
              <a:gd name="connsiteY1468" fmla="*/ 2411390 h 4115518"/>
              <a:gd name="connsiteX1469" fmla="*/ 2723014 w 6282234"/>
              <a:gd name="connsiteY1469" fmla="*/ 2414044 h 4115518"/>
              <a:gd name="connsiteX1470" fmla="*/ 2723014 w 6282234"/>
              <a:gd name="connsiteY1470" fmla="*/ 2411390 h 4115518"/>
              <a:gd name="connsiteX1471" fmla="*/ 2725619 w 6282234"/>
              <a:gd name="connsiteY1471" fmla="*/ 2410063 h 4115518"/>
              <a:gd name="connsiteX1472" fmla="*/ 2725619 w 6282234"/>
              <a:gd name="connsiteY1472" fmla="*/ 2407077 h 4115518"/>
              <a:gd name="connsiteX1473" fmla="*/ 2726922 w 6282234"/>
              <a:gd name="connsiteY1473" fmla="*/ 2404424 h 4115518"/>
              <a:gd name="connsiteX1474" fmla="*/ 2726922 w 6282234"/>
              <a:gd name="connsiteY1474" fmla="*/ 2401770 h 4115518"/>
              <a:gd name="connsiteX1475" fmla="*/ 2660800 w 6282234"/>
              <a:gd name="connsiteY1475" fmla="*/ 2397789 h 4115518"/>
              <a:gd name="connsiteX1476" fmla="*/ 2663406 w 6282234"/>
              <a:gd name="connsiteY1476" fmla="*/ 2397789 h 4115518"/>
              <a:gd name="connsiteX1477" fmla="*/ 2666012 w 6282234"/>
              <a:gd name="connsiteY1477" fmla="*/ 2399115 h 4115518"/>
              <a:gd name="connsiteX1478" fmla="*/ 2663406 w 6282234"/>
              <a:gd name="connsiteY1478" fmla="*/ 2401770 h 4115518"/>
              <a:gd name="connsiteX1479" fmla="*/ 2663406 w 6282234"/>
              <a:gd name="connsiteY1479" fmla="*/ 2404424 h 4115518"/>
              <a:gd name="connsiteX1480" fmla="*/ 2660800 w 6282234"/>
              <a:gd name="connsiteY1480" fmla="*/ 2399115 h 4115518"/>
              <a:gd name="connsiteX1481" fmla="*/ 2738974 w 6282234"/>
              <a:gd name="connsiteY1481" fmla="*/ 2389827 h 4115518"/>
              <a:gd name="connsiteX1482" fmla="*/ 2738974 w 6282234"/>
              <a:gd name="connsiteY1482" fmla="*/ 2395135 h 4115518"/>
              <a:gd name="connsiteX1483" fmla="*/ 2737346 w 6282234"/>
              <a:gd name="connsiteY1483" fmla="*/ 2395135 h 4115518"/>
              <a:gd name="connsiteX1484" fmla="*/ 2734740 w 6282234"/>
              <a:gd name="connsiteY1484" fmla="*/ 2397789 h 4115518"/>
              <a:gd name="connsiteX1485" fmla="*/ 2732134 w 6282234"/>
              <a:gd name="connsiteY1485" fmla="*/ 2397789 h 4115518"/>
              <a:gd name="connsiteX1486" fmla="*/ 2732134 w 6282234"/>
              <a:gd name="connsiteY1486" fmla="*/ 2395135 h 4115518"/>
              <a:gd name="connsiteX1487" fmla="*/ 2734740 w 6282234"/>
              <a:gd name="connsiteY1487" fmla="*/ 2392482 h 4115518"/>
              <a:gd name="connsiteX1488" fmla="*/ 2737346 w 6282234"/>
              <a:gd name="connsiteY1488" fmla="*/ 2392482 h 4115518"/>
              <a:gd name="connsiteX1489" fmla="*/ 1017181 w 6282234"/>
              <a:gd name="connsiteY1489" fmla="*/ 2389827 h 4115518"/>
              <a:gd name="connsiteX1490" fmla="*/ 1022066 w 6282234"/>
              <a:gd name="connsiteY1490" fmla="*/ 2392482 h 4115518"/>
              <a:gd name="connsiteX1491" fmla="*/ 1019461 w 6282234"/>
              <a:gd name="connsiteY1491" fmla="*/ 2399115 h 4115518"/>
              <a:gd name="connsiteX1492" fmla="*/ 1014901 w 6282234"/>
              <a:gd name="connsiteY1492" fmla="*/ 2397789 h 4115518"/>
              <a:gd name="connsiteX1493" fmla="*/ 1845505 w 6282234"/>
              <a:gd name="connsiteY1493" fmla="*/ 2325138 h 4115518"/>
              <a:gd name="connsiteX1494" fmla="*/ 1848110 w 6282234"/>
              <a:gd name="connsiteY1494" fmla="*/ 2325138 h 4115518"/>
              <a:gd name="connsiteX1495" fmla="*/ 1845505 w 6282234"/>
              <a:gd name="connsiteY1495" fmla="*/ 2327793 h 4115518"/>
              <a:gd name="connsiteX1496" fmla="*/ 2672526 w 6282234"/>
              <a:gd name="connsiteY1496" fmla="*/ 2315518 h 4115518"/>
              <a:gd name="connsiteX1497" fmla="*/ 2675458 w 6282234"/>
              <a:gd name="connsiteY1497" fmla="*/ 2315518 h 4115518"/>
              <a:gd name="connsiteX1498" fmla="*/ 2679367 w 6282234"/>
              <a:gd name="connsiteY1498" fmla="*/ 2315518 h 4115518"/>
              <a:gd name="connsiteX1499" fmla="*/ 2681972 w 6282234"/>
              <a:gd name="connsiteY1499" fmla="*/ 2316845 h 4115518"/>
              <a:gd name="connsiteX1500" fmla="*/ 2679367 w 6282234"/>
              <a:gd name="connsiteY1500" fmla="*/ 2319499 h 4115518"/>
              <a:gd name="connsiteX1501" fmla="*/ 2678063 w 6282234"/>
              <a:gd name="connsiteY1501" fmla="*/ 2319499 h 4115518"/>
              <a:gd name="connsiteX1502" fmla="*/ 2675458 w 6282234"/>
              <a:gd name="connsiteY1502" fmla="*/ 2316845 h 4115518"/>
              <a:gd name="connsiteX1503" fmla="*/ 2672526 w 6282234"/>
              <a:gd name="connsiteY1503" fmla="*/ 2316845 h 4115518"/>
              <a:gd name="connsiteX1504" fmla="*/ 5246422 w 6282234"/>
              <a:gd name="connsiteY1504" fmla="*/ 2291301 h 4115518"/>
              <a:gd name="connsiteX1505" fmla="*/ 5252936 w 6282234"/>
              <a:gd name="connsiteY1505" fmla="*/ 2297936 h 4115518"/>
              <a:gd name="connsiteX1506" fmla="*/ 5262709 w 6282234"/>
              <a:gd name="connsiteY1506" fmla="*/ 2300591 h 4115518"/>
              <a:gd name="connsiteX1507" fmla="*/ 5269223 w 6282234"/>
              <a:gd name="connsiteY1507" fmla="*/ 2312864 h 4115518"/>
              <a:gd name="connsiteX1508" fmla="*/ 5262709 w 6282234"/>
              <a:gd name="connsiteY1508" fmla="*/ 2322153 h 4115518"/>
              <a:gd name="connsiteX1509" fmla="*/ 5256194 w 6282234"/>
              <a:gd name="connsiteY1509" fmla="*/ 2346701 h 4115518"/>
              <a:gd name="connsiteX1510" fmla="*/ 5249679 w 6282234"/>
              <a:gd name="connsiteY1510" fmla="*/ 2352010 h 4115518"/>
              <a:gd name="connsiteX1511" fmla="*/ 5246422 w 6282234"/>
              <a:gd name="connsiteY1511" fmla="*/ 2341062 h 4115518"/>
              <a:gd name="connsiteX1512" fmla="*/ 5236649 w 6282234"/>
              <a:gd name="connsiteY1512" fmla="*/ 2331773 h 4115518"/>
              <a:gd name="connsiteX1513" fmla="*/ 5243165 w 6282234"/>
              <a:gd name="connsiteY1513" fmla="*/ 2325138 h 4115518"/>
              <a:gd name="connsiteX1514" fmla="*/ 5243165 w 6282234"/>
              <a:gd name="connsiteY1514" fmla="*/ 2315518 h 4115518"/>
              <a:gd name="connsiteX1515" fmla="*/ 5226878 w 6282234"/>
              <a:gd name="connsiteY1515" fmla="*/ 2319499 h 4115518"/>
              <a:gd name="connsiteX1516" fmla="*/ 5226878 w 6282234"/>
              <a:gd name="connsiteY1516" fmla="*/ 2307556 h 4115518"/>
              <a:gd name="connsiteX1517" fmla="*/ 5305053 w 6282234"/>
              <a:gd name="connsiteY1517" fmla="*/ 2280686 h 4115518"/>
              <a:gd name="connsiteX1518" fmla="*/ 5318081 w 6282234"/>
              <a:gd name="connsiteY1518" fmla="*/ 2292629 h 4115518"/>
              <a:gd name="connsiteX1519" fmla="*/ 5288767 w 6282234"/>
              <a:gd name="connsiteY1519" fmla="*/ 2304903 h 4115518"/>
              <a:gd name="connsiteX1520" fmla="*/ 5278995 w 6282234"/>
              <a:gd name="connsiteY1520" fmla="*/ 2316845 h 4115518"/>
              <a:gd name="connsiteX1521" fmla="*/ 5278995 w 6282234"/>
              <a:gd name="connsiteY1521" fmla="*/ 2304903 h 4115518"/>
              <a:gd name="connsiteX1522" fmla="*/ 5282252 w 6282234"/>
              <a:gd name="connsiteY1522" fmla="*/ 2288648 h 4115518"/>
              <a:gd name="connsiteX1523" fmla="*/ 5295281 w 6282234"/>
              <a:gd name="connsiteY1523" fmla="*/ 2291301 h 4115518"/>
              <a:gd name="connsiteX1524" fmla="*/ 3562412 w 6282234"/>
              <a:gd name="connsiteY1524" fmla="*/ 2259124 h 4115518"/>
              <a:gd name="connsiteX1525" fmla="*/ 3555897 w 6282234"/>
              <a:gd name="connsiteY1525" fmla="*/ 2273719 h 4115518"/>
              <a:gd name="connsiteX1526" fmla="*/ 3552641 w 6282234"/>
              <a:gd name="connsiteY1526" fmla="*/ 2276374 h 4115518"/>
              <a:gd name="connsiteX1527" fmla="*/ 3542869 w 6282234"/>
              <a:gd name="connsiteY1527" fmla="*/ 2276374 h 4115518"/>
              <a:gd name="connsiteX1528" fmla="*/ 3533097 w 6282234"/>
              <a:gd name="connsiteY1528" fmla="*/ 2268412 h 4115518"/>
              <a:gd name="connsiteX1529" fmla="*/ 3546126 w 6282234"/>
              <a:gd name="connsiteY1529" fmla="*/ 2261777 h 4115518"/>
              <a:gd name="connsiteX1530" fmla="*/ 3383262 w 6282234"/>
              <a:gd name="connsiteY1530" fmla="*/ 2256137 h 4115518"/>
              <a:gd name="connsiteX1531" fmla="*/ 3393034 w 6282234"/>
              <a:gd name="connsiteY1531" fmla="*/ 2256137 h 4115518"/>
              <a:gd name="connsiteX1532" fmla="*/ 3393034 w 6282234"/>
              <a:gd name="connsiteY1532" fmla="*/ 2261777 h 4115518"/>
              <a:gd name="connsiteX1533" fmla="*/ 3419093 w 6282234"/>
              <a:gd name="connsiteY1533" fmla="*/ 2261777 h 4115518"/>
              <a:gd name="connsiteX1534" fmla="*/ 3419093 w 6282234"/>
              <a:gd name="connsiteY1534" fmla="*/ 2267084 h 4115518"/>
              <a:gd name="connsiteX1535" fmla="*/ 3402807 w 6282234"/>
              <a:gd name="connsiteY1535" fmla="*/ 2268412 h 4115518"/>
              <a:gd name="connsiteX1536" fmla="*/ 3396292 w 6282234"/>
              <a:gd name="connsiteY1536" fmla="*/ 2264431 h 4115518"/>
              <a:gd name="connsiteX1537" fmla="*/ 3383262 w 6282234"/>
              <a:gd name="connsiteY1537" fmla="*/ 2264431 h 4115518"/>
              <a:gd name="connsiteX1538" fmla="*/ 2535069 w 6282234"/>
              <a:gd name="connsiteY1538" fmla="*/ 2225286 h 4115518"/>
              <a:gd name="connsiteX1539" fmla="*/ 2536372 w 6282234"/>
              <a:gd name="connsiteY1539" fmla="*/ 2225286 h 4115518"/>
              <a:gd name="connsiteX1540" fmla="*/ 2536372 w 6282234"/>
              <a:gd name="connsiteY1540" fmla="*/ 2227940 h 4115518"/>
              <a:gd name="connsiteX1541" fmla="*/ 2523017 w 6282234"/>
              <a:gd name="connsiteY1541" fmla="*/ 2206377 h 4115518"/>
              <a:gd name="connsiteX1542" fmla="*/ 2524320 w 6282234"/>
              <a:gd name="connsiteY1542" fmla="*/ 2206377 h 4115518"/>
              <a:gd name="connsiteX1543" fmla="*/ 2529857 w 6282234"/>
              <a:gd name="connsiteY1543" fmla="*/ 2206377 h 4115518"/>
              <a:gd name="connsiteX1544" fmla="*/ 2532463 w 6282234"/>
              <a:gd name="connsiteY1544" fmla="*/ 2206377 h 4115518"/>
              <a:gd name="connsiteX1545" fmla="*/ 2535069 w 6282234"/>
              <a:gd name="connsiteY1545" fmla="*/ 2206377 h 4115518"/>
              <a:gd name="connsiteX1546" fmla="*/ 2535069 w 6282234"/>
              <a:gd name="connsiteY1546" fmla="*/ 2207704 h 4115518"/>
              <a:gd name="connsiteX1547" fmla="*/ 2529857 w 6282234"/>
              <a:gd name="connsiteY1547" fmla="*/ 2207704 h 4115518"/>
              <a:gd name="connsiteX1548" fmla="*/ 2524320 w 6282234"/>
              <a:gd name="connsiteY1548" fmla="*/ 2207704 h 4115518"/>
              <a:gd name="connsiteX1549" fmla="*/ 3243200 w 6282234"/>
              <a:gd name="connsiteY1549" fmla="*/ 2195762 h 4115518"/>
              <a:gd name="connsiteX1550" fmla="*/ 3236685 w 6282234"/>
              <a:gd name="connsiteY1550" fmla="*/ 2218652 h 4115518"/>
              <a:gd name="connsiteX1551" fmla="*/ 3239943 w 6282234"/>
              <a:gd name="connsiteY1551" fmla="*/ 2225286 h 4115518"/>
              <a:gd name="connsiteX1552" fmla="*/ 3236685 w 6282234"/>
              <a:gd name="connsiteY1552" fmla="*/ 2231921 h 4115518"/>
              <a:gd name="connsiteX1553" fmla="*/ 3223657 w 6282234"/>
              <a:gd name="connsiteY1553" fmla="*/ 2227940 h 4115518"/>
              <a:gd name="connsiteX1554" fmla="*/ 3187826 w 6282234"/>
              <a:gd name="connsiteY1554" fmla="*/ 2207704 h 4115518"/>
              <a:gd name="connsiteX1555" fmla="*/ 3194341 w 6282234"/>
              <a:gd name="connsiteY1555" fmla="*/ 2198415 h 4115518"/>
              <a:gd name="connsiteX1556" fmla="*/ 3200855 w 6282234"/>
              <a:gd name="connsiteY1556" fmla="*/ 2198415 h 4115518"/>
              <a:gd name="connsiteX1557" fmla="*/ 3210627 w 6282234"/>
              <a:gd name="connsiteY1557" fmla="*/ 2203723 h 4115518"/>
              <a:gd name="connsiteX1558" fmla="*/ 3236685 w 6282234"/>
              <a:gd name="connsiteY1558" fmla="*/ 2201070 h 4115518"/>
              <a:gd name="connsiteX1559" fmla="*/ 2476764 w 6282234"/>
              <a:gd name="connsiteY1559" fmla="*/ 2191449 h 4115518"/>
              <a:gd name="connsiteX1560" fmla="*/ 2479370 w 6282234"/>
              <a:gd name="connsiteY1560" fmla="*/ 2191449 h 4115518"/>
              <a:gd name="connsiteX1561" fmla="*/ 2481975 w 6282234"/>
              <a:gd name="connsiteY1561" fmla="*/ 2191449 h 4115518"/>
              <a:gd name="connsiteX1562" fmla="*/ 2484581 w 6282234"/>
              <a:gd name="connsiteY1562" fmla="*/ 2194435 h 4115518"/>
              <a:gd name="connsiteX1563" fmla="*/ 2481975 w 6282234"/>
              <a:gd name="connsiteY1563" fmla="*/ 2194435 h 4115518"/>
              <a:gd name="connsiteX1564" fmla="*/ 2479370 w 6282234"/>
              <a:gd name="connsiteY1564" fmla="*/ 2194435 h 4115518"/>
              <a:gd name="connsiteX1565" fmla="*/ 2476764 w 6282234"/>
              <a:gd name="connsiteY1565" fmla="*/ 2194435 h 4115518"/>
              <a:gd name="connsiteX1566" fmla="*/ 2470250 w 6282234"/>
              <a:gd name="connsiteY1566" fmla="*/ 2188795 h 4115518"/>
              <a:gd name="connsiteX1567" fmla="*/ 2472855 w 6282234"/>
              <a:gd name="connsiteY1567" fmla="*/ 2188795 h 4115518"/>
              <a:gd name="connsiteX1568" fmla="*/ 2475461 w 6282234"/>
              <a:gd name="connsiteY1568" fmla="*/ 2188795 h 4115518"/>
              <a:gd name="connsiteX1569" fmla="*/ 2475461 w 6282234"/>
              <a:gd name="connsiteY1569" fmla="*/ 2191449 h 4115518"/>
              <a:gd name="connsiteX1570" fmla="*/ 2472855 w 6282234"/>
              <a:gd name="connsiteY1570" fmla="*/ 2191449 h 4115518"/>
              <a:gd name="connsiteX1571" fmla="*/ 2996951 w 6282234"/>
              <a:gd name="connsiteY1571" fmla="*/ 2186142 h 4115518"/>
              <a:gd name="connsiteX1572" fmla="*/ 2999556 w 6282234"/>
              <a:gd name="connsiteY1572" fmla="*/ 2186142 h 4115518"/>
              <a:gd name="connsiteX1573" fmla="*/ 2996951 w 6282234"/>
              <a:gd name="connsiteY1573" fmla="*/ 2188795 h 4115518"/>
              <a:gd name="connsiteX1574" fmla="*/ 2479370 w 6282234"/>
              <a:gd name="connsiteY1574" fmla="*/ 2186142 h 4115518"/>
              <a:gd name="connsiteX1575" fmla="*/ 2488816 w 6282234"/>
              <a:gd name="connsiteY1575" fmla="*/ 2191449 h 4115518"/>
              <a:gd name="connsiteX1576" fmla="*/ 2481975 w 6282234"/>
              <a:gd name="connsiteY1576" fmla="*/ 2188795 h 4115518"/>
              <a:gd name="connsiteX1577" fmla="*/ 2499239 w 6282234"/>
              <a:gd name="connsiteY1577" fmla="*/ 2183487 h 4115518"/>
              <a:gd name="connsiteX1578" fmla="*/ 2500542 w 6282234"/>
              <a:gd name="connsiteY1578" fmla="*/ 2186142 h 4115518"/>
              <a:gd name="connsiteX1579" fmla="*/ 2503148 w 6282234"/>
              <a:gd name="connsiteY1579" fmla="*/ 2186142 h 4115518"/>
              <a:gd name="connsiteX1580" fmla="*/ 2500542 w 6282234"/>
              <a:gd name="connsiteY1580" fmla="*/ 2188795 h 4115518"/>
              <a:gd name="connsiteX1581" fmla="*/ 2496633 w 6282234"/>
              <a:gd name="connsiteY1581" fmla="*/ 2186142 h 4115518"/>
              <a:gd name="connsiteX1582" fmla="*/ 2999556 w 6282234"/>
              <a:gd name="connsiteY1582" fmla="*/ 2176853 h 4115518"/>
              <a:gd name="connsiteX1583" fmla="*/ 3000859 w 6282234"/>
              <a:gd name="connsiteY1583" fmla="*/ 2179507 h 4115518"/>
              <a:gd name="connsiteX1584" fmla="*/ 2996951 w 6282234"/>
              <a:gd name="connsiteY1584" fmla="*/ 2183487 h 4115518"/>
              <a:gd name="connsiteX1585" fmla="*/ 2994344 w 6282234"/>
              <a:gd name="connsiteY1585" fmla="*/ 2182160 h 4115518"/>
              <a:gd name="connsiteX1586" fmla="*/ 2994344 w 6282234"/>
              <a:gd name="connsiteY1586" fmla="*/ 2179507 h 4115518"/>
              <a:gd name="connsiteX1587" fmla="*/ 2996951 w 6282234"/>
              <a:gd name="connsiteY1587" fmla="*/ 2179507 h 4115518"/>
              <a:gd name="connsiteX1588" fmla="*/ 2429208 w 6282234"/>
              <a:gd name="connsiteY1588" fmla="*/ 2167232 h 4115518"/>
              <a:gd name="connsiteX1589" fmla="*/ 2431814 w 6282234"/>
              <a:gd name="connsiteY1589" fmla="*/ 2169886 h 4115518"/>
              <a:gd name="connsiteX1590" fmla="*/ 2431814 w 6282234"/>
              <a:gd name="connsiteY1590" fmla="*/ 2171213 h 4115518"/>
              <a:gd name="connsiteX1591" fmla="*/ 2429208 w 6282234"/>
              <a:gd name="connsiteY1591" fmla="*/ 2171213 h 4115518"/>
              <a:gd name="connsiteX1592" fmla="*/ 2429208 w 6282234"/>
              <a:gd name="connsiteY1592" fmla="*/ 2169886 h 4115518"/>
              <a:gd name="connsiteX1593" fmla="*/ 3020729 w 6282234"/>
              <a:gd name="connsiteY1593" fmla="*/ 2159270 h 4115518"/>
              <a:gd name="connsiteX1594" fmla="*/ 3024637 w 6282234"/>
              <a:gd name="connsiteY1594" fmla="*/ 2159270 h 4115518"/>
              <a:gd name="connsiteX1595" fmla="*/ 3027243 w 6282234"/>
              <a:gd name="connsiteY1595" fmla="*/ 2161925 h 4115518"/>
              <a:gd name="connsiteX1596" fmla="*/ 3029849 w 6282234"/>
              <a:gd name="connsiteY1596" fmla="*/ 2161925 h 4115518"/>
              <a:gd name="connsiteX1597" fmla="*/ 3032780 w 6282234"/>
              <a:gd name="connsiteY1597" fmla="*/ 2161925 h 4115518"/>
              <a:gd name="connsiteX1598" fmla="*/ 3032780 w 6282234"/>
              <a:gd name="connsiteY1598" fmla="*/ 2164578 h 4115518"/>
              <a:gd name="connsiteX1599" fmla="*/ 3032780 w 6282234"/>
              <a:gd name="connsiteY1599" fmla="*/ 2167232 h 4115518"/>
              <a:gd name="connsiteX1600" fmla="*/ 3029849 w 6282234"/>
              <a:gd name="connsiteY1600" fmla="*/ 2167232 h 4115518"/>
              <a:gd name="connsiteX1601" fmla="*/ 3029849 w 6282234"/>
              <a:gd name="connsiteY1601" fmla="*/ 2171213 h 4115518"/>
              <a:gd name="connsiteX1602" fmla="*/ 3024637 w 6282234"/>
              <a:gd name="connsiteY1602" fmla="*/ 2174198 h 4115518"/>
              <a:gd name="connsiteX1603" fmla="*/ 3024637 w 6282234"/>
              <a:gd name="connsiteY1603" fmla="*/ 2171213 h 4115518"/>
              <a:gd name="connsiteX1604" fmla="*/ 3020729 w 6282234"/>
              <a:gd name="connsiteY1604" fmla="*/ 2171213 h 4115518"/>
              <a:gd name="connsiteX1605" fmla="*/ 3020729 w 6282234"/>
              <a:gd name="connsiteY1605" fmla="*/ 2167232 h 4115518"/>
              <a:gd name="connsiteX1606" fmla="*/ 3018122 w 6282234"/>
              <a:gd name="connsiteY1606" fmla="*/ 2167232 h 4115518"/>
              <a:gd name="connsiteX1607" fmla="*/ 3012911 w 6282234"/>
              <a:gd name="connsiteY1607" fmla="*/ 2167232 h 4115518"/>
              <a:gd name="connsiteX1608" fmla="*/ 3039295 w 6282234"/>
              <a:gd name="connsiteY1608" fmla="*/ 2155290 h 4115518"/>
              <a:gd name="connsiteX1609" fmla="*/ 3044506 w 6282234"/>
              <a:gd name="connsiteY1609" fmla="*/ 2155290 h 4115518"/>
              <a:gd name="connsiteX1610" fmla="*/ 3047112 w 6282234"/>
              <a:gd name="connsiteY1610" fmla="*/ 2157943 h 4115518"/>
              <a:gd name="connsiteX1611" fmla="*/ 3047112 w 6282234"/>
              <a:gd name="connsiteY1611" fmla="*/ 2159270 h 4115518"/>
              <a:gd name="connsiteX1612" fmla="*/ 3047112 w 6282234"/>
              <a:gd name="connsiteY1612" fmla="*/ 2161925 h 4115518"/>
              <a:gd name="connsiteX1613" fmla="*/ 3041900 w 6282234"/>
              <a:gd name="connsiteY1613" fmla="*/ 2159270 h 4115518"/>
              <a:gd name="connsiteX1614" fmla="*/ 3039295 w 6282234"/>
              <a:gd name="connsiteY1614" fmla="*/ 2159270 h 4115518"/>
              <a:gd name="connsiteX1615" fmla="*/ 3039295 w 6282234"/>
              <a:gd name="connsiteY1615" fmla="*/ 2157943 h 4115518"/>
              <a:gd name="connsiteX1616" fmla="*/ 5419057 w 6282234"/>
              <a:gd name="connsiteY1616" fmla="*/ 2131073 h 4115518"/>
              <a:gd name="connsiteX1617" fmla="*/ 5432087 w 6282234"/>
              <a:gd name="connsiteY1617" fmla="*/ 2140361 h 4115518"/>
              <a:gd name="connsiteX1618" fmla="*/ 5438601 w 6282234"/>
              <a:gd name="connsiteY1618" fmla="*/ 2149650 h 4115518"/>
              <a:gd name="connsiteX1619" fmla="*/ 5441859 w 6282234"/>
              <a:gd name="connsiteY1619" fmla="*/ 2167232 h 4115518"/>
              <a:gd name="connsiteX1620" fmla="*/ 5435343 w 6282234"/>
              <a:gd name="connsiteY1620" fmla="*/ 2179507 h 4115518"/>
              <a:gd name="connsiteX1621" fmla="*/ 5432087 w 6282234"/>
              <a:gd name="connsiteY1621" fmla="*/ 2194435 h 4115518"/>
              <a:gd name="connsiteX1622" fmla="*/ 5425572 w 6282234"/>
              <a:gd name="connsiteY1622" fmla="*/ 2195762 h 4115518"/>
              <a:gd name="connsiteX1623" fmla="*/ 5425572 w 6282234"/>
              <a:gd name="connsiteY1623" fmla="*/ 2225286 h 4115518"/>
              <a:gd name="connsiteX1624" fmla="*/ 5419057 w 6282234"/>
              <a:gd name="connsiteY1624" fmla="*/ 2234575 h 4115518"/>
              <a:gd name="connsiteX1625" fmla="*/ 5419057 w 6282234"/>
              <a:gd name="connsiteY1625" fmla="*/ 2244195 h 4115518"/>
              <a:gd name="connsiteX1626" fmla="*/ 5422314 w 6282234"/>
              <a:gd name="connsiteY1626" fmla="*/ 2252157 h 4115518"/>
              <a:gd name="connsiteX1627" fmla="*/ 5415801 w 6282234"/>
              <a:gd name="connsiteY1627" fmla="*/ 2264431 h 4115518"/>
              <a:gd name="connsiteX1628" fmla="*/ 5402771 w 6282234"/>
              <a:gd name="connsiteY1628" fmla="*/ 2268412 h 4115518"/>
              <a:gd name="connsiteX1629" fmla="*/ 5399514 w 6282234"/>
              <a:gd name="connsiteY1629" fmla="*/ 2261777 h 4115518"/>
              <a:gd name="connsiteX1630" fmla="*/ 5392999 w 6282234"/>
              <a:gd name="connsiteY1630" fmla="*/ 2267084 h 4115518"/>
              <a:gd name="connsiteX1631" fmla="*/ 5383228 w 6282234"/>
              <a:gd name="connsiteY1631" fmla="*/ 2267084 h 4115518"/>
              <a:gd name="connsiteX1632" fmla="*/ 5376713 w 6282234"/>
              <a:gd name="connsiteY1632" fmla="*/ 2279027 h 4115518"/>
              <a:gd name="connsiteX1633" fmla="*/ 5360427 w 6282234"/>
              <a:gd name="connsiteY1633" fmla="*/ 2276374 h 4115518"/>
              <a:gd name="connsiteX1634" fmla="*/ 5344141 w 6282234"/>
              <a:gd name="connsiteY1634" fmla="*/ 2288648 h 4115518"/>
              <a:gd name="connsiteX1635" fmla="*/ 5334367 w 6282234"/>
              <a:gd name="connsiteY1635" fmla="*/ 2303576 h 4115518"/>
              <a:gd name="connsiteX1636" fmla="*/ 5321339 w 6282234"/>
              <a:gd name="connsiteY1636" fmla="*/ 2292629 h 4115518"/>
              <a:gd name="connsiteX1637" fmla="*/ 5321339 w 6282234"/>
              <a:gd name="connsiteY1637" fmla="*/ 2285994 h 4115518"/>
              <a:gd name="connsiteX1638" fmla="*/ 5327854 w 6282234"/>
              <a:gd name="connsiteY1638" fmla="*/ 2279027 h 4115518"/>
              <a:gd name="connsiteX1639" fmla="*/ 5314825 w 6282234"/>
              <a:gd name="connsiteY1639" fmla="*/ 2273719 h 4115518"/>
              <a:gd name="connsiteX1640" fmla="*/ 5301795 w 6282234"/>
              <a:gd name="connsiteY1640" fmla="*/ 2280686 h 4115518"/>
              <a:gd name="connsiteX1641" fmla="*/ 5288767 w 6282234"/>
              <a:gd name="connsiteY1641" fmla="*/ 2283339 h 4115518"/>
              <a:gd name="connsiteX1642" fmla="*/ 5272480 w 6282234"/>
              <a:gd name="connsiteY1642" fmla="*/ 2285994 h 4115518"/>
              <a:gd name="connsiteX1643" fmla="*/ 5256194 w 6282234"/>
              <a:gd name="connsiteY1643" fmla="*/ 2291301 h 4115518"/>
              <a:gd name="connsiteX1644" fmla="*/ 5249679 w 6282234"/>
              <a:gd name="connsiteY1644" fmla="*/ 2283339 h 4115518"/>
              <a:gd name="connsiteX1645" fmla="*/ 5262709 w 6282234"/>
              <a:gd name="connsiteY1645" fmla="*/ 2276374 h 4115518"/>
              <a:gd name="connsiteX1646" fmla="*/ 5282252 w 6282234"/>
              <a:gd name="connsiteY1646" fmla="*/ 2259124 h 4115518"/>
              <a:gd name="connsiteX1647" fmla="*/ 5292023 w 6282234"/>
              <a:gd name="connsiteY1647" fmla="*/ 2259124 h 4115518"/>
              <a:gd name="connsiteX1648" fmla="*/ 5318081 w 6282234"/>
              <a:gd name="connsiteY1648" fmla="*/ 2254811 h 4115518"/>
              <a:gd name="connsiteX1649" fmla="*/ 5327854 w 6282234"/>
              <a:gd name="connsiteY1649" fmla="*/ 2259124 h 4115518"/>
              <a:gd name="connsiteX1650" fmla="*/ 5350654 w 6282234"/>
              <a:gd name="connsiteY1650" fmla="*/ 2231921 h 4115518"/>
              <a:gd name="connsiteX1651" fmla="*/ 5379970 w 6282234"/>
              <a:gd name="connsiteY1651" fmla="*/ 2219979 h 4115518"/>
              <a:gd name="connsiteX1652" fmla="*/ 5389741 w 6282234"/>
              <a:gd name="connsiteY1652" fmla="*/ 2207704 h 4115518"/>
              <a:gd name="connsiteX1653" fmla="*/ 5396257 w 6282234"/>
              <a:gd name="connsiteY1653" fmla="*/ 2198415 h 4115518"/>
              <a:gd name="connsiteX1654" fmla="*/ 5409286 w 6282234"/>
              <a:gd name="connsiteY1654" fmla="*/ 2167232 h 4115518"/>
              <a:gd name="connsiteX1655" fmla="*/ 5402771 w 6282234"/>
              <a:gd name="connsiteY1655" fmla="*/ 2143016 h 4115518"/>
              <a:gd name="connsiteX1656" fmla="*/ 3132452 w 6282234"/>
              <a:gd name="connsiteY1656" fmla="*/ 2128088 h 4115518"/>
              <a:gd name="connsiteX1657" fmla="*/ 3138967 w 6282234"/>
              <a:gd name="connsiteY1657" fmla="*/ 2131073 h 4115518"/>
              <a:gd name="connsiteX1658" fmla="*/ 3142224 w 6282234"/>
              <a:gd name="connsiteY1658" fmla="*/ 2145670 h 4115518"/>
              <a:gd name="connsiteX1659" fmla="*/ 3142224 w 6282234"/>
              <a:gd name="connsiteY1659" fmla="*/ 2157943 h 4115518"/>
              <a:gd name="connsiteX1660" fmla="*/ 3138967 w 6282234"/>
              <a:gd name="connsiteY1660" fmla="*/ 2176853 h 4115518"/>
              <a:gd name="connsiteX1661" fmla="*/ 3122681 w 6282234"/>
              <a:gd name="connsiteY1661" fmla="*/ 2182160 h 4115518"/>
              <a:gd name="connsiteX1662" fmla="*/ 3116166 w 6282234"/>
              <a:gd name="connsiteY1662" fmla="*/ 2174198 h 4115518"/>
              <a:gd name="connsiteX1663" fmla="*/ 3119424 w 6282234"/>
              <a:gd name="connsiteY1663" fmla="*/ 2149650 h 4115518"/>
              <a:gd name="connsiteX1664" fmla="*/ 3112909 w 6282234"/>
              <a:gd name="connsiteY1664" fmla="*/ 2140361 h 4115518"/>
              <a:gd name="connsiteX1665" fmla="*/ 3125937 w 6282234"/>
              <a:gd name="connsiteY1665" fmla="*/ 2135054 h 4115518"/>
              <a:gd name="connsiteX1666" fmla="*/ 3353947 w 6282234"/>
              <a:gd name="connsiteY1666" fmla="*/ 2101216 h 4115518"/>
              <a:gd name="connsiteX1667" fmla="*/ 3347433 w 6282234"/>
              <a:gd name="connsiteY1667" fmla="*/ 2103871 h 4115518"/>
              <a:gd name="connsiteX1668" fmla="*/ 3334403 w 6282234"/>
              <a:gd name="connsiteY1668" fmla="*/ 2109510 h 4115518"/>
              <a:gd name="connsiteX1669" fmla="*/ 3132452 w 6282234"/>
              <a:gd name="connsiteY1669" fmla="*/ 2091928 h 4115518"/>
              <a:gd name="connsiteX1670" fmla="*/ 3135710 w 6282234"/>
              <a:gd name="connsiteY1670" fmla="*/ 2094582 h 4115518"/>
              <a:gd name="connsiteX1671" fmla="*/ 3138967 w 6282234"/>
              <a:gd name="connsiteY1671" fmla="*/ 2106524 h 4115518"/>
              <a:gd name="connsiteX1672" fmla="*/ 3132452 w 6282234"/>
              <a:gd name="connsiteY1672" fmla="*/ 2125433 h 4115518"/>
              <a:gd name="connsiteX1673" fmla="*/ 3125937 w 6282234"/>
              <a:gd name="connsiteY1673" fmla="*/ 2121453 h 4115518"/>
              <a:gd name="connsiteX1674" fmla="*/ 3122681 w 6282234"/>
              <a:gd name="connsiteY1674" fmla="*/ 2110838 h 4115518"/>
              <a:gd name="connsiteX1675" fmla="*/ 3122681 w 6282234"/>
              <a:gd name="connsiteY1675" fmla="*/ 2101216 h 4115518"/>
              <a:gd name="connsiteX1676" fmla="*/ 5441859 w 6282234"/>
              <a:gd name="connsiteY1676" fmla="*/ 2024586 h 4115518"/>
              <a:gd name="connsiteX1677" fmla="*/ 5461401 w 6282234"/>
              <a:gd name="connsiteY1677" fmla="*/ 2048802 h 4115518"/>
              <a:gd name="connsiteX1678" fmla="*/ 5474431 w 6282234"/>
              <a:gd name="connsiteY1678" fmla="*/ 2060744 h 4115518"/>
              <a:gd name="connsiteX1679" fmla="*/ 5484203 w 6282234"/>
              <a:gd name="connsiteY1679" fmla="*/ 2062072 h 4115518"/>
              <a:gd name="connsiteX1680" fmla="*/ 5490717 w 6282234"/>
              <a:gd name="connsiteY1680" fmla="*/ 2062072 h 4115518"/>
              <a:gd name="connsiteX1681" fmla="*/ 5500489 w 6282234"/>
              <a:gd name="connsiteY1681" fmla="*/ 2079654 h 4115518"/>
              <a:gd name="connsiteX1682" fmla="*/ 5493975 w 6282234"/>
              <a:gd name="connsiteY1682" fmla="*/ 2086289 h 4115518"/>
              <a:gd name="connsiteX1683" fmla="*/ 5474431 w 6282234"/>
              <a:gd name="connsiteY1683" fmla="*/ 2089274 h 4115518"/>
              <a:gd name="connsiteX1684" fmla="*/ 5467917 w 6282234"/>
              <a:gd name="connsiteY1684" fmla="*/ 2103871 h 4115518"/>
              <a:gd name="connsiteX1685" fmla="*/ 5464659 w 6282234"/>
              <a:gd name="connsiteY1685" fmla="*/ 2110838 h 4115518"/>
              <a:gd name="connsiteX1686" fmla="*/ 5438601 w 6282234"/>
              <a:gd name="connsiteY1686" fmla="*/ 2097236 h 4115518"/>
              <a:gd name="connsiteX1687" fmla="*/ 5432087 w 6282234"/>
              <a:gd name="connsiteY1687" fmla="*/ 2097236 h 4115518"/>
              <a:gd name="connsiteX1688" fmla="*/ 5425572 w 6282234"/>
              <a:gd name="connsiteY1688" fmla="*/ 2103871 h 4115518"/>
              <a:gd name="connsiteX1689" fmla="*/ 5415801 w 6282234"/>
              <a:gd name="connsiteY1689" fmla="*/ 2097236 h 4115518"/>
              <a:gd name="connsiteX1690" fmla="*/ 5412543 w 6282234"/>
              <a:gd name="connsiteY1690" fmla="*/ 2103871 h 4115518"/>
              <a:gd name="connsiteX1691" fmla="*/ 5425572 w 6282234"/>
              <a:gd name="connsiteY1691" fmla="*/ 2110838 h 4115518"/>
              <a:gd name="connsiteX1692" fmla="*/ 5406028 w 6282234"/>
              <a:gd name="connsiteY1692" fmla="*/ 2121453 h 4115518"/>
              <a:gd name="connsiteX1693" fmla="*/ 5409286 w 6282234"/>
              <a:gd name="connsiteY1693" fmla="*/ 2110838 h 4115518"/>
              <a:gd name="connsiteX1694" fmla="*/ 5402771 w 6282234"/>
              <a:gd name="connsiteY1694" fmla="*/ 2103871 h 4115518"/>
              <a:gd name="connsiteX1695" fmla="*/ 5402771 w 6282234"/>
              <a:gd name="connsiteY1695" fmla="*/ 2094582 h 4115518"/>
              <a:gd name="connsiteX1696" fmla="*/ 5422314 w 6282234"/>
              <a:gd name="connsiteY1696" fmla="*/ 2082308 h 4115518"/>
              <a:gd name="connsiteX1697" fmla="*/ 5428829 w 6282234"/>
              <a:gd name="connsiteY1697" fmla="*/ 2082308 h 4115518"/>
              <a:gd name="connsiteX1698" fmla="*/ 5432087 w 6282234"/>
              <a:gd name="connsiteY1698" fmla="*/ 2070366 h 4115518"/>
              <a:gd name="connsiteX1699" fmla="*/ 5435343 w 6282234"/>
              <a:gd name="connsiteY1699" fmla="*/ 2060744 h 4115518"/>
              <a:gd name="connsiteX1700" fmla="*/ 5438601 w 6282234"/>
              <a:gd name="connsiteY1700" fmla="*/ 2043163 h 4115518"/>
              <a:gd name="connsiteX1701" fmla="*/ 5435343 w 6282234"/>
              <a:gd name="connsiteY1701" fmla="*/ 2031221 h 4115518"/>
              <a:gd name="connsiteX1702" fmla="*/ 1919771 w 6282234"/>
              <a:gd name="connsiteY1702" fmla="*/ 2001696 h 4115518"/>
              <a:gd name="connsiteX1703" fmla="*/ 1919771 w 6282234"/>
              <a:gd name="connsiteY1703" fmla="*/ 2021600 h 4115518"/>
              <a:gd name="connsiteX1704" fmla="*/ 1905113 w 6282234"/>
              <a:gd name="connsiteY1704" fmla="*/ 2021600 h 4115518"/>
              <a:gd name="connsiteX1705" fmla="*/ 1903810 w 6282234"/>
              <a:gd name="connsiteY1705" fmla="*/ 2012312 h 4115518"/>
              <a:gd name="connsiteX1706" fmla="*/ 1991105 w 6282234"/>
              <a:gd name="connsiteY1706" fmla="*/ 1989422 h 4115518"/>
              <a:gd name="connsiteX1707" fmla="*/ 1993711 w 6282234"/>
              <a:gd name="connsiteY1707" fmla="*/ 1989422 h 4115518"/>
              <a:gd name="connsiteX1708" fmla="*/ 1993711 w 6282234"/>
              <a:gd name="connsiteY1708" fmla="*/ 1992075 h 4115518"/>
              <a:gd name="connsiteX1709" fmla="*/ 1991105 w 6282234"/>
              <a:gd name="connsiteY1709" fmla="*/ 1992075 h 4115518"/>
              <a:gd name="connsiteX1710" fmla="*/ 3865339 w 6282234"/>
              <a:gd name="connsiteY1710" fmla="*/ 1982787 h 4115518"/>
              <a:gd name="connsiteX1711" fmla="*/ 3829509 w 6282234"/>
              <a:gd name="connsiteY1711" fmla="*/ 2001696 h 4115518"/>
              <a:gd name="connsiteX1712" fmla="*/ 3809965 w 6282234"/>
              <a:gd name="connsiteY1712" fmla="*/ 2018947 h 4115518"/>
              <a:gd name="connsiteX1713" fmla="*/ 3800193 w 6282234"/>
              <a:gd name="connsiteY1713" fmla="*/ 2018947 h 4115518"/>
              <a:gd name="connsiteX1714" fmla="*/ 3796936 w 6282234"/>
              <a:gd name="connsiteY1714" fmla="*/ 2031221 h 4115518"/>
              <a:gd name="connsiteX1715" fmla="*/ 3787164 w 6282234"/>
              <a:gd name="connsiteY1715" fmla="*/ 2046149 h 4115518"/>
              <a:gd name="connsiteX1716" fmla="*/ 3800193 w 6282234"/>
              <a:gd name="connsiteY1716" fmla="*/ 2070366 h 4115518"/>
              <a:gd name="connsiteX1717" fmla="*/ 3800193 w 6282234"/>
              <a:gd name="connsiteY1717" fmla="*/ 2086289 h 4115518"/>
              <a:gd name="connsiteX1718" fmla="*/ 3819737 w 6282234"/>
              <a:gd name="connsiteY1718" fmla="*/ 2113491 h 4115518"/>
              <a:gd name="connsiteX1719" fmla="*/ 3839280 w 6282234"/>
              <a:gd name="connsiteY1719" fmla="*/ 2149650 h 4115518"/>
              <a:gd name="connsiteX1720" fmla="*/ 3836023 w 6282234"/>
              <a:gd name="connsiteY1720" fmla="*/ 2152636 h 4115518"/>
              <a:gd name="connsiteX1721" fmla="*/ 3822994 w 6282234"/>
              <a:gd name="connsiteY1721" fmla="*/ 2186142 h 4115518"/>
              <a:gd name="connsiteX1722" fmla="*/ 3822994 w 6282234"/>
              <a:gd name="connsiteY1722" fmla="*/ 2194435 h 4115518"/>
              <a:gd name="connsiteX1723" fmla="*/ 3822994 w 6282234"/>
              <a:gd name="connsiteY1723" fmla="*/ 2206377 h 4115518"/>
              <a:gd name="connsiteX1724" fmla="*/ 3832767 w 6282234"/>
              <a:gd name="connsiteY1724" fmla="*/ 2213012 h 4115518"/>
              <a:gd name="connsiteX1725" fmla="*/ 3842538 w 6282234"/>
              <a:gd name="connsiteY1725" fmla="*/ 2215997 h 4115518"/>
              <a:gd name="connsiteX1726" fmla="*/ 3852310 w 6282234"/>
              <a:gd name="connsiteY1726" fmla="*/ 2225286 h 4115518"/>
              <a:gd name="connsiteX1727" fmla="*/ 3862081 w 6282234"/>
              <a:gd name="connsiteY1727" fmla="*/ 2230594 h 4115518"/>
              <a:gd name="connsiteX1728" fmla="*/ 3875111 w 6282234"/>
              <a:gd name="connsiteY1728" fmla="*/ 2234575 h 4115518"/>
              <a:gd name="connsiteX1729" fmla="*/ 3904425 w 6282234"/>
              <a:gd name="connsiteY1729" fmla="*/ 2227940 h 4115518"/>
              <a:gd name="connsiteX1730" fmla="*/ 3910940 w 6282234"/>
              <a:gd name="connsiteY1730" fmla="*/ 2230594 h 4115518"/>
              <a:gd name="connsiteX1731" fmla="*/ 3910940 w 6282234"/>
              <a:gd name="connsiteY1731" fmla="*/ 2218652 h 4115518"/>
              <a:gd name="connsiteX1732" fmla="*/ 3907683 w 6282234"/>
              <a:gd name="connsiteY1732" fmla="*/ 2191449 h 4115518"/>
              <a:gd name="connsiteX1733" fmla="*/ 3910940 w 6282234"/>
              <a:gd name="connsiteY1733" fmla="*/ 2182160 h 4115518"/>
              <a:gd name="connsiteX1734" fmla="*/ 3907683 w 6282234"/>
              <a:gd name="connsiteY1734" fmla="*/ 2176853 h 4115518"/>
              <a:gd name="connsiteX1735" fmla="*/ 3897912 w 6282234"/>
              <a:gd name="connsiteY1735" fmla="*/ 2157943 h 4115518"/>
              <a:gd name="connsiteX1736" fmla="*/ 3891397 w 6282234"/>
              <a:gd name="connsiteY1736" fmla="*/ 2149650 h 4115518"/>
              <a:gd name="connsiteX1737" fmla="*/ 3897912 w 6282234"/>
              <a:gd name="connsiteY1737" fmla="*/ 2140361 h 4115518"/>
              <a:gd name="connsiteX1738" fmla="*/ 3907683 w 6282234"/>
              <a:gd name="connsiteY1738" fmla="*/ 2143016 h 4115518"/>
              <a:gd name="connsiteX1739" fmla="*/ 3923970 w 6282234"/>
              <a:gd name="connsiteY1739" fmla="*/ 2137708 h 4115518"/>
              <a:gd name="connsiteX1740" fmla="*/ 3927227 w 6282234"/>
              <a:gd name="connsiteY1740" fmla="*/ 2131073 h 4115518"/>
              <a:gd name="connsiteX1741" fmla="*/ 3914198 w 6282234"/>
              <a:gd name="connsiteY1741" fmla="*/ 2122780 h 4115518"/>
              <a:gd name="connsiteX1742" fmla="*/ 3910940 w 6282234"/>
              <a:gd name="connsiteY1742" fmla="*/ 2109510 h 4115518"/>
              <a:gd name="connsiteX1743" fmla="*/ 3897912 w 6282234"/>
              <a:gd name="connsiteY1743" fmla="*/ 2109510 h 4115518"/>
              <a:gd name="connsiteX1744" fmla="*/ 3891397 w 6282234"/>
              <a:gd name="connsiteY1744" fmla="*/ 2118798 h 4115518"/>
              <a:gd name="connsiteX1745" fmla="*/ 3884883 w 6282234"/>
              <a:gd name="connsiteY1745" fmla="*/ 2116145 h 4115518"/>
              <a:gd name="connsiteX1746" fmla="*/ 3884883 w 6282234"/>
              <a:gd name="connsiteY1746" fmla="*/ 2109510 h 4115518"/>
              <a:gd name="connsiteX1747" fmla="*/ 3891397 w 6282234"/>
              <a:gd name="connsiteY1747" fmla="*/ 2094582 h 4115518"/>
              <a:gd name="connsiteX1748" fmla="*/ 3871853 w 6282234"/>
              <a:gd name="connsiteY1748" fmla="*/ 2089274 h 4115518"/>
              <a:gd name="connsiteX1749" fmla="*/ 3865339 w 6282234"/>
              <a:gd name="connsiteY1749" fmla="*/ 2074346 h 4115518"/>
              <a:gd name="connsiteX1750" fmla="*/ 3855567 w 6282234"/>
              <a:gd name="connsiteY1750" fmla="*/ 2058091 h 4115518"/>
              <a:gd name="connsiteX1751" fmla="*/ 3845795 w 6282234"/>
              <a:gd name="connsiteY1751" fmla="*/ 2052784 h 4115518"/>
              <a:gd name="connsiteX1752" fmla="*/ 3845795 w 6282234"/>
              <a:gd name="connsiteY1752" fmla="*/ 2046149 h 4115518"/>
              <a:gd name="connsiteX1753" fmla="*/ 3855567 w 6282234"/>
              <a:gd name="connsiteY1753" fmla="*/ 2046149 h 4115518"/>
              <a:gd name="connsiteX1754" fmla="*/ 3858825 w 6282234"/>
              <a:gd name="connsiteY1754" fmla="*/ 2037855 h 4115518"/>
              <a:gd name="connsiteX1755" fmla="*/ 3865339 w 6282234"/>
              <a:gd name="connsiteY1755" fmla="*/ 2028567 h 4115518"/>
              <a:gd name="connsiteX1756" fmla="*/ 3884883 w 6282234"/>
              <a:gd name="connsiteY1756" fmla="*/ 2025912 h 4115518"/>
              <a:gd name="connsiteX1757" fmla="*/ 3897912 w 6282234"/>
              <a:gd name="connsiteY1757" fmla="*/ 2012312 h 4115518"/>
              <a:gd name="connsiteX1758" fmla="*/ 3894654 w 6282234"/>
              <a:gd name="connsiteY1758" fmla="*/ 1989422 h 4115518"/>
              <a:gd name="connsiteX1759" fmla="*/ 3884883 w 6282234"/>
              <a:gd name="connsiteY1759" fmla="*/ 1985441 h 4115518"/>
              <a:gd name="connsiteX1760" fmla="*/ 3878368 w 6282234"/>
              <a:gd name="connsiteY1760" fmla="*/ 1989422 h 4115518"/>
              <a:gd name="connsiteX1761" fmla="*/ 1991105 w 6282234"/>
              <a:gd name="connsiteY1761" fmla="*/ 1982787 h 4115518"/>
              <a:gd name="connsiteX1762" fmla="*/ 1993711 w 6282234"/>
              <a:gd name="connsiteY1762" fmla="*/ 1982787 h 4115518"/>
              <a:gd name="connsiteX1763" fmla="*/ 1993711 w 6282234"/>
              <a:gd name="connsiteY1763" fmla="*/ 1985441 h 4115518"/>
              <a:gd name="connsiteX1764" fmla="*/ 1993711 w 6282234"/>
              <a:gd name="connsiteY1764" fmla="*/ 1988095 h 4115518"/>
              <a:gd name="connsiteX1765" fmla="*/ 1991105 w 6282234"/>
              <a:gd name="connsiteY1765" fmla="*/ 1985441 h 4115518"/>
              <a:gd name="connsiteX1766" fmla="*/ 2928221 w 6282234"/>
              <a:gd name="connsiteY1766" fmla="*/ 1919426 h 4115518"/>
              <a:gd name="connsiteX1767" fmla="*/ 2929524 w 6282234"/>
              <a:gd name="connsiteY1767" fmla="*/ 1922079 h 4115518"/>
              <a:gd name="connsiteX1768" fmla="*/ 2928221 w 6282234"/>
              <a:gd name="connsiteY1768" fmla="*/ 1922079 h 4115518"/>
              <a:gd name="connsiteX1769" fmla="*/ 1867980 w 6282234"/>
              <a:gd name="connsiteY1769" fmla="*/ 1909805 h 4115518"/>
              <a:gd name="connsiteX1770" fmla="*/ 1895667 w 6282234"/>
              <a:gd name="connsiteY1770" fmla="*/ 1924733 h 4115518"/>
              <a:gd name="connsiteX1771" fmla="*/ 1891758 w 6282234"/>
              <a:gd name="connsiteY1771" fmla="*/ 1931368 h 4115518"/>
              <a:gd name="connsiteX1772" fmla="*/ 1867980 w 6282234"/>
              <a:gd name="connsiteY1772" fmla="*/ 1922079 h 4115518"/>
              <a:gd name="connsiteX1773" fmla="*/ 745524 w 6282234"/>
              <a:gd name="connsiteY1773" fmla="*/ 1880281 h 4115518"/>
              <a:gd name="connsiteX1774" fmla="*/ 790800 w 6282234"/>
              <a:gd name="connsiteY1774" fmla="*/ 1897863 h 4115518"/>
              <a:gd name="connsiteX1775" fmla="*/ 802852 w 6282234"/>
              <a:gd name="connsiteY1775" fmla="*/ 1919426 h 4115518"/>
              <a:gd name="connsiteX1776" fmla="*/ 817184 w 6282234"/>
              <a:gd name="connsiteY1776" fmla="*/ 1927388 h 4115518"/>
              <a:gd name="connsiteX1777" fmla="*/ 824350 w 6282234"/>
              <a:gd name="connsiteY1777" fmla="*/ 1951603 h 4115518"/>
              <a:gd name="connsiteX1778" fmla="*/ 790800 w 6282234"/>
              <a:gd name="connsiteY1778" fmla="*/ 1934022 h 4115518"/>
              <a:gd name="connsiteX1779" fmla="*/ 771909 w 6282234"/>
              <a:gd name="connsiteY1779" fmla="*/ 1922079 h 4115518"/>
              <a:gd name="connsiteX1780" fmla="*/ 743244 w 6282234"/>
              <a:gd name="connsiteY1780" fmla="*/ 1892223 h 4115518"/>
              <a:gd name="connsiteX1781" fmla="*/ 1996316 w 6282234"/>
              <a:gd name="connsiteY1781" fmla="*/ 1864026 h 4115518"/>
              <a:gd name="connsiteX1782" fmla="*/ 2003156 w 6282234"/>
              <a:gd name="connsiteY1782" fmla="*/ 1876299 h 4115518"/>
              <a:gd name="connsiteX1783" fmla="*/ 1996316 w 6282234"/>
              <a:gd name="connsiteY1783" fmla="*/ 1903170 h 4115518"/>
              <a:gd name="connsiteX1784" fmla="*/ 2003156 w 6282234"/>
              <a:gd name="connsiteY1784" fmla="*/ 1919426 h 4115518"/>
              <a:gd name="connsiteX1785" fmla="*/ 2022701 w 6282234"/>
              <a:gd name="connsiteY1785" fmla="*/ 1919426 h 4115518"/>
              <a:gd name="connsiteX1786" fmla="*/ 2041267 w 6282234"/>
              <a:gd name="connsiteY1786" fmla="*/ 1924733 h 4115518"/>
              <a:gd name="connsiteX1787" fmla="*/ 2036055 w 6282234"/>
              <a:gd name="connsiteY1787" fmla="*/ 1940988 h 4115518"/>
              <a:gd name="connsiteX1788" fmla="*/ 2036055 w 6282234"/>
              <a:gd name="connsiteY1788" fmla="*/ 1965205 h 4115518"/>
              <a:gd name="connsiteX1789" fmla="*/ 2055925 w 6282234"/>
              <a:gd name="connsiteY1789" fmla="*/ 1977148 h 4115518"/>
              <a:gd name="connsiteX1790" fmla="*/ 2048107 w 6282234"/>
              <a:gd name="connsiteY1790" fmla="*/ 1994730 h 4115518"/>
              <a:gd name="connsiteX1791" fmla="*/ 2017489 w 6282234"/>
              <a:gd name="connsiteY1791" fmla="*/ 1975820 h 4115518"/>
              <a:gd name="connsiteX1792" fmla="*/ 2012277 w 6282234"/>
              <a:gd name="connsiteY1792" fmla="*/ 1988095 h 4115518"/>
              <a:gd name="connsiteX1793" fmla="*/ 2000225 w 6282234"/>
              <a:gd name="connsiteY1793" fmla="*/ 1967859 h 4115518"/>
              <a:gd name="connsiteX1794" fmla="*/ 1963418 w 6282234"/>
              <a:gd name="connsiteY1794" fmla="*/ 1967859 h 4115518"/>
              <a:gd name="connsiteX1795" fmla="*/ 1943549 w 6282234"/>
              <a:gd name="connsiteY1795" fmla="*/ 1970513 h 4115518"/>
              <a:gd name="connsiteX1796" fmla="*/ 1943549 w 6282234"/>
              <a:gd name="connsiteY1796" fmla="*/ 1963878 h 4115518"/>
              <a:gd name="connsiteX1797" fmla="*/ 1951366 w 6282234"/>
              <a:gd name="connsiteY1797" fmla="*/ 1943642 h 4115518"/>
              <a:gd name="connsiteX1798" fmla="*/ 1975144 w 6282234"/>
              <a:gd name="connsiteY1798" fmla="*/ 1888242 h 4115518"/>
              <a:gd name="connsiteX1799" fmla="*/ 1984590 w 6282234"/>
              <a:gd name="connsiteY1799" fmla="*/ 1870661 h 4115518"/>
              <a:gd name="connsiteX1800" fmla="*/ 5976050 w 6282234"/>
              <a:gd name="connsiteY1800" fmla="*/ 1819573 h 4115518"/>
              <a:gd name="connsiteX1801" fmla="*/ 5982565 w 6282234"/>
              <a:gd name="connsiteY1801" fmla="*/ 1819573 h 4115518"/>
              <a:gd name="connsiteX1802" fmla="*/ 5982565 w 6282234"/>
              <a:gd name="connsiteY1802" fmla="*/ 1827534 h 4115518"/>
              <a:gd name="connsiteX1803" fmla="*/ 5458145 w 6282234"/>
              <a:gd name="connsiteY1803" fmla="*/ 1795356 h 4115518"/>
              <a:gd name="connsiteX1804" fmla="*/ 5464659 w 6282234"/>
              <a:gd name="connsiteY1804" fmla="*/ 1815592 h 4115518"/>
              <a:gd name="connsiteX1805" fmla="*/ 5461401 w 6282234"/>
              <a:gd name="connsiteY1805" fmla="*/ 1852083 h 4115518"/>
              <a:gd name="connsiteX1806" fmla="*/ 5467917 w 6282234"/>
              <a:gd name="connsiteY1806" fmla="*/ 1864026 h 4115518"/>
              <a:gd name="connsiteX1807" fmla="*/ 5474431 w 6282234"/>
              <a:gd name="connsiteY1807" fmla="*/ 1897863 h 4115518"/>
              <a:gd name="connsiteX1808" fmla="*/ 5480946 w 6282234"/>
              <a:gd name="connsiteY1808" fmla="*/ 1919426 h 4115518"/>
              <a:gd name="connsiteX1809" fmla="*/ 5467917 w 6282234"/>
              <a:gd name="connsiteY1809" fmla="*/ 1922079 h 4115518"/>
              <a:gd name="connsiteX1810" fmla="*/ 5461401 w 6282234"/>
              <a:gd name="connsiteY1810" fmla="*/ 1928714 h 4115518"/>
              <a:gd name="connsiteX1811" fmla="*/ 5451630 w 6282234"/>
              <a:gd name="connsiteY1811" fmla="*/ 1965205 h 4115518"/>
              <a:gd name="connsiteX1812" fmla="*/ 5461401 w 6282234"/>
              <a:gd name="connsiteY1812" fmla="*/ 1979802 h 4115518"/>
              <a:gd name="connsiteX1813" fmla="*/ 5461401 w 6282234"/>
              <a:gd name="connsiteY1813" fmla="*/ 1992075 h 4115518"/>
              <a:gd name="connsiteX1814" fmla="*/ 5438601 w 6282234"/>
              <a:gd name="connsiteY1814" fmla="*/ 1997384 h 4115518"/>
              <a:gd name="connsiteX1815" fmla="*/ 5441859 w 6282234"/>
              <a:gd name="connsiteY1815" fmla="*/ 1985441 h 4115518"/>
              <a:gd name="connsiteX1816" fmla="*/ 5441859 w 6282234"/>
              <a:gd name="connsiteY1816" fmla="*/ 1970513 h 4115518"/>
              <a:gd name="connsiteX1817" fmla="*/ 5445115 w 6282234"/>
              <a:gd name="connsiteY1817" fmla="*/ 1961224 h 4115518"/>
              <a:gd name="connsiteX1818" fmla="*/ 5438601 w 6282234"/>
              <a:gd name="connsiteY1818" fmla="*/ 1939661 h 4115518"/>
              <a:gd name="connsiteX1819" fmla="*/ 5445115 w 6282234"/>
              <a:gd name="connsiteY1819" fmla="*/ 1919426 h 4115518"/>
              <a:gd name="connsiteX1820" fmla="*/ 5441859 w 6282234"/>
              <a:gd name="connsiteY1820" fmla="*/ 1890896 h 4115518"/>
              <a:gd name="connsiteX1821" fmla="*/ 5448373 w 6282234"/>
              <a:gd name="connsiteY1821" fmla="*/ 1873646 h 4115518"/>
              <a:gd name="connsiteX1822" fmla="*/ 5435343 w 6282234"/>
              <a:gd name="connsiteY1822" fmla="*/ 1852083 h 4115518"/>
              <a:gd name="connsiteX1823" fmla="*/ 5438601 w 6282234"/>
              <a:gd name="connsiteY1823" fmla="*/ 1819573 h 4115518"/>
              <a:gd name="connsiteX1824" fmla="*/ 5438601 w 6282234"/>
              <a:gd name="connsiteY1824" fmla="*/ 1810284 h 4115518"/>
              <a:gd name="connsiteX1825" fmla="*/ 66677 w 6282234"/>
              <a:gd name="connsiteY1825" fmla="*/ 1791375 h 4115518"/>
              <a:gd name="connsiteX1826" fmla="*/ 80976 w 6282234"/>
              <a:gd name="connsiteY1826" fmla="*/ 1800664 h 4115518"/>
              <a:gd name="connsiteX1827" fmla="*/ 64298 w 6282234"/>
              <a:gd name="connsiteY1827" fmla="*/ 1805972 h 4115518"/>
              <a:gd name="connsiteX1828" fmla="*/ 662138 w 6282234"/>
              <a:gd name="connsiteY1828" fmla="*/ 1785735 h 4115518"/>
              <a:gd name="connsiteX1829" fmla="*/ 683636 w 6282234"/>
              <a:gd name="connsiteY1829" fmla="*/ 1791375 h 4115518"/>
              <a:gd name="connsiteX1830" fmla="*/ 678750 w 6282234"/>
              <a:gd name="connsiteY1830" fmla="*/ 1810284 h 4115518"/>
              <a:gd name="connsiteX1831" fmla="*/ 669304 w 6282234"/>
              <a:gd name="connsiteY1831" fmla="*/ 1815592 h 4115518"/>
              <a:gd name="connsiteX1832" fmla="*/ 659858 w 6282234"/>
              <a:gd name="connsiteY1832" fmla="*/ 1803318 h 4115518"/>
              <a:gd name="connsiteX1833" fmla="*/ 2893695 w 6282234"/>
              <a:gd name="connsiteY1833" fmla="*/ 1779101 h 4115518"/>
              <a:gd name="connsiteX1834" fmla="*/ 2896300 w 6282234"/>
              <a:gd name="connsiteY1834" fmla="*/ 1783082 h 4115518"/>
              <a:gd name="connsiteX1835" fmla="*/ 2889785 w 6282234"/>
              <a:gd name="connsiteY1835" fmla="*/ 1788722 h 4115518"/>
              <a:gd name="connsiteX1836" fmla="*/ 128597 w 6282234"/>
              <a:gd name="connsiteY1836" fmla="*/ 1758865 h 4115518"/>
              <a:gd name="connsiteX1837" fmla="*/ 130877 w 6282234"/>
              <a:gd name="connsiteY1837" fmla="*/ 1769813 h 4115518"/>
              <a:gd name="connsiteX1838" fmla="*/ 116708 w 6282234"/>
              <a:gd name="connsiteY1838" fmla="*/ 1771140 h 4115518"/>
              <a:gd name="connsiteX1839" fmla="*/ 111952 w 6282234"/>
              <a:gd name="connsiteY1839" fmla="*/ 1761520 h 4115518"/>
              <a:gd name="connsiteX1840" fmla="*/ 2846139 w 6282234"/>
              <a:gd name="connsiteY1840" fmla="*/ 1749577 h 4115518"/>
              <a:gd name="connsiteX1841" fmla="*/ 2846139 w 6282234"/>
              <a:gd name="connsiteY1841" fmla="*/ 1757538 h 4115518"/>
              <a:gd name="connsiteX1842" fmla="*/ 2857865 w 6282234"/>
              <a:gd name="connsiteY1842" fmla="*/ 1752230 h 4115518"/>
              <a:gd name="connsiteX1843" fmla="*/ 2866008 w 6282234"/>
              <a:gd name="connsiteY1843" fmla="*/ 1752230 h 4115518"/>
              <a:gd name="connsiteX1844" fmla="*/ 2875129 w 6282234"/>
              <a:gd name="connsiteY1844" fmla="*/ 1769813 h 4115518"/>
              <a:gd name="connsiteX1845" fmla="*/ 2875129 w 6282234"/>
              <a:gd name="connsiteY1845" fmla="*/ 1781755 h 4115518"/>
              <a:gd name="connsiteX1846" fmla="*/ 2863076 w 6282234"/>
              <a:gd name="connsiteY1846" fmla="*/ 1788722 h 4115518"/>
              <a:gd name="connsiteX1847" fmla="*/ 2868614 w 6282234"/>
              <a:gd name="connsiteY1847" fmla="*/ 1822227 h 4115518"/>
              <a:gd name="connsiteX1848" fmla="*/ 2863076 w 6282234"/>
              <a:gd name="connsiteY1848" fmla="*/ 1837155 h 4115518"/>
              <a:gd name="connsiteX1849" fmla="*/ 2841904 w 6282234"/>
              <a:gd name="connsiteY1849" fmla="*/ 1849097 h 4115518"/>
              <a:gd name="connsiteX1850" fmla="*/ 2820732 w 6282234"/>
              <a:gd name="connsiteY1850" fmla="*/ 1861372 h 4115518"/>
              <a:gd name="connsiteX1851" fmla="*/ 2810309 w 6282234"/>
              <a:gd name="connsiteY1851" fmla="*/ 1864026 h 4115518"/>
              <a:gd name="connsiteX1852" fmla="*/ 2791742 w 6282234"/>
              <a:gd name="connsiteY1852" fmla="*/ 1854737 h 4115518"/>
              <a:gd name="connsiteX1853" fmla="*/ 2806400 w 6282234"/>
              <a:gd name="connsiteY1853" fmla="*/ 1831847 h 4115518"/>
              <a:gd name="connsiteX1854" fmla="*/ 2810309 w 6282234"/>
              <a:gd name="connsiteY1854" fmla="*/ 1815592 h 4115518"/>
              <a:gd name="connsiteX1855" fmla="*/ 2796954 w 6282234"/>
              <a:gd name="connsiteY1855" fmla="*/ 1807299 h 4115518"/>
              <a:gd name="connsiteX1856" fmla="*/ 2800863 w 6282234"/>
              <a:gd name="connsiteY1856" fmla="*/ 1803318 h 4115518"/>
              <a:gd name="connsiteX1857" fmla="*/ 2798257 w 6282234"/>
              <a:gd name="connsiteY1857" fmla="*/ 1781755 h 4115518"/>
              <a:gd name="connsiteX1858" fmla="*/ 2822360 w 6282234"/>
              <a:gd name="connsiteY1858" fmla="*/ 1783082 h 4115518"/>
              <a:gd name="connsiteX1859" fmla="*/ 2822360 w 6282234"/>
              <a:gd name="connsiteY1859" fmla="*/ 1767158 h 4115518"/>
              <a:gd name="connsiteX1860" fmla="*/ 2827572 w 6282234"/>
              <a:gd name="connsiteY1860" fmla="*/ 1757538 h 4115518"/>
              <a:gd name="connsiteX1861" fmla="*/ 3151997 w 6282234"/>
              <a:gd name="connsiteY1861" fmla="*/ 1739956 h 4115518"/>
              <a:gd name="connsiteX1862" fmla="*/ 3158511 w 6282234"/>
              <a:gd name="connsiteY1862" fmla="*/ 1745595 h 4115518"/>
              <a:gd name="connsiteX1863" fmla="*/ 3158511 w 6282234"/>
              <a:gd name="connsiteY1863" fmla="*/ 1757538 h 4115518"/>
              <a:gd name="connsiteX1864" fmla="*/ 3148739 w 6282234"/>
              <a:gd name="connsiteY1864" fmla="*/ 1757538 h 4115518"/>
              <a:gd name="connsiteX1865" fmla="*/ 3145482 w 6282234"/>
              <a:gd name="connsiteY1865" fmla="*/ 1742610 h 4115518"/>
              <a:gd name="connsiteX1866" fmla="*/ 685916 w 6282234"/>
              <a:gd name="connsiteY1866" fmla="*/ 1733321 h 4115518"/>
              <a:gd name="connsiteX1867" fmla="*/ 695688 w 6282234"/>
              <a:gd name="connsiteY1867" fmla="*/ 1746923 h 4115518"/>
              <a:gd name="connsiteX1868" fmla="*/ 688522 w 6282234"/>
              <a:gd name="connsiteY1868" fmla="*/ 1752230 h 4115518"/>
              <a:gd name="connsiteX1869" fmla="*/ 681356 w 6282234"/>
              <a:gd name="connsiteY1869" fmla="*/ 1749577 h 4115518"/>
              <a:gd name="connsiteX1870" fmla="*/ 3187826 w 6282234"/>
              <a:gd name="connsiteY1870" fmla="*/ 1725360 h 4115518"/>
              <a:gd name="connsiteX1871" fmla="*/ 3191084 w 6282234"/>
              <a:gd name="connsiteY1871" fmla="*/ 1728013 h 4115518"/>
              <a:gd name="connsiteX1872" fmla="*/ 3191084 w 6282234"/>
              <a:gd name="connsiteY1872" fmla="*/ 1737302 h 4115518"/>
              <a:gd name="connsiteX1873" fmla="*/ 3184569 w 6282234"/>
              <a:gd name="connsiteY1873" fmla="*/ 1745595 h 4115518"/>
              <a:gd name="connsiteX1874" fmla="*/ 3178055 w 6282234"/>
              <a:gd name="connsiteY1874" fmla="*/ 1758865 h 4115518"/>
              <a:gd name="connsiteX1875" fmla="*/ 3171540 w 6282234"/>
              <a:gd name="connsiteY1875" fmla="*/ 1754885 h 4115518"/>
              <a:gd name="connsiteX1876" fmla="*/ 3168283 w 6282234"/>
              <a:gd name="connsiteY1876" fmla="*/ 1754885 h 4115518"/>
              <a:gd name="connsiteX1877" fmla="*/ 3165025 w 6282234"/>
              <a:gd name="connsiteY1877" fmla="*/ 1739956 h 4115518"/>
              <a:gd name="connsiteX1878" fmla="*/ 3174798 w 6282234"/>
              <a:gd name="connsiteY1878" fmla="*/ 1734648 h 4115518"/>
              <a:gd name="connsiteX1879" fmla="*/ 657578 w 6282234"/>
              <a:gd name="connsiteY1879" fmla="*/ 1718393 h 4115518"/>
              <a:gd name="connsiteX1880" fmla="*/ 674190 w 6282234"/>
              <a:gd name="connsiteY1880" fmla="*/ 1746923 h 4115518"/>
              <a:gd name="connsiteX1881" fmla="*/ 667024 w 6282234"/>
              <a:gd name="connsiteY1881" fmla="*/ 1757538 h 4115518"/>
              <a:gd name="connsiteX1882" fmla="*/ 654972 w 6282234"/>
              <a:gd name="connsiteY1882" fmla="*/ 1752230 h 4115518"/>
              <a:gd name="connsiteX1883" fmla="*/ 657578 w 6282234"/>
              <a:gd name="connsiteY1883" fmla="*/ 1739956 h 4115518"/>
              <a:gd name="connsiteX1884" fmla="*/ 2866008 w 6282234"/>
              <a:gd name="connsiteY1884" fmla="*/ 1709105 h 4115518"/>
              <a:gd name="connsiteX1885" fmla="*/ 2868614 w 6282234"/>
              <a:gd name="connsiteY1885" fmla="*/ 1710431 h 4115518"/>
              <a:gd name="connsiteX1886" fmla="*/ 2875129 w 6282234"/>
              <a:gd name="connsiteY1886" fmla="*/ 1713086 h 4115518"/>
              <a:gd name="connsiteX1887" fmla="*/ 2863076 w 6282234"/>
              <a:gd name="connsiteY1887" fmla="*/ 1721048 h 4115518"/>
              <a:gd name="connsiteX1888" fmla="*/ 645526 w 6282234"/>
              <a:gd name="connsiteY1888" fmla="*/ 1694176 h 4115518"/>
              <a:gd name="connsiteX1889" fmla="*/ 657578 w 6282234"/>
              <a:gd name="connsiteY1889" fmla="*/ 1696831 h 4115518"/>
              <a:gd name="connsiteX1890" fmla="*/ 659858 w 6282234"/>
              <a:gd name="connsiteY1890" fmla="*/ 1709105 h 4115518"/>
              <a:gd name="connsiteX1891" fmla="*/ 647806 w 6282234"/>
              <a:gd name="connsiteY1891" fmla="*/ 1715740 h 4115518"/>
              <a:gd name="connsiteX1892" fmla="*/ 616861 w 6282234"/>
              <a:gd name="connsiteY1892" fmla="*/ 1688869 h 4115518"/>
              <a:gd name="connsiteX1893" fmla="*/ 626634 w 6282234"/>
              <a:gd name="connsiteY1893" fmla="*/ 1688869 h 4115518"/>
              <a:gd name="connsiteX1894" fmla="*/ 631194 w 6282234"/>
              <a:gd name="connsiteY1894" fmla="*/ 1706451 h 4115518"/>
              <a:gd name="connsiteX1895" fmla="*/ 624028 w 6282234"/>
              <a:gd name="connsiteY1895" fmla="*/ 1710431 h 4115518"/>
              <a:gd name="connsiteX1896" fmla="*/ 3145482 w 6282234"/>
              <a:gd name="connsiteY1896" fmla="*/ 1676594 h 4115518"/>
              <a:gd name="connsiteX1897" fmla="*/ 3151997 w 6282234"/>
              <a:gd name="connsiteY1897" fmla="*/ 1676594 h 4115518"/>
              <a:gd name="connsiteX1898" fmla="*/ 3155253 w 6282234"/>
              <a:gd name="connsiteY1898" fmla="*/ 1688869 h 4115518"/>
              <a:gd name="connsiteX1899" fmla="*/ 3145482 w 6282234"/>
              <a:gd name="connsiteY1899" fmla="*/ 1694176 h 4115518"/>
              <a:gd name="connsiteX1900" fmla="*/ 3122681 w 6282234"/>
              <a:gd name="connsiteY1900" fmla="*/ 1698158 h 4115518"/>
              <a:gd name="connsiteX1901" fmla="*/ 3116166 w 6282234"/>
              <a:gd name="connsiteY1901" fmla="*/ 1706451 h 4115518"/>
              <a:gd name="connsiteX1902" fmla="*/ 3116166 w 6282234"/>
              <a:gd name="connsiteY1902" fmla="*/ 1703797 h 4115518"/>
              <a:gd name="connsiteX1903" fmla="*/ 3122681 w 6282234"/>
              <a:gd name="connsiteY1903" fmla="*/ 1691523 h 4115518"/>
              <a:gd name="connsiteX1904" fmla="*/ 3135710 w 6282234"/>
              <a:gd name="connsiteY1904" fmla="*/ 1691523 h 4115518"/>
              <a:gd name="connsiteX1905" fmla="*/ 2857865 w 6282234"/>
              <a:gd name="connsiteY1905" fmla="*/ 1676594 h 4115518"/>
              <a:gd name="connsiteX1906" fmla="*/ 2866008 w 6282234"/>
              <a:gd name="connsiteY1906" fmla="*/ 1676594 h 4115518"/>
              <a:gd name="connsiteX1907" fmla="*/ 2866008 w 6282234"/>
              <a:gd name="connsiteY1907" fmla="*/ 1686215 h 4115518"/>
              <a:gd name="connsiteX1908" fmla="*/ 2869917 w 6282234"/>
              <a:gd name="connsiteY1908" fmla="*/ 1694176 h 4115518"/>
              <a:gd name="connsiteX1909" fmla="*/ 2863076 w 6282234"/>
              <a:gd name="connsiteY1909" fmla="*/ 1691523 h 4115518"/>
              <a:gd name="connsiteX1910" fmla="*/ 2853956 w 6282234"/>
              <a:gd name="connsiteY1910" fmla="*/ 1682234 h 4115518"/>
              <a:gd name="connsiteX1911" fmla="*/ 3295316 w 6282234"/>
              <a:gd name="connsiteY1911" fmla="*/ 1667306 h 4115518"/>
              <a:gd name="connsiteX1912" fmla="*/ 3305089 w 6282234"/>
              <a:gd name="connsiteY1912" fmla="*/ 1667306 h 4115518"/>
              <a:gd name="connsiteX1913" fmla="*/ 3298574 w 6282234"/>
              <a:gd name="connsiteY1913" fmla="*/ 1673941 h 4115518"/>
              <a:gd name="connsiteX1914" fmla="*/ 3298574 w 6282234"/>
              <a:gd name="connsiteY1914" fmla="*/ 1688869 h 4115518"/>
              <a:gd name="connsiteX1915" fmla="*/ 3288802 w 6282234"/>
              <a:gd name="connsiteY1915" fmla="*/ 1691523 h 4115518"/>
              <a:gd name="connsiteX1916" fmla="*/ 3285544 w 6282234"/>
              <a:gd name="connsiteY1916" fmla="*/ 1679248 h 4115518"/>
              <a:gd name="connsiteX1917" fmla="*/ 319148 w 6282234"/>
              <a:gd name="connsiteY1917" fmla="*/ 1667306 h 4115518"/>
              <a:gd name="connsiteX1918" fmla="*/ 324033 w 6282234"/>
              <a:gd name="connsiteY1918" fmla="*/ 1682234 h 4115518"/>
              <a:gd name="connsiteX1919" fmla="*/ 290483 w 6282234"/>
              <a:gd name="connsiteY1919" fmla="*/ 1700811 h 4115518"/>
              <a:gd name="connsiteX1920" fmla="*/ 281037 w 6282234"/>
              <a:gd name="connsiteY1920" fmla="*/ 1686215 h 4115518"/>
              <a:gd name="connsiteX1921" fmla="*/ 290483 w 6282234"/>
              <a:gd name="connsiteY1921" fmla="*/ 1673941 h 4115518"/>
              <a:gd name="connsiteX1922" fmla="*/ 300256 w 6282234"/>
              <a:gd name="connsiteY1922" fmla="*/ 1676594 h 4115518"/>
              <a:gd name="connsiteX1923" fmla="*/ 638360 w 6282234"/>
              <a:gd name="connsiteY1923" fmla="*/ 1657686 h 4115518"/>
              <a:gd name="connsiteX1924" fmla="*/ 643246 w 6282234"/>
              <a:gd name="connsiteY1924" fmla="*/ 1669959 h 4115518"/>
              <a:gd name="connsiteX1925" fmla="*/ 643246 w 6282234"/>
              <a:gd name="connsiteY1925" fmla="*/ 1679248 h 4115518"/>
              <a:gd name="connsiteX1926" fmla="*/ 633800 w 6282234"/>
              <a:gd name="connsiteY1926" fmla="*/ 1684888 h 4115518"/>
              <a:gd name="connsiteX1927" fmla="*/ 628914 w 6282234"/>
              <a:gd name="connsiteY1927" fmla="*/ 1660671 h 4115518"/>
              <a:gd name="connsiteX1928" fmla="*/ 600249 w 6282234"/>
              <a:gd name="connsiteY1928" fmla="*/ 1655032 h 4115518"/>
              <a:gd name="connsiteX1929" fmla="*/ 609696 w 6282234"/>
              <a:gd name="connsiteY1929" fmla="*/ 1655032 h 4115518"/>
              <a:gd name="connsiteX1930" fmla="*/ 626634 w 6282234"/>
              <a:gd name="connsiteY1930" fmla="*/ 1661999 h 4115518"/>
              <a:gd name="connsiteX1931" fmla="*/ 621748 w 6282234"/>
              <a:gd name="connsiteY1931" fmla="*/ 1672614 h 4115518"/>
              <a:gd name="connsiteX1932" fmla="*/ 607416 w 6282234"/>
              <a:gd name="connsiteY1932" fmla="*/ 1676594 h 4115518"/>
              <a:gd name="connsiteX1933" fmla="*/ 2866008 w 6282234"/>
              <a:gd name="connsiteY1933" fmla="*/ 1649724 h 4115518"/>
              <a:gd name="connsiteX1934" fmla="*/ 2860471 w 6282234"/>
              <a:gd name="connsiteY1934" fmla="*/ 1664652 h 4115518"/>
              <a:gd name="connsiteX1935" fmla="*/ 2851351 w 6282234"/>
              <a:gd name="connsiteY1935" fmla="*/ 1672614 h 4115518"/>
              <a:gd name="connsiteX1936" fmla="*/ 2851351 w 6282234"/>
              <a:gd name="connsiteY1936" fmla="*/ 1655032 h 4115518"/>
              <a:gd name="connsiteX1937" fmla="*/ 3370234 w 6282234"/>
              <a:gd name="connsiteY1937" fmla="*/ 1643089 h 4115518"/>
              <a:gd name="connsiteX1938" fmla="*/ 3366976 w 6282234"/>
              <a:gd name="connsiteY1938" fmla="*/ 1655032 h 4115518"/>
              <a:gd name="connsiteX1939" fmla="*/ 3360461 w 6282234"/>
              <a:gd name="connsiteY1939" fmla="*/ 1657686 h 4115518"/>
              <a:gd name="connsiteX1940" fmla="*/ 3353947 w 6282234"/>
              <a:gd name="connsiteY1940" fmla="*/ 1667306 h 4115518"/>
              <a:gd name="connsiteX1941" fmla="*/ 3357205 w 6282234"/>
              <a:gd name="connsiteY1941" fmla="*/ 1660671 h 4115518"/>
              <a:gd name="connsiteX1942" fmla="*/ 3353947 w 6282234"/>
              <a:gd name="connsiteY1942" fmla="*/ 1648397 h 4115518"/>
              <a:gd name="connsiteX1943" fmla="*/ 2884249 w 6282234"/>
              <a:gd name="connsiteY1943" fmla="*/ 1643089 h 4115518"/>
              <a:gd name="connsiteX1944" fmla="*/ 2892392 w 6282234"/>
              <a:gd name="connsiteY1944" fmla="*/ 1645744 h 4115518"/>
              <a:gd name="connsiteX1945" fmla="*/ 2920078 w 6282234"/>
              <a:gd name="connsiteY1945" fmla="*/ 1643089 h 4115518"/>
              <a:gd name="connsiteX1946" fmla="*/ 2917473 w 6282234"/>
              <a:gd name="connsiteY1946" fmla="*/ 1652378 h 4115518"/>
              <a:gd name="connsiteX1947" fmla="*/ 2904118 w 6282234"/>
              <a:gd name="connsiteY1947" fmla="*/ 1664652 h 4115518"/>
              <a:gd name="connsiteX1948" fmla="*/ 2905421 w 6282234"/>
              <a:gd name="connsiteY1948" fmla="*/ 1672614 h 4115518"/>
              <a:gd name="connsiteX1949" fmla="*/ 2929524 w 6282234"/>
              <a:gd name="connsiteY1949" fmla="*/ 1673941 h 4115518"/>
              <a:gd name="connsiteX1950" fmla="*/ 2939948 w 6282234"/>
              <a:gd name="connsiteY1950" fmla="*/ 1673941 h 4115518"/>
              <a:gd name="connsiteX1951" fmla="*/ 2941251 w 6282234"/>
              <a:gd name="connsiteY1951" fmla="*/ 1682234 h 4115518"/>
              <a:gd name="connsiteX1952" fmla="*/ 2934736 w 6282234"/>
              <a:gd name="connsiteY1952" fmla="*/ 1700811 h 4115518"/>
              <a:gd name="connsiteX1953" fmla="*/ 2922684 w 6282234"/>
              <a:gd name="connsiteY1953" fmla="*/ 1715740 h 4115518"/>
              <a:gd name="connsiteX1954" fmla="*/ 2928221 w 6282234"/>
              <a:gd name="connsiteY1954" fmla="*/ 1728013 h 4115518"/>
              <a:gd name="connsiteX1955" fmla="*/ 2937342 w 6282234"/>
              <a:gd name="connsiteY1955" fmla="*/ 1733321 h 4115518"/>
              <a:gd name="connsiteX1956" fmla="*/ 2943857 w 6282234"/>
              <a:gd name="connsiteY1956" fmla="*/ 1742610 h 4115518"/>
              <a:gd name="connsiteX1957" fmla="*/ 2946462 w 6282234"/>
              <a:gd name="connsiteY1957" fmla="*/ 1757538 h 4115518"/>
              <a:gd name="connsiteX1958" fmla="*/ 2952000 w 6282234"/>
              <a:gd name="connsiteY1958" fmla="*/ 1771140 h 4115518"/>
              <a:gd name="connsiteX1959" fmla="*/ 2963727 w 6282234"/>
              <a:gd name="connsiteY1959" fmla="*/ 1776447 h 4115518"/>
              <a:gd name="connsiteX1960" fmla="*/ 2975778 w 6282234"/>
              <a:gd name="connsiteY1960" fmla="*/ 1800664 h 4115518"/>
              <a:gd name="connsiteX1961" fmla="*/ 2977081 w 6282234"/>
              <a:gd name="connsiteY1961" fmla="*/ 1818246 h 4115518"/>
              <a:gd name="connsiteX1962" fmla="*/ 2996951 w 6282234"/>
              <a:gd name="connsiteY1962" fmla="*/ 1822227 h 4115518"/>
              <a:gd name="connsiteX1963" fmla="*/ 3000859 w 6282234"/>
              <a:gd name="connsiteY1963" fmla="*/ 1827534 h 4115518"/>
              <a:gd name="connsiteX1964" fmla="*/ 3003464 w 6282234"/>
              <a:gd name="connsiteY1964" fmla="*/ 1837155 h 4115518"/>
              <a:gd name="connsiteX1965" fmla="*/ 3000859 w 6282234"/>
              <a:gd name="connsiteY1965" fmla="*/ 1846444 h 4115518"/>
              <a:gd name="connsiteX1966" fmla="*/ 2988807 w 6282234"/>
              <a:gd name="connsiteY1966" fmla="*/ 1861372 h 4115518"/>
              <a:gd name="connsiteX1967" fmla="*/ 2988807 w 6282234"/>
              <a:gd name="connsiteY1967" fmla="*/ 1868006 h 4115518"/>
              <a:gd name="connsiteX1968" fmla="*/ 2994344 w 6282234"/>
              <a:gd name="connsiteY1968" fmla="*/ 1876299 h 4115518"/>
              <a:gd name="connsiteX1969" fmla="*/ 2988807 w 6282234"/>
              <a:gd name="connsiteY1969" fmla="*/ 1880281 h 4115518"/>
              <a:gd name="connsiteX1970" fmla="*/ 2977081 w 6282234"/>
              <a:gd name="connsiteY1970" fmla="*/ 1885588 h 4115518"/>
              <a:gd name="connsiteX1971" fmla="*/ 2955909 w 6282234"/>
              <a:gd name="connsiteY1971" fmla="*/ 1882934 h 4115518"/>
              <a:gd name="connsiteX1972" fmla="*/ 2939948 w 6282234"/>
              <a:gd name="connsiteY1972" fmla="*/ 1888242 h 4115518"/>
              <a:gd name="connsiteX1973" fmla="*/ 2925290 w 6282234"/>
              <a:gd name="connsiteY1973" fmla="*/ 1885588 h 4115518"/>
              <a:gd name="connsiteX1974" fmla="*/ 2910958 w 6282234"/>
              <a:gd name="connsiteY1974" fmla="*/ 1890896 h 4115518"/>
              <a:gd name="connsiteX1975" fmla="*/ 2908353 w 6282234"/>
              <a:gd name="connsiteY1975" fmla="*/ 1900516 h 4115518"/>
              <a:gd name="connsiteX1976" fmla="*/ 2901512 w 6282234"/>
              <a:gd name="connsiteY1976" fmla="*/ 1895209 h 4115518"/>
              <a:gd name="connsiteX1977" fmla="*/ 2889785 w 6282234"/>
              <a:gd name="connsiteY1977" fmla="*/ 1897863 h 4115518"/>
              <a:gd name="connsiteX1978" fmla="*/ 2881642 w 6282234"/>
              <a:gd name="connsiteY1978" fmla="*/ 1904498 h 4115518"/>
              <a:gd name="connsiteX1979" fmla="*/ 2877734 w 6282234"/>
              <a:gd name="connsiteY1979" fmla="*/ 1900516 h 4115518"/>
              <a:gd name="connsiteX1980" fmla="*/ 2893695 w 6282234"/>
              <a:gd name="connsiteY1980" fmla="*/ 1882934 h 4115518"/>
              <a:gd name="connsiteX1981" fmla="*/ 2898907 w 6282234"/>
              <a:gd name="connsiteY1981" fmla="*/ 1873646 h 4115518"/>
              <a:gd name="connsiteX1982" fmla="*/ 2910958 w 6282234"/>
              <a:gd name="connsiteY1982" fmla="*/ 1866679 h 4115518"/>
              <a:gd name="connsiteX1983" fmla="*/ 2905421 w 6282234"/>
              <a:gd name="connsiteY1983" fmla="*/ 1861372 h 4115518"/>
              <a:gd name="connsiteX1984" fmla="*/ 2898907 w 6282234"/>
              <a:gd name="connsiteY1984" fmla="*/ 1864026 h 4115518"/>
              <a:gd name="connsiteX1985" fmla="*/ 2896300 w 6282234"/>
              <a:gd name="connsiteY1985" fmla="*/ 1856064 h 4115518"/>
              <a:gd name="connsiteX1986" fmla="*/ 2884249 w 6282234"/>
              <a:gd name="connsiteY1986" fmla="*/ 1858718 h 4115518"/>
              <a:gd name="connsiteX1987" fmla="*/ 2881642 w 6282234"/>
              <a:gd name="connsiteY1987" fmla="*/ 1852083 h 4115518"/>
              <a:gd name="connsiteX1988" fmla="*/ 2898907 w 6282234"/>
              <a:gd name="connsiteY1988" fmla="*/ 1842462 h 4115518"/>
              <a:gd name="connsiteX1989" fmla="*/ 2901512 w 6282234"/>
              <a:gd name="connsiteY1989" fmla="*/ 1834501 h 4115518"/>
              <a:gd name="connsiteX1990" fmla="*/ 2898907 w 6282234"/>
              <a:gd name="connsiteY1990" fmla="*/ 1815592 h 4115518"/>
              <a:gd name="connsiteX1991" fmla="*/ 2920078 w 6282234"/>
              <a:gd name="connsiteY1991" fmla="*/ 1807299 h 4115518"/>
              <a:gd name="connsiteX1992" fmla="*/ 2920078 w 6282234"/>
              <a:gd name="connsiteY1992" fmla="*/ 1800664 h 4115518"/>
              <a:gd name="connsiteX1993" fmla="*/ 2908353 w 6282234"/>
              <a:gd name="connsiteY1993" fmla="*/ 1773793 h 4115518"/>
              <a:gd name="connsiteX1994" fmla="*/ 2913563 w 6282234"/>
              <a:gd name="connsiteY1994" fmla="*/ 1761520 h 4115518"/>
              <a:gd name="connsiteX1995" fmla="*/ 2896300 w 6282234"/>
              <a:gd name="connsiteY1995" fmla="*/ 1769813 h 4115518"/>
              <a:gd name="connsiteX1996" fmla="*/ 2881642 w 6282234"/>
              <a:gd name="connsiteY1996" fmla="*/ 1758865 h 4115518"/>
              <a:gd name="connsiteX1997" fmla="*/ 2892392 w 6282234"/>
              <a:gd name="connsiteY1997" fmla="*/ 1745595 h 4115518"/>
              <a:gd name="connsiteX1998" fmla="*/ 2884249 w 6282234"/>
              <a:gd name="connsiteY1998" fmla="*/ 1733321 h 4115518"/>
              <a:gd name="connsiteX1999" fmla="*/ 2880339 w 6282234"/>
              <a:gd name="connsiteY1999" fmla="*/ 1733321 h 4115518"/>
              <a:gd name="connsiteX2000" fmla="*/ 2875129 w 6282234"/>
              <a:gd name="connsiteY2000" fmla="*/ 1721048 h 4115518"/>
              <a:gd name="connsiteX2001" fmla="*/ 2880339 w 6282234"/>
              <a:gd name="connsiteY2001" fmla="*/ 1710431 h 4115518"/>
              <a:gd name="connsiteX2002" fmla="*/ 2869917 w 6282234"/>
              <a:gd name="connsiteY2002" fmla="*/ 1710431 h 4115518"/>
              <a:gd name="connsiteX2003" fmla="*/ 2866008 w 6282234"/>
              <a:gd name="connsiteY2003" fmla="*/ 1703797 h 4115518"/>
              <a:gd name="connsiteX2004" fmla="*/ 2869917 w 6282234"/>
              <a:gd name="connsiteY2004" fmla="*/ 1700811 h 4115518"/>
              <a:gd name="connsiteX2005" fmla="*/ 2875129 w 6282234"/>
              <a:gd name="connsiteY2005" fmla="*/ 1686215 h 4115518"/>
              <a:gd name="connsiteX2006" fmla="*/ 2869917 w 6282234"/>
              <a:gd name="connsiteY2006" fmla="*/ 1682234 h 4115518"/>
              <a:gd name="connsiteX2007" fmla="*/ 2872522 w 6282234"/>
              <a:gd name="connsiteY2007" fmla="*/ 1669959 h 4115518"/>
              <a:gd name="connsiteX2008" fmla="*/ 2881642 w 6282234"/>
              <a:gd name="connsiteY2008" fmla="*/ 1664652 h 4115518"/>
              <a:gd name="connsiteX2009" fmla="*/ 2881642 w 6282234"/>
              <a:gd name="connsiteY2009" fmla="*/ 1655032 h 4115518"/>
              <a:gd name="connsiteX2010" fmla="*/ 3366976 w 6282234"/>
              <a:gd name="connsiteY2010" fmla="*/ 1628161 h 4115518"/>
              <a:gd name="connsiteX2011" fmla="*/ 3373491 w 6282234"/>
              <a:gd name="connsiteY2011" fmla="*/ 1636122 h 4115518"/>
              <a:gd name="connsiteX2012" fmla="*/ 3366976 w 6282234"/>
              <a:gd name="connsiteY2012" fmla="*/ 1640435 h 4115518"/>
              <a:gd name="connsiteX2013" fmla="*/ 3314860 w 6282234"/>
              <a:gd name="connsiteY2013" fmla="*/ 1582382 h 4115518"/>
              <a:gd name="connsiteX2014" fmla="*/ 3324632 w 6282234"/>
              <a:gd name="connsiteY2014" fmla="*/ 1585035 h 4115518"/>
              <a:gd name="connsiteX2015" fmla="*/ 3321375 w 6282234"/>
              <a:gd name="connsiteY2015" fmla="*/ 1591670 h 4115518"/>
              <a:gd name="connsiteX2016" fmla="*/ 83354 w 6282234"/>
              <a:gd name="connsiteY2016" fmla="*/ 1579728 h 4115518"/>
              <a:gd name="connsiteX2017" fmla="*/ 92897 w 6282234"/>
              <a:gd name="connsiteY2017" fmla="*/ 1597310 h 4115518"/>
              <a:gd name="connsiteX2018" fmla="*/ 76220 w 6282234"/>
              <a:gd name="connsiteY2018" fmla="*/ 1599964 h 4115518"/>
              <a:gd name="connsiteX2019" fmla="*/ 61921 w 6282234"/>
              <a:gd name="connsiteY2019" fmla="*/ 1587690 h 4115518"/>
              <a:gd name="connsiteX2020" fmla="*/ 2851351 w 6282234"/>
              <a:gd name="connsiteY2020" fmla="*/ 1515039 h 4115518"/>
              <a:gd name="connsiteX2021" fmla="*/ 2856561 w 6282234"/>
              <a:gd name="connsiteY2021" fmla="*/ 1521674 h 4115518"/>
              <a:gd name="connsiteX2022" fmla="*/ 2856561 w 6282234"/>
              <a:gd name="connsiteY2022" fmla="*/ 1524328 h 4115518"/>
              <a:gd name="connsiteX2023" fmla="*/ 2851351 w 6282234"/>
              <a:gd name="connsiteY2023" fmla="*/ 1516366 h 4115518"/>
              <a:gd name="connsiteX2024" fmla="*/ 1581991 w 6282234"/>
              <a:gd name="connsiteY2024" fmla="*/ 1506746 h 4115518"/>
              <a:gd name="connsiteX2025" fmla="*/ 1594044 w 6282234"/>
              <a:gd name="connsiteY2025" fmla="*/ 1512385 h 4115518"/>
              <a:gd name="connsiteX2026" fmla="*/ 1588832 w 6282234"/>
              <a:gd name="connsiteY2026" fmla="*/ 1528308 h 4115518"/>
              <a:gd name="connsiteX2027" fmla="*/ 1576780 w 6282234"/>
              <a:gd name="connsiteY2027" fmla="*/ 1528308 h 4115518"/>
              <a:gd name="connsiteX2028" fmla="*/ 1543882 w 6282234"/>
              <a:gd name="connsiteY2028" fmla="*/ 1485183 h 4115518"/>
              <a:gd name="connsiteX2029" fmla="*/ 1547790 w 6282234"/>
              <a:gd name="connsiteY2029" fmla="*/ 1494803 h 4115518"/>
              <a:gd name="connsiteX2030" fmla="*/ 1534436 w 6282234"/>
              <a:gd name="connsiteY2030" fmla="*/ 1509731 h 4115518"/>
              <a:gd name="connsiteX2031" fmla="*/ 1517171 w 6282234"/>
              <a:gd name="connsiteY2031" fmla="*/ 1516366 h 4115518"/>
              <a:gd name="connsiteX2032" fmla="*/ 1520104 w 6282234"/>
              <a:gd name="connsiteY2032" fmla="*/ 1490823 h 4115518"/>
              <a:gd name="connsiteX2033" fmla="*/ 7133 w 6282234"/>
              <a:gd name="connsiteY2033" fmla="*/ 1455659 h 4115518"/>
              <a:gd name="connsiteX2034" fmla="*/ 35732 w 6282234"/>
              <a:gd name="connsiteY2034" fmla="*/ 1478548 h 4115518"/>
              <a:gd name="connsiteX2035" fmla="*/ 23810 w 6282234"/>
              <a:gd name="connsiteY2035" fmla="*/ 1479876 h 4115518"/>
              <a:gd name="connsiteX2036" fmla="*/ 0 w 6282234"/>
              <a:gd name="connsiteY2036" fmla="*/ 1466274 h 4115518"/>
              <a:gd name="connsiteX2037" fmla="*/ 1486880 w 6282234"/>
              <a:gd name="connsiteY2037" fmla="*/ 1361445 h 4115518"/>
              <a:gd name="connsiteX2038" fmla="*/ 1510657 w 6282234"/>
              <a:gd name="connsiteY2038" fmla="*/ 1393624 h 4115518"/>
              <a:gd name="connsiteX2039" fmla="*/ 1541275 w 6282234"/>
              <a:gd name="connsiteY2039" fmla="*/ 1412532 h 4115518"/>
              <a:gd name="connsiteX2040" fmla="*/ 1553002 w 6282234"/>
              <a:gd name="connsiteY2040" fmla="*/ 1439404 h 4115518"/>
              <a:gd name="connsiteX2041" fmla="*/ 1576780 w 6282234"/>
              <a:gd name="connsiteY2041" fmla="*/ 1451677 h 4115518"/>
              <a:gd name="connsiteX2042" fmla="*/ 1562448 w 6282234"/>
              <a:gd name="connsiteY2042" fmla="*/ 1466274 h 4115518"/>
              <a:gd name="connsiteX2043" fmla="*/ 1535739 w 6282234"/>
              <a:gd name="connsiteY2043" fmla="*/ 1454331 h 4115518"/>
              <a:gd name="connsiteX2044" fmla="*/ 1520104 w 6282234"/>
              <a:gd name="connsiteY2044" fmla="*/ 1451677 h 4115518"/>
              <a:gd name="connsiteX2045" fmla="*/ 1496000 w 6282234"/>
              <a:gd name="connsiteY2045" fmla="*/ 1475894 h 4115518"/>
              <a:gd name="connsiteX2046" fmla="*/ 1472222 w 6282234"/>
              <a:gd name="connsiteY2046" fmla="*/ 1439404 h 4115518"/>
              <a:gd name="connsiteX2047" fmla="*/ 1469616 w 6282234"/>
              <a:gd name="connsiteY2047" fmla="*/ 1417840 h 4115518"/>
              <a:gd name="connsiteX2048" fmla="*/ 1476130 w 6282234"/>
              <a:gd name="connsiteY2048" fmla="*/ 1370734 h 4115518"/>
              <a:gd name="connsiteX2049" fmla="*/ 2693698 w 6282234"/>
              <a:gd name="connsiteY2049" fmla="*/ 1336897 h 4115518"/>
              <a:gd name="connsiteX2050" fmla="*/ 2699236 w 6282234"/>
              <a:gd name="connsiteY2050" fmla="*/ 1349171 h 4115518"/>
              <a:gd name="connsiteX2051" fmla="*/ 2713568 w 6282234"/>
              <a:gd name="connsiteY2051" fmla="*/ 1351825 h 4115518"/>
              <a:gd name="connsiteX2052" fmla="*/ 2717802 w 6282234"/>
              <a:gd name="connsiteY2052" fmla="*/ 1357133 h 4115518"/>
              <a:gd name="connsiteX2053" fmla="*/ 2714871 w 6282234"/>
              <a:gd name="connsiteY2053" fmla="*/ 1366753 h 4115518"/>
              <a:gd name="connsiteX2054" fmla="*/ 2737346 w 6282234"/>
              <a:gd name="connsiteY2054" fmla="*/ 1381682 h 4115518"/>
              <a:gd name="connsiteX2055" fmla="*/ 2734740 w 6282234"/>
              <a:gd name="connsiteY2055" fmla="*/ 1388315 h 4115518"/>
              <a:gd name="connsiteX2056" fmla="*/ 2737346 w 6282234"/>
              <a:gd name="connsiteY2056" fmla="*/ 1400258 h 4115518"/>
              <a:gd name="connsiteX2057" fmla="*/ 2729529 w 6282234"/>
              <a:gd name="connsiteY2057" fmla="*/ 1412532 h 4115518"/>
              <a:gd name="connsiteX2058" fmla="*/ 2713568 w 6282234"/>
              <a:gd name="connsiteY2058" fmla="*/ 1434095 h 4115518"/>
              <a:gd name="connsiteX2059" fmla="*/ 2705750 w 6282234"/>
              <a:gd name="connsiteY2059" fmla="*/ 1431442 h 4115518"/>
              <a:gd name="connsiteX2060" fmla="*/ 2693698 w 6282234"/>
              <a:gd name="connsiteY2060" fmla="*/ 1439404 h 4115518"/>
              <a:gd name="connsiteX2061" fmla="*/ 2687183 w 6282234"/>
              <a:gd name="connsiteY2061" fmla="*/ 1446369 h 4115518"/>
              <a:gd name="connsiteX2062" fmla="*/ 2660800 w 6282234"/>
              <a:gd name="connsiteY2062" fmla="*/ 1455659 h 4115518"/>
              <a:gd name="connsiteX2063" fmla="*/ 2660800 w 6282234"/>
              <a:gd name="connsiteY2063" fmla="*/ 1463620 h 4115518"/>
              <a:gd name="connsiteX2064" fmla="*/ 2646142 w 6282234"/>
              <a:gd name="connsiteY2064" fmla="*/ 1467932 h 4115518"/>
              <a:gd name="connsiteX2065" fmla="*/ 2619758 w 6282234"/>
              <a:gd name="connsiteY2065" fmla="*/ 1460966 h 4115518"/>
              <a:gd name="connsiteX2066" fmla="*/ 2610312 w 6282234"/>
              <a:gd name="connsiteY2066" fmla="*/ 1451677 h 4115518"/>
              <a:gd name="connsiteX2067" fmla="*/ 2583928 w 6282234"/>
              <a:gd name="connsiteY2067" fmla="*/ 1449024 h 4115518"/>
              <a:gd name="connsiteX2068" fmla="*/ 2592072 w 6282234"/>
              <a:gd name="connsiteY2068" fmla="*/ 1442057 h 4115518"/>
              <a:gd name="connsiteX2069" fmla="*/ 2589139 w 6282234"/>
              <a:gd name="connsiteY2069" fmla="*/ 1427461 h 4115518"/>
              <a:gd name="connsiteX2070" fmla="*/ 2583928 w 6282234"/>
              <a:gd name="connsiteY2070" fmla="*/ 1419167 h 4115518"/>
              <a:gd name="connsiteX2071" fmla="*/ 2582626 w 6282234"/>
              <a:gd name="connsiteY2071" fmla="*/ 1409879 h 4115518"/>
              <a:gd name="connsiteX2072" fmla="*/ 2562756 w 6282234"/>
              <a:gd name="connsiteY2072" fmla="*/ 1409879 h 4115518"/>
              <a:gd name="connsiteX2073" fmla="*/ 2570899 w 6282234"/>
              <a:gd name="connsiteY2073" fmla="*/ 1403244 h 4115518"/>
              <a:gd name="connsiteX2074" fmla="*/ 2583928 w 6282234"/>
              <a:gd name="connsiteY2074" fmla="*/ 1400258 h 4115518"/>
              <a:gd name="connsiteX2075" fmla="*/ 2582626 w 6282234"/>
              <a:gd name="connsiteY2075" fmla="*/ 1393624 h 4115518"/>
              <a:gd name="connsiteX2076" fmla="*/ 2586534 w 6282234"/>
              <a:gd name="connsiteY2076" fmla="*/ 1383008 h 4115518"/>
              <a:gd name="connsiteX2077" fmla="*/ 2574808 w 6282234"/>
              <a:gd name="connsiteY2077" fmla="*/ 1378695 h 4115518"/>
              <a:gd name="connsiteX2078" fmla="*/ 2567968 w 6282234"/>
              <a:gd name="connsiteY2078" fmla="*/ 1381682 h 4115518"/>
              <a:gd name="connsiteX2079" fmla="*/ 2546795 w 6282234"/>
              <a:gd name="connsiteY2079" fmla="*/ 1381682 h 4115518"/>
              <a:gd name="connsiteX2080" fmla="*/ 2565362 w 6282234"/>
              <a:gd name="connsiteY2080" fmla="*/ 1351825 h 4115518"/>
              <a:gd name="connsiteX2081" fmla="*/ 2572202 w 6282234"/>
              <a:gd name="connsiteY2081" fmla="*/ 1339883 h 4115518"/>
              <a:gd name="connsiteX2082" fmla="*/ 2582626 w 6282234"/>
              <a:gd name="connsiteY2082" fmla="*/ 1339883 h 4115518"/>
              <a:gd name="connsiteX2083" fmla="*/ 2592072 w 6282234"/>
              <a:gd name="connsiteY2083" fmla="*/ 1346517 h 4115518"/>
              <a:gd name="connsiteX2084" fmla="*/ 2603797 w 6282234"/>
              <a:gd name="connsiteY2084" fmla="*/ 1366753 h 4115518"/>
              <a:gd name="connsiteX2085" fmla="*/ 2598585 w 6282234"/>
              <a:gd name="connsiteY2085" fmla="*/ 1373388 h 4115518"/>
              <a:gd name="connsiteX2086" fmla="*/ 2618455 w 6282234"/>
              <a:gd name="connsiteY2086" fmla="*/ 1381682 h 4115518"/>
              <a:gd name="connsiteX2087" fmla="*/ 2619758 w 6282234"/>
              <a:gd name="connsiteY2087" fmla="*/ 1370734 h 4115518"/>
              <a:gd name="connsiteX2088" fmla="*/ 2618455 w 6282234"/>
              <a:gd name="connsiteY2088" fmla="*/ 1357133 h 4115518"/>
              <a:gd name="connsiteX2089" fmla="*/ 2634416 w 6282234"/>
              <a:gd name="connsiteY2089" fmla="*/ 1370734 h 4115518"/>
              <a:gd name="connsiteX2090" fmla="*/ 2634416 w 6282234"/>
              <a:gd name="connsiteY2090" fmla="*/ 1357133 h 4115518"/>
              <a:gd name="connsiteX2091" fmla="*/ 2643536 w 6282234"/>
              <a:gd name="connsiteY2091" fmla="*/ 1351825 h 4115518"/>
              <a:gd name="connsiteX2092" fmla="*/ 2660800 w 6282234"/>
              <a:gd name="connsiteY2092" fmla="*/ 1354478 h 4115518"/>
              <a:gd name="connsiteX2093" fmla="*/ 2669920 w 6282234"/>
              <a:gd name="connsiteY2093" fmla="*/ 1361445 h 4115518"/>
              <a:gd name="connsiteX2094" fmla="*/ 2672526 w 6282234"/>
              <a:gd name="connsiteY2094" fmla="*/ 1351825 h 4115518"/>
              <a:gd name="connsiteX2095" fmla="*/ 2681972 w 6282234"/>
              <a:gd name="connsiteY2095" fmla="*/ 1354478 h 4115518"/>
              <a:gd name="connsiteX2096" fmla="*/ 2687183 w 6282234"/>
              <a:gd name="connsiteY2096" fmla="*/ 1346517 h 4115518"/>
              <a:gd name="connsiteX2097" fmla="*/ 2684578 w 6282234"/>
              <a:gd name="connsiteY2097" fmla="*/ 1339883 h 4115518"/>
              <a:gd name="connsiteX2098" fmla="*/ 1641600 w 6282234"/>
              <a:gd name="connsiteY2098" fmla="*/ 1254958 h 4115518"/>
              <a:gd name="connsiteX2099" fmla="*/ 1665378 w 6282234"/>
              <a:gd name="connsiteY2099" fmla="*/ 1257612 h 4115518"/>
              <a:gd name="connsiteX2100" fmla="*/ 1667006 w 6282234"/>
              <a:gd name="connsiteY2100" fmla="*/ 1285809 h 4115518"/>
              <a:gd name="connsiteX2101" fmla="*/ 1660166 w 6282234"/>
              <a:gd name="connsiteY2101" fmla="*/ 1298084 h 4115518"/>
              <a:gd name="connsiteX2102" fmla="*/ 1638993 w 6282234"/>
              <a:gd name="connsiteY2102" fmla="*/ 1306046 h 4115518"/>
              <a:gd name="connsiteX2103" fmla="*/ 1627268 w 6282234"/>
              <a:gd name="connsiteY2103" fmla="*/ 1284483 h 4115518"/>
              <a:gd name="connsiteX2104" fmla="*/ 3236685 w 6282234"/>
              <a:gd name="connsiteY2104" fmla="*/ 1223775 h 4115518"/>
              <a:gd name="connsiteX2105" fmla="*/ 3239943 w 6282234"/>
              <a:gd name="connsiteY2105" fmla="*/ 1227756 h 4115518"/>
              <a:gd name="connsiteX2106" fmla="*/ 3236685 w 6282234"/>
              <a:gd name="connsiteY2106" fmla="*/ 1242684 h 4115518"/>
              <a:gd name="connsiteX2107" fmla="*/ 3223657 w 6282234"/>
              <a:gd name="connsiteY2107" fmla="*/ 1240030 h 4115518"/>
              <a:gd name="connsiteX2108" fmla="*/ 3829509 w 6282234"/>
              <a:gd name="connsiteY2108" fmla="*/ 1196904 h 4115518"/>
              <a:gd name="connsiteX2109" fmla="*/ 3842538 w 6282234"/>
              <a:gd name="connsiteY2109" fmla="*/ 1206193 h 4115518"/>
              <a:gd name="connsiteX2110" fmla="*/ 3836023 w 6282234"/>
              <a:gd name="connsiteY2110" fmla="*/ 1227756 h 4115518"/>
              <a:gd name="connsiteX2111" fmla="*/ 3819737 w 6282234"/>
              <a:gd name="connsiteY2111" fmla="*/ 1236049 h 4115518"/>
              <a:gd name="connsiteX2112" fmla="*/ 3809965 w 6282234"/>
              <a:gd name="connsiteY2112" fmla="*/ 1225102 h 4115518"/>
              <a:gd name="connsiteX2113" fmla="*/ 3819737 w 6282234"/>
              <a:gd name="connsiteY2113" fmla="*/ 1199558 h 4115518"/>
              <a:gd name="connsiteX2114" fmla="*/ 3279029 w 6282234"/>
              <a:gd name="connsiteY2114" fmla="*/ 1191597 h 4115518"/>
              <a:gd name="connsiteX2115" fmla="*/ 3285544 w 6282234"/>
              <a:gd name="connsiteY2115" fmla="*/ 1199558 h 4115518"/>
              <a:gd name="connsiteX2116" fmla="*/ 3282287 w 6282234"/>
              <a:gd name="connsiteY2116" fmla="*/ 1213159 h 4115518"/>
              <a:gd name="connsiteX2117" fmla="*/ 3266001 w 6282234"/>
              <a:gd name="connsiteY2117" fmla="*/ 1208847 h 4115518"/>
              <a:gd name="connsiteX2118" fmla="*/ 1269945 w 6282234"/>
              <a:gd name="connsiteY2118" fmla="*/ 1176668 h 4115518"/>
              <a:gd name="connsiteX2119" fmla="*/ 1302843 w 6282234"/>
              <a:gd name="connsiteY2119" fmla="*/ 1208847 h 4115518"/>
              <a:gd name="connsiteX2120" fmla="*/ 1309358 w 6282234"/>
              <a:gd name="connsiteY2120" fmla="*/ 1227756 h 4115518"/>
              <a:gd name="connsiteX2121" fmla="*/ 1297631 w 6282234"/>
              <a:gd name="connsiteY2121" fmla="*/ 1247992 h 4115518"/>
              <a:gd name="connsiteX2122" fmla="*/ 1276460 w 6282234"/>
              <a:gd name="connsiteY2122" fmla="*/ 1242684 h 4115518"/>
              <a:gd name="connsiteX2123" fmla="*/ 1245841 w 6282234"/>
              <a:gd name="connsiteY2123" fmla="*/ 1227756 h 4115518"/>
              <a:gd name="connsiteX2124" fmla="*/ 1257893 w 6282234"/>
              <a:gd name="connsiteY2124" fmla="*/ 1194250 h 4115518"/>
              <a:gd name="connsiteX2125" fmla="*/ 5901133 w 6282234"/>
              <a:gd name="connsiteY2125" fmla="*/ 1170033 h 4115518"/>
              <a:gd name="connsiteX2126" fmla="*/ 5917419 w 6282234"/>
              <a:gd name="connsiteY2126" fmla="*/ 1181976 h 4115518"/>
              <a:gd name="connsiteX2127" fmla="*/ 5910905 w 6282234"/>
              <a:gd name="connsiteY2127" fmla="*/ 1191597 h 4115518"/>
              <a:gd name="connsiteX2128" fmla="*/ 5891361 w 6282234"/>
              <a:gd name="connsiteY2128" fmla="*/ 1179322 h 4115518"/>
              <a:gd name="connsiteX2129" fmla="*/ 2026935 w 6282234"/>
              <a:gd name="connsiteY2129" fmla="*/ 1152451 h 4115518"/>
              <a:gd name="connsiteX2130" fmla="*/ 2050713 w 6282234"/>
              <a:gd name="connsiteY2130" fmla="*/ 1163067 h 4115518"/>
              <a:gd name="connsiteX2131" fmla="*/ 2067976 w 6282234"/>
              <a:gd name="connsiteY2131" fmla="*/ 1179322 h 4115518"/>
              <a:gd name="connsiteX2132" fmla="*/ 2070583 w 6282234"/>
              <a:gd name="connsiteY2132" fmla="*/ 1191597 h 4115518"/>
              <a:gd name="connsiteX2133" fmla="*/ 2058530 w 6282234"/>
              <a:gd name="connsiteY2133" fmla="*/ 1200885 h 4115518"/>
              <a:gd name="connsiteX2134" fmla="*/ 2041267 w 6282234"/>
              <a:gd name="connsiteY2134" fmla="*/ 1208847 h 4115518"/>
              <a:gd name="connsiteX2135" fmla="*/ 2032147 w 6282234"/>
              <a:gd name="connsiteY2135" fmla="*/ 1194250 h 4115518"/>
              <a:gd name="connsiteX2136" fmla="*/ 2014883 w 6282234"/>
              <a:gd name="connsiteY2136" fmla="*/ 1187284 h 4115518"/>
              <a:gd name="connsiteX2137" fmla="*/ 2017489 w 6282234"/>
              <a:gd name="connsiteY2137" fmla="*/ 1163067 h 4115518"/>
              <a:gd name="connsiteX2138" fmla="*/ 3998887 w 6282234"/>
              <a:gd name="connsiteY2138" fmla="*/ 1145485 h 4115518"/>
              <a:gd name="connsiteX2139" fmla="*/ 4024945 w 6282234"/>
              <a:gd name="connsiteY2139" fmla="*/ 1179322 h 4115518"/>
              <a:gd name="connsiteX2140" fmla="*/ 4011916 w 6282234"/>
              <a:gd name="connsiteY2140" fmla="*/ 1187284 h 4115518"/>
              <a:gd name="connsiteX2141" fmla="*/ 3998887 w 6282234"/>
              <a:gd name="connsiteY2141" fmla="*/ 1176668 h 4115518"/>
              <a:gd name="connsiteX2142" fmla="*/ 3985857 w 6282234"/>
              <a:gd name="connsiteY2142" fmla="*/ 1157760 h 4115518"/>
              <a:gd name="connsiteX2143" fmla="*/ 2524320 w 6282234"/>
              <a:gd name="connsiteY2143" fmla="*/ 1111980 h 4115518"/>
              <a:gd name="connsiteX2144" fmla="*/ 2532463 w 6282234"/>
              <a:gd name="connsiteY2144" fmla="*/ 1136196 h 4115518"/>
              <a:gd name="connsiteX2145" fmla="*/ 2517806 w 6282234"/>
              <a:gd name="connsiteY2145" fmla="*/ 1140178 h 4115518"/>
              <a:gd name="connsiteX2146" fmla="*/ 2487513 w 6282234"/>
              <a:gd name="connsiteY2146" fmla="*/ 1148471 h 4115518"/>
              <a:gd name="connsiteX2147" fmla="*/ 2500542 w 6282234"/>
              <a:gd name="connsiteY2147" fmla="*/ 1123923 h 4115518"/>
              <a:gd name="connsiteX2148" fmla="*/ 2515199 w 6282234"/>
              <a:gd name="connsiteY2148" fmla="*/ 1121268 h 4115518"/>
              <a:gd name="connsiteX2149" fmla="*/ 6103084 w 6282234"/>
              <a:gd name="connsiteY2149" fmla="*/ 1087763 h 4115518"/>
              <a:gd name="connsiteX2150" fmla="*/ 6132400 w 6282234"/>
              <a:gd name="connsiteY2150" fmla="*/ 1087763 h 4115518"/>
              <a:gd name="connsiteX2151" fmla="*/ 6145429 w 6282234"/>
              <a:gd name="connsiteY2151" fmla="*/ 1102359 h 4115518"/>
              <a:gd name="connsiteX2152" fmla="*/ 6138915 w 6282234"/>
              <a:gd name="connsiteY2152" fmla="*/ 1114633 h 4115518"/>
              <a:gd name="connsiteX2153" fmla="*/ 6112856 w 6282234"/>
              <a:gd name="connsiteY2153" fmla="*/ 1121268 h 4115518"/>
              <a:gd name="connsiteX2154" fmla="*/ 6103084 w 6282234"/>
              <a:gd name="connsiteY2154" fmla="*/ 1115961 h 4115518"/>
              <a:gd name="connsiteX2155" fmla="*/ 6080283 w 6282234"/>
              <a:gd name="connsiteY2155" fmla="*/ 1128235 h 4115518"/>
              <a:gd name="connsiteX2156" fmla="*/ 6083541 w 6282234"/>
              <a:gd name="connsiteY2156" fmla="*/ 1104018 h 4115518"/>
              <a:gd name="connsiteX2157" fmla="*/ 1329227 w 6282234"/>
              <a:gd name="connsiteY2157" fmla="*/ 1070181 h 4115518"/>
              <a:gd name="connsiteX2158" fmla="*/ 1350400 w 6282234"/>
              <a:gd name="connsiteY2158" fmla="*/ 1091744 h 4115518"/>
              <a:gd name="connsiteX2159" fmla="*/ 1357240 w 6282234"/>
              <a:gd name="connsiteY2159" fmla="*/ 1109326 h 4115518"/>
              <a:gd name="connsiteX2160" fmla="*/ 1355937 w 6282234"/>
              <a:gd name="connsiteY2160" fmla="*/ 1126908 h 4115518"/>
              <a:gd name="connsiteX2161" fmla="*/ 1368966 w 6282234"/>
              <a:gd name="connsiteY2161" fmla="*/ 1138850 h 4115518"/>
              <a:gd name="connsiteX2162" fmla="*/ 1379715 w 6282234"/>
              <a:gd name="connsiteY2162" fmla="*/ 1163067 h 4115518"/>
              <a:gd name="connsiteX2163" fmla="*/ 1362451 w 6282234"/>
              <a:gd name="connsiteY2163" fmla="*/ 1181976 h 4115518"/>
              <a:gd name="connsiteX2164" fmla="*/ 1368966 w 6282234"/>
              <a:gd name="connsiteY2164" fmla="*/ 1191597 h 4115518"/>
              <a:gd name="connsiteX2165" fmla="*/ 1381018 w 6282234"/>
              <a:gd name="connsiteY2165" fmla="*/ 1187284 h 4115518"/>
              <a:gd name="connsiteX2166" fmla="*/ 1392744 w 6282234"/>
              <a:gd name="connsiteY2166" fmla="*/ 1200885 h 4115518"/>
              <a:gd name="connsiteX2167" fmla="*/ 1400887 w 6282234"/>
              <a:gd name="connsiteY2167" fmla="*/ 1225102 h 4115518"/>
              <a:gd name="connsiteX2168" fmla="*/ 1395675 w 6282234"/>
              <a:gd name="connsiteY2168" fmla="*/ 1247992 h 4115518"/>
              <a:gd name="connsiteX2169" fmla="*/ 1404796 w 6282234"/>
              <a:gd name="connsiteY2169" fmla="*/ 1257612 h 4115518"/>
              <a:gd name="connsiteX2170" fmla="*/ 1412614 w 6282234"/>
              <a:gd name="connsiteY2170" fmla="*/ 1223775 h 4115518"/>
              <a:gd name="connsiteX2171" fmla="*/ 1419453 w 6282234"/>
              <a:gd name="connsiteY2171" fmla="*/ 1208847 h 4115518"/>
              <a:gd name="connsiteX2172" fmla="*/ 1439323 w 6282234"/>
              <a:gd name="connsiteY2172" fmla="*/ 1225102 h 4115518"/>
              <a:gd name="connsiteX2173" fmla="*/ 1445838 w 6282234"/>
              <a:gd name="connsiteY2173" fmla="*/ 1251972 h 4115518"/>
              <a:gd name="connsiteX2174" fmla="*/ 1436717 w 6282234"/>
              <a:gd name="connsiteY2174" fmla="*/ 1266901 h 4115518"/>
              <a:gd name="connsiteX2175" fmla="*/ 1439323 w 6282234"/>
              <a:gd name="connsiteY2175" fmla="*/ 1284483 h 4115518"/>
              <a:gd name="connsiteX2176" fmla="*/ 1454958 w 6282234"/>
              <a:gd name="connsiteY2176" fmla="*/ 1306046 h 4115518"/>
              <a:gd name="connsiteX2177" fmla="*/ 1463101 w 6282234"/>
              <a:gd name="connsiteY2177" fmla="*/ 1296756 h 4115518"/>
              <a:gd name="connsiteX2178" fmla="*/ 1479062 w 6282234"/>
              <a:gd name="connsiteY2178" fmla="*/ 1266901 h 4115518"/>
              <a:gd name="connsiteX2179" fmla="*/ 1481668 w 6282234"/>
              <a:gd name="connsiteY2179" fmla="*/ 1236049 h 4115518"/>
              <a:gd name="connsiteX2180" fmla="*/ 1496000 w 6282234"/>
              <a:gd name="connsiteY2180" fmla="*/ 1221121 h 4115518"/>
              <a:gd name="connsiteX2181" fmla="*/ 1486880 w 6282234"/>
              <a:gd name="connsiteY2181" fmla="*/ 1203539 h 4115518"/>
              <a:gd name="connsiteX2182" fmla="*/ 1484273 w 6282234"/>
              <a:gd name="connsiteY2182" fmla="*/ 1176668 h 4115518"/>
              <a:gd name="connsiteX2183" fmla="*/ 1505446 w 6282234"/>
              <a:gd name="connsiteY2183" fmla="*/ 1176668 h 4115518"/>
              <a:gd name="connsiteX2184" fmla="*/ 1534436 w 6282234"/>
              <a:gd name="connsiteY2184" fmla="*/ 1191597 h 4115518"/>
              <a:gd name="connsiteX2185" fmla="*/ 1558213 w 6282234"/>
              <a:gd name="connsiteY2185" fmla="*/ 1215813 h 4115518"/>
              <a:gd name="connsiteX2186" fmla="*/ 1559517 w 6282234"/>
              <a:gd name="connsiteY2186" fmla="*/ 1237376 h 4115518"/>
              <a:gd name="connsiteX2187" fmla="*/ 1547790 w 6282234"/>
              <a:gd name="connsiteY2187" fmla="*/ 1249319 h 4115518"/>
              <a:gd name="connsiteX2188" fmla="*/ 1538344 w 6282234"/>
              <a:gd name="connsiteY2188" fmla="*/ 1247992 h 4115518"/>
              <a:gd name="connsiteX2189" fmla="*/ 1546487 w 6282234"/>
              <a:gd name="connsiteY2189" fmla="*/ 1273536 h 4115518"/>
              <a:gd name="connsiteX2190" fmla="*/ 1559517 w 6282234"/>
              <a:gd name="connsiteY2190" fmla="*/ 1293771 h 4115518"/>
              <a:gd name="connsiteX2191" fmla="*/ 1555608 w 6282234"/>
              <a:gd name="connsiteY2191" fmla="*/ 1315334 h 4115518"/>
              <a:gd name="connsiteX2192" fmla="*/ 1529224 w 6282234"/>
              <a:gd name="connsiteY2192" fmla="*/ 1334243 h 4115518"/>
              <a:gd name="connsiteX2193" fmla="*/ 1514566 w 6282234"/>
              <a:gd name="connsiteY2193" fmla="*/ 1351825 h 4115518"/>
              <a:gd name="connsiteX2194" fmla="*/ 1488182 w 6282234"/>
              <a:gd name="connsiteY2194" fmla="*/ 1346517 h 4115518"/>
              <a:gd name="connsiteX2195" fmla="*/ 1486880 w 6282234"/>
              <a:gd name="connsiteY2195" fmla="*/ 1334243 h 4115518"/>
              <a:gd name="connsiteX2196" fmla="*/ 1467010 w 6282234"/>
              <a:gd name="connsiteY2196" fmla="*/ 1336897 h 4115518"/>
              <a:gd name="connsiteX2197" fmla="*/ 1479062 w 6282234"/>
              <a:gd name="connsiteY2197" fmla="*/ 1351825 h 4115518"/>
              <a:gd name="connsiteX2198" fmla="*/ 1469616 w 6282234"/>
              <a:gd name="connsiteY2198" fmla="*/ 1370734 h 4115518"/>
              <a:gd name="connsiteX2199" fmla="*/ 1452352 w 6282234"/>
              <a:gd name="connsiteY2199" fmla="*/ 1388315 h 4115518"/>
              <a:gd name="connsiteX2200" fmla="*/ 1443231 w 6282234"/>
              <a:gd name="connsiteY2200" fmla="*/ 1388315 h 4115518"/>
              <a:gd name="connsiteX2201" fmla="*/ 1412614 w 6282234"/>
              <a:gd name="connsiteY2201" fmla="*/ 1361445 h 4115518"/>
              <a:gd name="connsiteX2202" fmla="*/ 1412614 w 6282234"/>
              <a:gd name="connsiteY2202" fmla="*/ 1370734 h 4115518"/>
              <a:gd name="connsiteX2203" fmla="*/ 1424665 w 6282234"/>
              <a:gd name="connsiteY2203" fmla="*/ 1388315 h 4115518"/>
              <a:gd name="connsiteX2204" fmla="*/ 1448443 w 6282234"/>
              <a:gd name="connsiteY2204" fmla="*/ 1390970 h 4115518"/>
              <a:gd name="connsiteX2205" fmla="*/ 1460495 w 6282234"/>
              <a:gd name="connsiteY2205" fmla="*/ 1394950 h 4115518"/>
              <a:gd name="connsiteX2206" fmla="*/ 1443231 w 6282234"/>
              <a:gd name="connsiteY2206" fmla="*/ 1436749 h 4115518"/>
              <a:gd name="connsiteX2207" fmla="*/ 1428574 w 6282234"/>
              <a:gd name="connsiteY2207" fmla="*/ 1443384 h 4115518"/>
              <a:gd name="connsiteX2208" fmla="*/ 1403493 w 6282234"/>
              <a:gd name="connsiteY2208" fmla="*/ 1443384 h 4115518"/>
              <a:gd name="connsiteX2209" fmla="*/ 1404796 w 6282234"/>
              <a:gd name="connsiteY2209" fmla="*/ 1458312 h 4115518"/>
              <a:gd name="connsiteX2210" fmla="*/ 1392744 w 6282234"/>
              <a:gd name="connsiteY2210" fmla="*/ 1460966 h 4115518"/>
              <a:gd name="connsiteX2211" fmla="*/ 1395675 w 6282234"/>
              <a:gd name="connsiteY2211" fmla="*/ 1479876 h 4115518"/>
              <a:gd name="connsiteX2212" fmla="*/ 1368966 w 6282234"/>
              <a:gd name="connsiteY2212" fmla="*/ 1500111 h 4115518"/>
              <a:gd name="connsiteX2213" fmla="*/ 1343885 w 6282234"/>
              <a:gd name="connsiteY2213" fmla="*/ 1536602 h 4115518"/>
              <a:gd name="connsiteX2214" fmla="*/ 1332159 w 6282234"/>
              <a:gd name="connsiteY2214" fmla="*/ 1563473 h 4115518"/>
              <a:gd name="connsiteX2215" fmla="*/ 1324016 w 6282234"/>
              <a:gd name="connsiteY2215" fmla="*/ 1597310 h 4115518"/>
              <a:gd name="connsiteX2216" fmla="*/ 1324016 w 6282234"/>
              <a:gd name="connsiteY2216" fmla="*/ 1625507 h 4115518"/>
              <a:gd name="connsiteX2217" fmla="*/ 1329227 w 6282234"/>
              <a:gd name="connsiteY2217" fmla="*/ 1637450 h 4115518"/>
              <a:gd name="connsiteX2218" fmla="*/ 1353331 w 6282234"/>
              <a:gd name="connsiteY2218" fmla="*/ 1637450 h 4115518"/>
              <a:gd name="connsiteX2219" fmla="*/ 1365058 w 6282234"/>
              <a:gd name="connsiteY2219" fmla="*/ 1686215 h 4115518"/>
              <a:gd name="connsiteX2220" fmla="*/ 1362451 w 6282234"/>
              <a:gd name="connsiteY2220" fmla="*/ 1696831 h 4115518"/>
              <a:gd name="connsiteX2221" fmla="*/ 1386229 w 6282234"/>
              <a:gd name="connsiteY2221" fmla="*/ 1688869 h 4115518"/>
              <a:gd name="connsiteX2222" fmla="*/ 1427271 w 6282234"/>
              <a:gd name="connsiteY2222" fmla="*/ 1700811 h 4115518"/>
              <a:gd name="connsiteX2223" fmla="*/ 1443231 w 6282234"/>
              <a:gd name="connsiteY2223" fmla="*/ 1715740 h 4115518"/>
              <a:gd name="connsiteX2224" fmla="*/ 1451049 w 6282234"/>
              <a:gd name="connsiteY2224" fmla="*/ 1728013 h 4115518"/>
              <a:gd name="connsiteX2225" fmla="*/ 1481668 w 6282234"/>
              <a:gd name="connsiteY2225" fmla="*/ 1739956 h 4115518"/>
              <a:gd name="connsiteX2226" fmla="*/ 1488182 w 6282234"/>
              <a:gd name="connsiteY2226" fmla="*/ 1746923 h 4115518"/>
              <a:gd name="connsiteX2227" fmla="*/ 1502840 w 6282234"/>
              <a:gd name="connsiteY2227" fmla="*/ 1752230 h 4115518"/>
              <a:gd name="connsiteX2228" fmla="*/ 1511960 w 6282234"/>
              <a:gd name="connsiteY2228" fmla="*/ 1749577 h 4115518"/>
              <a:gd name="connsiteX2229" fmla="*/ 1541275 w 6282234"/>
              <a:gd name="connsiteY2229" fmla="*/ 1758865 h 4115518"/>
              <a:gd name="connsiteX2230" fmla="*/ 1538344 w 6282234"/>
              <a:gd name="connsiteY2230" fmla="*/ 1781755 h 4115518"/>
              <a:gd name="connsiteX2231" fmla="*/ 1543882 w 6282234"/>
              <a:gd name="connsiteY2231" fmla="*/ 1798010 h 4115518"/>
              <a:gd name="connsiteX2232" fmla="*/ 1541275 w 6282234"/>
              <a:gd name="connsiteY2232" fmla="*/ 1822227 h 4115518"/>
              <a:gd name="connsiteX2233" fmla="*/ 1558213 w 6282234"/>
              <a:gd name="connsiteY2233" fmla="*/ 1846444 h 4115518"/>
              <a:gd name="connsiteX2234" fmla="*/ 1570265 w 6282234"/>
              <a:gd name="connsiteY2234" fmla="*/ 1856064 h 4115518"/>
              <a:gd name="connsiteX2235" fmla="*/ 1574174 w 6282234"/>
              <a:gd name="connsiteY2235" fmla="*/ 1868006 h 4115518"/>
              <a:gd name="connsiteX2236" fmla="*/ 1586226 w 6282234"/>
              <a:gd name="connsiteY2236" fmla="*/ 1870661 h 4115518"/>
              <a:gd name="connsiteX2237" fmla="*/ 1594044 w 6282234"/>
              <a:gd name="connsiteY2237" fmla="*/ 1858718 h 4115518"/>
              <a:gd name="connsiteX2238" fmla="*/ 1600558 w 6282234"/>
              <a:gd name="connsiteY2238" fmla="*/ 1854737 h 4115518"/>
              <a:gd name="connsiteX2239" fmla="*/ 1607398 w 6282234"/>
              <a:gd name="connsiteY2239" fmla="*/ 1837155 h 4115518"/>
              <a:gd name="connsiteX2240" fmla="*/ 1600558 w 6282234"/>
              <a:gd name="connsiteY2240" fmla="*/ 1822227 h 4115518"/>
              <a:gd name="connsiteX2241" fmla="*/ 1597952 w 6282234"/>
              <a:gd name="connsiteY2241" fmla="*/ 1791375 h 4115518"/>
              <a:gd name="connsiteX2242" fmla="*/ 1591438 w 6282234"/>
              <a:gd name="connsiteY2242" fmla="*/ 1767158 h 4115518"/>
              <a:gd name="connsiteX2243" fmla="*/ 1617822 w 6282234"/>
              <a:gd name="connsiteY2243" fmla="*/ 1752230 h 4115518"/>
              <a:gd name="connsiteX2244" fmla="*/ 1629873 w 6282234"/>
              <a:gd name="connsiteY2244" fmla="*/ 1742610 h 4115518"/>
              <a:gd name="connsiteX2245" fmla="*/ 1641600 w 6282234"/>
              <a:gd name="connsiteY2245" fmla="*/ 1718393 h 4115518"/>
              <a:gd name="connsiteX2246" fmla="*/ 1641600 w 6282234"/>
              <a:gd name="connsiteY2246" fmla="*/ 1694176 h 4115518"/>
              <a:gd name="connsiteX2247" fmla="*/ 1631176 w 6282234"/>
              <a:gd name="connsiteY2247" fmla="*/ 1661999 h 4115518"/>
              <a:gd name="connsiteX2248" fmla="*/ 1607398 w 6282234"/>
              <a:gd name="connsiteY2248" fmla="*/ 1640435 h 4115518"/>
              <a:gd name="connsiteX2249" fmla="*/ 1629873 w 6282234"/>
              <a:gd name="connsiteY2249" fmla="*/ 1601290 h 4115518"/>
              <a:gd name="connsiteX2250" fmla="*/ 1612610 w 6282234"/>
              <a:gd name="connsiteY2250" fmla="*/ 1563473 h 4115518"/>
              <a:gd name="connsiteX2251" fmla="*/ 1621730 w 6282234"/>
              <a:gd name="connsiteY2251" fmla="*/ 1551198 h 4115518"/>
              <a:gd name="connsiteX2252" fmla="*/ 1617822 w 6282234"/>
              <a:gd name="connsiteY2252" fmla="*/ 1533948 h 4115518"/>
              <a:gd name="connsiteX2253" fmla="*/ 1615215 w 6282234"/>
              <a:gd name="connsiteY2253" fmla="*/ 1506746 h 4115518"/>
              <a:gd name="connsiteX2254" fmla="*/ 1624337 w 6282234"/>
              <a:gd name="connsiteY2254" fmla="*/ 1500111 h 4115518"/>
              <a:gd name="connsiteX2255" fmla="*/ 1654954 w 6282234"/>
              <a:gd name="connsiteY2255" fmla="*/ 1509731 h 4115518"/>
              <a:gd name="connsiteX2256" fmla="*/ 1677429 w 6282234"/>
              <a:gd name="connsiteY2256" fmla="*/ 1512385 h 4115518"/>
              <a:gd name="connsiteX2257" fmla="*/ 1690785 w 6282234"/>
              <a:gd name="connsiteY2257" fmla="*/ 1502765 h 4115518"/>
              <a:gd name="connsiteX2258" fmla="*/ 1717168 w 6282234"/>
              <a:gd name="connsiteY2258" fmla="*/ 1526981 h 4115518"/>
              <a:gd name="connsiteX2259" fmla="*/ 1726289 w 6282234"/>
              <a:gd name="connsiteY2259" fmla="*/ 1548545 h 4115518"/>
              <a:gd name="connsiteX2260" fmla="*/ 1752998 w 6282234"/>
              <a:gd name="connsiteY2260" fmla="*/ 1555511 h 4115518"/>
              <a:gd name="connsiteX2261" fmla="*/ 1760815 w 6282234"/>
              <a:gd name="connsiteY2261" fmla="*/ 1570107 h 4115518"/>
              <a:gd name="connsiteX2262" fmla="*/ 1760815 w 6282234"/>
              <a:gd name="connsiteY2262" fmla="*/ 1611906 h 4115518"/>
              <a:gd name="connsiteX2263" fmla="*/ 1764725 w 6282234"/>
              <a:gd name="connsiteY2263" fmla="*/ 1636122 h 4115518"/>
              <a:gd name="connsiteX2264" fmla="*/ 1776776 w 6282234"/>
              <a:gd name="connsiteY2264" fmla="*/ 1633469 h 4115518"/>
              <a:gd name="connsiteX2265" fmla="*/ 1797949 w 6282234"/>
              <a:gd name="connsiteY2265" fmla="*/ 1657686 h 4115518"/>
              <a:gd name="connsiteX2266" fmla="*/ 1821727 w 6282234"/>
              <a:gd name="connsiteY2266" fmla="*/ 1637450 h 4115518"/>
              <a:gd name="connsiteX2267" fmla="*/ 1832150 w 6282234"/>
              <a:gd name="connsiteY2267" fmla="*/ 1625507 h 4115518"/>
              <a:gd name="connsiteX2268" fmla="*/ 1833453 w 6282234"/>
              <a:gd name="connsiteY2268" fmla="*/ 1603944 h 4115518"/>
              <a:gd name="connsiteX2269" fmla="*/ 1845505 w 6282234"/>
              <a:gd name="connsiteY2269" fmla="*/ 1582382 h 4115518"/>
              <a:gd name="connsiteX2270" fmla="*/ 1857556 w 6282234"/>
              <a:gd name="connsiteY2270" fmla="*/ 1594324 h 4115518"/>
              <a:gd name="connsiteX2271" fmla="*/ 1857556 w 6282234"/>
              <a:gd name="connsiteY2271" fmla="*/ 1609252 h 4115518"/>
              <a:gd name="connsiteX2272" fmla="*/ 1869283 w 6282234"/>
              <a:gd name="connsiteY2272" fmla="*/ 1621527 h 4115518"/>
              <a:gd name="connsiteX2273" fmla="*/ 1883941 w 6282234"/>
              <a:gd name="connsiteY2273" fmla="*/ 1648397 h 4115518"/>
              <a:gd name="connsiteX2274" fmla="*/ 1895667 w 6282234"/>
              <a:gd name="connsiteY2274" fmla="*/ 1676594 h 4115518"/>
              <a:gd name="connsiteX2275" fmla="*/ 1895667 w 6282234"/>
              <a:gd name="connsiteY2275" fmla="*/ 1709105 h 4115518"/>
              <a:gd name="connsiteX2276" fmla="*/ 1905113 w 6282234"/>
              <a:gd name="connsiteY2276" fmla="*/ 1730668 h 4115518"/>
              <a:gd name="connsiteX2277" fmla="*/ 1922376 w 6282234"/>
              <a:gd name="connsiteY2277" fmla="*/ 1734648 h 4115518"/>
              <a:gd name="connsiteX2278" fmla="*/ 1922376 w 6282234"/>
              <a:gd name="connsiteY2278" fmla="*/ 1746923 h 4115518"/>
              <a:gd name="connsiteX2279" fmla="*/ 1931496 w 6282234"/>
              <a:gd name="connsiteY2279" fmla="*/ 1757538 h 4115518"/>
              <a:gd name="connsiteX2280" fmla="*/ 1943549 w 6282234"/>
              <a:gd name="connsiteY2280" fmla="*/ 1752230 h 4115518"/>
              <a:gd name="connsiteX2281" fmla="*/ 1948760 w 6282234"/>
              <a:gd name="connsiteY2281" fmla="*/ 1764173 h 4115518"/>
              <a:gd name="connsiteX2282" fmla="*/ 1967327 w 6282234"/>
              <a:gd name="connsiteY2282" fmla="*/ 1769813 h 4115518"/>
              <a:gd name="connsiteX2283" fmla="*/ 1952669 w 6282234"/>
              <a:gd name="connsiteY2283" fmla="*/ 1788722 h 4115518"/>
              <a:gd name="connsiteX2284" fmla="*/ 1927588 w 6282234"/>
              <a:gd name="connsiteY2284" fmla="*/ 1798010 h 4115518"/>
              <a:gd name="connsiteX2285" fmla="*/ 1927588 w 6282234"/>
              <a:gd name="connsiteY2285" fmla="*/ 1810284 h 4115518"/>
              <a:gd name="connsiteX2286" fmla="*/ 1963418 w 6282234"/>
              <a:gd name="connsiteY2286" fmla="*/ 1783082 h 4115518"/>
              <a:gd name="connsiteX2287" fmla="*/ 1972539 w 6282234"/>
              <a:gd name="connsiteY2287" fmla="*/ 1783082 h 4115518"/>
              <a:gd name="connsiteX2288" fmla="*/ 1979053 w 6282234"/>
              <a:gd name="connsiteY2288" fmla="*/ 1798010 h 4115518"/>
              <a:gd name="connsiteX2289" fmla="*/ 1996316 w 6282234"/>
              <a:gd name="connsiteY2289" fmla="*/ 1803318 h 4115518"/>
              <a:gd name="connsiteX2290" fmla="*/ 2003156 w 6282234"/>
              <a:gd name="connsiteY2290" fmla="*/ 1815592 h 4115518"/>
              <a:gd name="connsiteX2291" fmla="*/ 1998923 w 6282234"/>
              <a:gd name="connsiteY2291" fmla="*/ 1827534 h 4115518"/>
              <a:gd name="connsiteX2292" fmla="*/ 2003156 w 6282234"/>
              <a:gd name="connsiteY2292" fmla="*/ 1846444 h 4115518"/>
              <a:gd name="connsiteX2293" fmla="*/ 1981659 w 6282234"/>
              <a:gd name="connsiteY2293" fmla="*/ 1866679 h 4115518"/>
              <a:gd name="connsiteX2294" fmla="*/ 1967327 w 6282234"/>
              <a:gd name="connsiteY2294" fmla="*/ 1864026 h 4115518"/>
              <a:gd name="connsiteX2295" fmla="*/ 1952669 w 6282234"/>
              <a:gd name="connsiteY2295" fmla="*/ 1870661 h 4115518"/>
              <a:gd name="connsiteX2296" fmla="*/ 1948760 w 6282234"/>
              <a:gd name="connsiteY2296" fmla="*/ 1882934 h 4115518"/>
              <a:gd name="connsiteX2297" fmla="*/ 1928891 w 6282234"/>
              <a:gd name="connsiteY2297" fmla="*/ 1897863 h 4115518"/>
              <a:gd name="connsiteX2298" fmla="*/ 1905113 w 6282234"/>
              <a:gd name="connsiteY2298" fmla="*/ 1900516 h 4115518"/>
              <a:gd name="connsiteX2299" fmla="*/ 1862768 w 6282234"/>
              <a:gd name="connsiteY2299" fmla="*/ 1897863 h 4115518"/>
              <a:gd name="connsiteX2300" fmla="*/ 1817818 w 6282234"/>
              <a:gd name="connsiteY2300" fmla="*/ 1897863 h 4115518"/>
              <a:gd name="connsiteX2301" fmla="*/ 1805766 w 6282234"/>
              <a:gd name="connsiteY2301" fmla="*/ 1909805 h 4115518"/>
              <a:gd name="connsiteX2302" fmla="*/ 1800554 w 6282234"/>
              <a:gd name="connsiteY2302" fmla="*/ 1924733 h 4115518"/>
              <a:gd name="connsiteX2303" fmla="*/ 1785896 w 6282234"/>
              <a:gd name="connsiteY2303" fmla="*/ 1927388 h 4115518"/>
              <a:gd name="connsiteX2304" fmla="*/ 1772868 w 6282234"/>
              <a:gd name="connsiteY2304" fmla="*/ 1939661 h 4115518"/>
              <a:gd name="connsiteX2305" fmla="*/ 1755604 w 6282234"/>
              <a:gd name="connsiteY2305" fmla="*/ 1965205 h 4115518"/>
              <a:gd name="connsiteX2306" fmla="*/ 1785896 w 6282234"/>
              <a:gd name="connsiteY2306" fmla="*/ 1943642 h 4115518"/>
              <a:gd name="connsiteX2307" fmla="*/ 1812281 w 6282234"/>
              <a:gd name="connsiteY2307" fmla="*/ 1931368 h 4115518"/>
              <a:gd name="connsiteX2308" fmla="*/ 1833453 w 6282234"/>
              <a:gd name="connsiteY2308" fmla="*/ 1927388 h 4115518"/>
              <a:gd name="connsiteX2309" fmla="*/ 1848110 w 6282234"/>
              <a:gd name="connsiteY2309" fmla="*/ 1928714 h 4115518"/>
              <a:gd name="connsiteX2310" fmla="*/ 1856254 w 6282234"/>
              <a:gd name="connsiteY2310" fmla="*/ 1943642 h 4115518"/>
              <a:gd name="connsiteX2311" fmla="*/ 1845505 w 6282234"/>
              <a:gd name="connsiteY2311" fmla="*/ 1952930 h 4115518"/>
              <a:gd name="connsiteX2312" fmla="*/ 1826939 w 6282234"/>
              <a:gd name="connsiteY2312" fmla="*/ 1961224 h 4115518"/>
              <a:gd name="connsiteX2313" fmla="*/ 1832150 w 6282234"/>
              <a:gd name="connsiteY2313" fmla="*/ 1970513 h 4115518"/>
              <a:gd name="connsiteX2314" fmla="*/ 1845505 w 6282234"/>
              <a:gd name="connsiteY2314" fmla="*/ 1965205 h 4115518"/>
              <a:gd name="connsiteX2315" fmla="*/ 1844202 w 6282234"/>
              <a:gd name="connsiteY2315" fmla="*/ 1977148 h 4115518"/>
              <a:gd name="connsiteX2316" fmla="*/ 1850716 w 6282234"/>
              <a:gd name="connsiteY2316" fmla="*/ 2004350 h 4115518"/>
              <a:gd name="connsiteX2317" fmla="*/ 1869283 w 6282234"/>
              <a:gd name="connsiteY2317" fmla="*/ 2018947 h 4115518"/>
              <a:gd name="connsiteX2318" fmla="*/ 1886547 w 6282234"/>
              <a:gd name="connsiteY2318" fmla="*/ 2021600 h 4115518"/>
              <a:gd name="connsiteX2319" fmla="*/ 1895667 w 6282234"/>
              <a:gd name="connsiteY2319" fmla="*/ 2016292 h 4115518"/>
              <a:gd name="connsiteX2320" fmla="*/ 1903810 w 6282234"/>
              <a:gd name="connsiteY2320" fmla="*/ 2018947 h 4115518"/>
              <a:gd name="connsiteX2321" fmla="*/ 1905113 w 6282234"/>
              <a:gd name="connsiteY2321" fmla="*/ 2033874 h 4115518"/>
              <a:gd name="connsiteX2322" fmla="*/ 1877426 w 6282234"/>
              <a:gd name="connsiteY2322" fmla="*/ 2043163 h 4115518"/>
              <a:gd name="connsiteX2323" fmla="*/ 1853322 w 6282234"/>
              <a:gd name="connsiteY2323" fmla="*/ 2055437 h 4115518"/>
              <a:gd name="connsiteX2324" fmla="*/ 1841596 w 6282234"/>
              <a:gd name="connsiteY2324" fmla="*/ 2070366 h 4115518"/>
              <a:gd name="connsiteX2325" fmla="*/ 1829544 w 6282234"/>
              <a:gd name="connsiteY2325" fmla="*/ 2074346 h 4115518"/>
              <a:gd name="connsiteX2326" fmla="*/ 1821727 w 6282234"/>
              <a:gd name="connsiteY2326" fmla="*/ 2067711 h 4115518"/>
              <a:gd name="connsiteX2327" fmla="*/ 1821727 w 6282234"/>
              <a:gd name="connsiteY2327" fmla="*/ 2052784 h 4115518"/>
              <a:gd name="connsiteX2328" fmla="*/ 1832150 w 6282234"/>
              <a:gd name="connsiteY2328" fmla="*/ 2043163 h 4115518"/>
              <a:gd name="connsiteX2329" fmla="*/ 1844202 w 6282234"/>
              <a:gd name="connsiteY2329" fmla="*/ 2033874 h 4115518"/>
              <a:gd name="connsiteX2330" fmla="*/ 1836385 w 6282234"/>
              <a:gd name="connsiteY2330" fmla="*/ 2025912 h 4115518"/>
              <a:gd name="connsiteX2331" fmla="*/ 1812281 w 6282234"/>
              <a:gd name="connsiteY2331" fmla="*/ 2036529 h 4115518"/>
              <a:gd name="connsiteX2332" fmla="*/ 1803161 w 6282234"/>
              <a:gd name="connsiteY2332" fmla="*/ 2031221 h 4115518"/>
              <a:gd name="connsiteX2333" fmla="*/ 1803161 w 6282234"/>
              <a:gd name="connsiteY2333" fmla="*/ 2046149 h 4115518"/>
              <a:gd name="connsiteX2334" fmla="*/ 1779383 w 6282234"/>
              <a:gd name="connsiteY2334" fmla="*/ 2052784 h 4115518"/>
              <a:gd name="connsiteX2335" fmla="*/ 1764725 w 6282234"/>
              <a:gd name="connsiteY2335" fmla="*/ 2064726 h 4115518"/>
              <a:gd name="connsiteX2336" fmla="*/ 1752998 w 6282234"/>
              <a:gd name="connsiteY2336" fmla="*/ 2067711 h 4115518"/>
              <a:gd name="connsiteX2337" fmla="*/ 1740946 w 6282234"/>
              <a:gd name="connsiteY2337" fmla="*/ 2086289 h 4115518"/>
              <a:gd name="connsiteX2338" fmla="*/ 1740946 w 6282234"/>
              <a:gd name="connsiteY2338" fmla="*/ 2097236 h 4115518"/>
              <a:gd name="connsiteX2339" fmla="*/ 1748764 w 6282234"/>
              <a:gd name="connsiteY2339" fmla="*/ 2118798 h 4115518"/>
              <a:gd name="connsiteX2340" fmla="*/ 1728894 w 6282234"/>
              <a:gd name="connsiteY2340" fmla="*/ 2125433 h 4115518"/>
              <a:gd name="connsiteX2341" fmla="*/ 1702510 w 6282234"/>
              <a:gd name="connsiteY2341" fmla="*/ 2128088 h 4115518"/>
              <a:gd name="connsiteX2342" fmla="*/ 1681339 w 6282234"/>
              <a:gd name="connsiteY2342" fmla="*/ 2145670 h 4115518"/>
              <a:gd name="connsiteX2343" fmla="*/ 1686550 w 6282234"/>
              <a:gd name="connsiteY2343" fmla="*/ 2149650 h 4115518"/>
              <a:gd name="connsiteX2344" fmla="*/ 1683944 w 6282234"/>
              <a:gd name="connsiteY2344" fmla="*/ 2164578 h 4115518"/>
              <a:gd name="connsiteX2345" fmla="*/ 1672218 w 6282234"/>
              <a:gd name="connsiteY2345" fmla="*/ 2182160 h 4115518"/>
              <a:gd name="connsiteX2346" fmla="*/ 1667006 w 6282234"/>
              <a:gd name="connsiteY2346" fmla="*/ 2191449 h 4115518"/>
              <a:gd name="connsiteX2347" fmla="*/ 1657561 w 6282234"/>
              <a:gd name="connsiteY2347" fmla="*/ 2206377 h 4115518"/>
              <a:gd name="connsiteX2348" fmla="*/ 1645508 w 6282234"/>
              <a:gd name="connsiteY2348" fmla="*/ 2206377 h 4115518"/>
              <a:gd name="connsiteX2349" fmla="*/ 1642903 w 6282234"/>
              <a:gd name="connsiteY2349" fmla="*/ 2218652 h 4115518"/>
              <a:gd name="connsiteX2350" fmla="*/ 1651046 w 6282234"/>
              <a:gd name="connsiteY2350" fmla="*/ 2227940 h 4115518"/>
              <a:gd name="connsiteX2351" fmla="*/ 1654954 w 6282234"/>
              <a:gd name="connsiteY2351" fmla="*/ 2252157 h 4115518"/>
              <a:gd name="connsiteX2352" fmla="*/ 1645508 w 6282234"/>
              <a:gd name="connsiteY2352" fmla="*/ 2271066 h 4115518"/>
              <a:gd name="connsiteX2353" fmla="*/ 1621730 w 6282234"/>
              <a:gd name="connsiteY2353" fmla="*/ 2283339 h 4115518"/>
              <a:gd name="connsiteX2354" fmla="*/ 1615215 w 6282234"/>
              <a:gd name="connsiteY2354" fmla="*/ 2292629 h 4115518"/>
              <a:gd name="connsiteX2355" fmla="*/ 1606095 w 6282234"/>
              <a:gd name="connsiteY2355" fmla="*/ 2292629 h 4115518"/>
              <a:gd name="connsiteX2356" fmla="*/ 1595346 w 6282234"/>
              <a:gd name="connsiteY2356" fmla="*/ 2307556 h 4115518"/>
              <a:gd name="connsiteX2357" fmla="*/ 1565053 w 6282234"/>
              <a:gd name="connsiteY2357" fmla="*/ 2331773 h 4115518"/>
              <a:gd name="connsiteX2358" fmla="*/ 1555608 w 6282234"/>
              <a:gd name="connsiteY2358" fmla="*/ 2355990 h 4115518"/>
              <a:gd name="connsiteX2359" fmla="*/ 1559517 w 6282234"/>
              <a:gd name="connsiteY2359" fmla="*/ 2377553 h 4115518"/>
              <a:gd name="connsiteX2360" fmla="*/ 1570265 w 6282234"/>
              <a:gd name="connsiteY2360" fmla="*/ 2401770 h 4115518"/>
              <a:gd name="connsiteX2361" fmla="*/ 1567660 w 6282234"/>
              <a:gd name="connsiteY2361" fmla="*/ 2407077 h 4115518"/>
              <a:gd name="connsiteX2362" fmla="*/ 1579386 w 6282234"/>
              <a:gd name="connsiteY2362" fmla="*/ 2434280 h 4115518"/>
              <a:gd name="connsiteX2363" fmla="*/ 1579386 w 6282234"/>
              <a:gd name="connsiteY2363" fmla="*/ 2455842 h 4115518"/>
              <a:gd name="connsiteX2364" fmla="*/ 1571568 w 6282234"/>
              <a:gd name="connsiteY2364" fmla="*/ 2470439 h 4115518"/>
              <a:gd name="connsiteX2365" fmla="*/ 1562448 w 6282234"/>
              <a:gd name="connsiteY2365" fmla="*/ 2471766 h 4115518"/>
              <a:gd name="connsiteX2366" fmla="*/ 1558213 w 6282234"/>
              <a:gd name="connsiteY2366" fmla="*/ 2458497 h 4115518"/>
              <a:gd name="connsiteX2367" fmla="*/ 1550396 w 6282234"/>
              <a:gd name="connsiteY2367" fmla="*/ 2455842 h 4115518"/>
              <a:gd name="connsiteX2368" fmla="*/ 1546487 w 6282234"/>
              <a:gd name="connsiteY2368" fmla="*/ 2435607 h 4115518"/>
              <a:gd name="connsiteX2369" fmla="*/ 1538344 w 6282234"/>
              <a:gd name="connsiteY2369" fmla="*/ 2435607 h 4115518"/>
              <a:gd name="connsiteX2370" fmla="*/ 1531829 w 6282234"/>
              <a:gd name="connsiteY2370" fmla="*/ 2416698 h 4115518"/>
              <a:gd name="connsiteX2371" fmla="*/ 1535739 w 6282234"/>
              <a:gd name="connsiteY2371" fmla="*/ 2397789 h 4115518"/>
              <a:gd name="connsiteX2372" fmla="*/ 1517171 w 6282234"/>
              <a:gd name="connsiteY2372" fmla="*/ 2374899 h 4115518"/>
              <a:gd name="connsiteX2373" fmla="*/ 1508051 w 6282234"/>
              <a:gd name="connsiteY2373" fmla="*/ 2370918 h 4115518"/>
              <a:gd name="connsiteX2374" fmla="*/ 1488182 w 6282234"/>
              <a:gd name="connsiteY2374" fmla="*/ 2380207 h 4115518"/>
              <a:gd name="connsiteX2375" fmla="*/ 1472222 w 6282234"/>
              <a:gd name="connsiteY2375" fmla="*/ 2362625 h 4115518"/>
              <a:gd name="connsiteX2376" fmla="*/ 1457889 w 6282234"/>
              <a:gd name="connsiteY2376" fmla="*/ 2362625 h 4115518"/>
              <a:gd name="connsiteX2377" fmla="*/ 1445838 w 6282234"/>
              <a:gd name="connsiteY2377" fmla="*/ 2368265 h 4115518"/>
              <a:gd name="connsiteX2378" fmla="*/ 1427271 w 6282234"/>
              <a:gd name="connsiteY2378" fmla="*/ 2365610 h 4115518"/>
              <a:gd name="connsiteX2379" fmla="*/ 1419453 w 6282234"/>
              <a:gd name="connsiteY2379" fmla="*/ 2374899 h 4115518"/>
              <a:gd name="connsiteX2380" fmla="*/ 1395675 w 6282234"/>
              <a:gd name="connsiteY2380" fmla="*/ 2392482 h 4115518"/>
              <a:gd name="connsiteX2381" fmla="*/ 1386229 w 6282234"/>
              <a:gd name="connsiteY2381" fmla="*/ 2389827 h 4115518"/>
              <a:gd name="connsiteX2382" fmla="*/ 1374504 w 6282234"/>
              <a:gd name="connsiteY2382" fmla="*/ 2377553 h 4115518"/>
              <a:gd name="connsiteX2383" fmla="*/ 1367663 w 6282234"/>
              <a:gd name="connsiteY2383" fmla="*/ 2382860 h 4115518"/>
              <a:gd name="connsiteX2384" fmla="*/ 1343885 w 6282234"/>
              <a:gd name="connsiteY2384" fmla="*/ 2377553 h 4115518"/>
              <a:gd name="connsiteX2385" fmla="*/ 1329227 w 6282234"/>
              <a:gd name="connsiteY2385" fmla="*/ 2382860 h 4115518"/>
              <a:gd name="connsiteX2386" fmla="*/ 1309358 w 6282234"/>
              <a:gd name="connsiteY2386" fmla="*/ 2399115 h 4115518"/>
              <a:gd name="connsiteX2387" fmla="*/ 1285580 w 6282234"/>
              <a:gd name="connsiteY2387" fmla="*/ 2414044 h 4115518"/>
              <a:gd name="connsiteX2388" fmla="*/ 1276460 w 6282234"/>
              <a:gd name="connsiteY2388" fmla="*/ 2434280 h 4115518"/>
              <a:gd name="connsiteX2389" fmla="*/ 1284277 w 6282234"/>
              <a:gd name="connsiteY2389" fmla="*/ 2455842 h 4115518"/>
              <a:gd name="connsiteX2390" fmla="*/ 1281671 w 6282234"/>
              <a:gd name="connsiteY2390" fmla="*/ 2462477 h 4115518"/>
              <a:gd name="connsiteX2391" fmla="*/ 1276460 w 6282234"/>
              <a:gd name="connsiteY2391" fmla="*/ 2471766 h 4115518"/>
              <a:gd name="connsiteX2392" fmla="*/ 1273853 w 6282234"/>
              <a:gd name="connsiteY2392" fmla="*/ 2486694 h 4115518"/>
              <a:gd name="connsiteX2393" fmla="*/ 1272550 w 6282234"/>
              <a:gd name="connsiteY2393" fmla="*/ 2506930 h 4115518"/>
              <a:gd name="connsiteX2394" fmla="*/ 1272550 w 6282234"/>
              <a:gd name="connsiteY2394" fmla="*/ 2513565 h 4115518"/>
              <a:gd name="connsiteX2395" fmla="*/ 1269945 w 6282234"/>
              <a:gd name="connsiteY2395" fmla="*/ 2519204 h 4115518"/>
              <a:gd name="connsiteX2396" fmla="*/ 1273853 w 6282234"/>
              <a:gd name="connsiteY2396" fmla="*/ 2538113 h 4115518"/>
              <a:gd name="connsiteX2397" fmla="*/ 1276460 w 6282234"/>
              <a:gd name="connsiteY2397" fmla="*/ 2543421 h 4115518"/>
              <a:gd name="connsiteX2398" fmla="*/ 1281671 w 6282234"/>
              <a:gd name="connsiteY2398" fmla="*/ 2556690 h 4115518"/>
              <a:gd name="connsiteX2399" fmla="*/ 1291118 w 6282234"/>
              <a:gd name="connsiteY2399" fmla="*/ 2567638 h 4115518"/>
              <a:gd name="connsiteX2400" fmla="*/ 1296329 w 6282234"/>
              <a:gd name="connsiteY2400" fmla="*/ 2571618 h 4115518"/>
              <a:gd name="connsiteX2401" fmla="*/ 1297631 w 6282234"/>
              <a:gd name="connsiteY2401" fmla="*/ 2581239 h 4115518"/>
              <a:gd name="connsiteX2402" fmla="*/ 1300238 w 6282234"/>
              <a:gd name="connsiteY2402" fmla="*/ 2583893 h 4115518"/>
              <a:gd name="connsiteX2403" fmla="*/ 1305449 w 6282234"/>
              <a:gd name="connsiteY2403" fmla="*/ 2593182 h 4115518"/>
              <a:gd name="connsiteX2404" fmla="*/ 1317501 w 6282234"/>
              <a:gd name="connsiteY2404" fmla="*/ 2593182 h 4115518"/>
              <a:gd name="connsiteX2405" fmla="*/ 1324016 w 6282234"/>
              <a:gd name="connsiteY2405" fmla="*/ 2598489 h 4115518"/>
              <a:gd name="connsiteX2406" fmla="*/ 1329227 w 6282234"/>
              <a:gd name="connsiteY2406" fmla="*/ 2604129 h 4115518"/>
              <a:gd name="connsiteX2407" fmla="*/ 1341279 w 6282234"/>
              <a:gd name="connsiteY2407" fmla="*/ 2601475 h 4115518"/>
              <a:gd name="connsiteX2408" fmla="*/ 1345188 w 6282234"/>
              <a:gd name="connsiteY2408" fmla="*/ 2598489 h 4115518"/>
              <a:gd name="connsiteX2409" fmla="*/ 1357240 w 6282234"/>
              <a:gd name="connsiteY2409" fmla="*/ 2598489 h 4115518"/>
              <a:gd name="connsiteX2410" fmla="*/ 1365058 w 6282234"/>
              <a:gd name="connsiteY2410" fmla="*/ 2593182 h 4115518"/>
              <a:gd name="connsiteX2411" fmla="*/ 1374504 w 6282234"/>
              <a:gd name="connsiteY2411" fmla="*/ 2593182 h 4115518"/>
              <a:gd name="connsiteX2412" fmla="*/ 1377109 w 6282234"/>
              <a:gd name="connsiteY2412" fmla="*/ 2598489 h 4115518"/>
              <a:gd name="connsiteX2413" fmla="*/ 1381018 w 6282234"/>
              <a:gd name="connsiteY2413" fmla="*/ 2598489 h 4115518"/>
              <a:gd name="connsiteX2414" fmla="*/ 1386229 w 6282234"/>
              <a:gd name="connsiteY2414" fmla="*/ 2593182 h 4115518"/>
              <a:gd name="connsiteX2415" fmla="*/ 1383624 w 6282234"/>
              <a:gd name="connsiteY2415" fmla="*/ 2589200 h 4115518"/>
              <a:gd name="connsiteX2416" fmla="*/ 1391441 w 6282234"/>
              <a:gd name="connsiteY2416" fmla="*/ 2583893 h 4115518"/>
              <a:gd name="connsiteX2417" fmla="*/ 1392744 w 6282234"/>
              <a:gd name="connsiteY2417" fmla="*/ 2581239 h 4115518"/>
              <a:gd name="connsiteX2418" fmla="*/ 1395675 w 6282234"/>
              <a:gd name="connsiteY2418" fmla="*/ 2574273 h 4115518"/>
              <a:gd name="connsiteX2419" fmla="*/ 1400887 w 6282234"/>
              <a:gd name="connsiteY2419" fmla="*/ 2568965 h 4115518"/>
              <a:gd name="connsiteX2420" fmla="*/ 1398282 w 6282234"/>
              <a:gd name="connsiteY2420" fmla="*/ 2567638 h 4115518"/>
              <a:gd name="connsiteX2421" fmla="*/ 1400887 w 6282234"/>
              <a:gd name="connsiteY2421" fmla="*/ 2555363 h 4115518"/>
              <a:gd name="connsiteX2422" fmla="*/ 1400887 w 6282234"/>
              <a:gd name="connsiteY2422" fmla="*/ 2550056 h 4115518"/>
              <a:gd name="connsiteX2423" fmla="*/ 1404796 w 6282234"/>
              <a:gd name="connsiteY2423" fmla="*/ 2547402 h 4115518"/>
              <a:gd name="connsiteX2424" fmla="*/ 1412614 w 6282234"/>
              <a:gd name="connsiteY2424" fmla="*/ 2544748 h 4115518"/>
              <a:gd name="connsiteX2425" fmla="*/ 1422060 w 6282234"/>
              <a:gd name="connsiteY2425" fmla="*/ 2543421 h 4115518"/>
              <a:gd name="connsiteX2426" fmla="*/ 1431180 w 6282234"/>
              <a:gd name="connsiteY2426" fmla="*/ 2540767 h 4115518"/>
              <a:gd name="connsiteX2427" fmla="*/ 1440626 w 6282234"/>
              <a:gd name="connsiteY2427" fmla="*/ 2538113 h 4115518"/>
              <a:gd name="connsiteX2428" fmla="*/ 1454958 w 6282234"/>
              <a:gd name="connsiteY2428" fmla="*/ 2543421 h 4115518"/>
              <a:gd name="connsiteX2429" fmla="*/ 1460495 w 6282234"/>
              <a:gd name="connsiteY2429" fmla="*/ 2540767 h 4115518"/>
              <a:gd name="connsiteX2430" fmla="*/ 1463101 w 6282234"/>
              <a:gd name="connsiteY2430" fmla="*/ 2543421 h 4115518"/>
              <a:gd name="connsiteX2431" fmla="*/ 1463101 w 6282234"/>
              <a:gd name="connsiteY2431" fmla="*/ 2547402 h 4115518"/>
              <a:gd name="connsiteX2432" fmla="*/ 1460495 w 6282234"/>
              <a:gd name="connsiteY2432" fmla="*/ 2555363 h 4115518"/>
              <a:gd name="connsiteX2433" fmla="*/ 1454958 w 6282234"/>
              <a:gd name="connsiteY2433" fmla="*/ 2559676 h 4115518"/>
              <a:gd name="connsiteX2434" fmla="*/ 1452352 w 6282234"/>
              <a:gd name="connsiteY2434" fmla="*/ 2564983 h 4115518"/>
              <a:gd name="connsiteX2435" fmla="*/ 1451049 w 6282234"/>
              <a:gd name="connsiteY2435" fmla="*/ 2571618 h 4115518"/>
              <a:gd name="connsiteX2436" fmla="*/ 1445838 w 6282234"/>
              <a:gd name="connsiteY2436" fmla="*/ 2576927 h 4115518"/>
              <a:gd name="connsiteX2437" fmla="*/ 1452352 w 6282234"/>
              <a:gd name="connsiteY2437" fmla="*/ 2576927 h 4115518"/>
              <a:gd name="connsiteX2438" fmla="*/ 1445838 w 6282234"/>
              <a:gd name="connsiteY2438" fmla="*/ 2598489 h 4115518"/>
              <a:gd name="connsiteX2439" fmla="*/ 1436717 w 6282234"/>
              <a:gd name="connsiteY2439" fmla="*/ 2598489 h 4115518"/>
              <a:gd name="connsiteX2440" fmla="*/ 1440626 w 6282234"/>
              <a:gd name="connsiteY2440" fmla="*/ 2601475 h 4115518"/>
              <a:gd name="connsiteX2441" fmla="*/ 1440626 w 6282234"/>
              <a:gd name="connsiteY2441" fmla="*/ 2605455 h 4115518"/>
              <a:gd name="connsiteX2442" fmla="*/ 1436717 w 6282234"/>
              <a:gd name="connsiteY2442" fmla="*/ 2613417 h 4115518"/>
              <a:gd name="connsiteX2443" fmla="*/ 1439323 w 6282234"/>
              <a:gd name="connsiteY2443" fmla="*/ 2617398 h 4115518"/>
              <a:gd name="connsiteX2444" fmla="*/ 1436717 w 6282234"/>
              <a:gd name="connsiteY2444" fmla="*/ 2632327 h 4115518"/>
              <a:gd name="connsiteX2445" fmla="*/ 1433786 w 6282234"/>
              <a:gd name="connsiteY2445" fmla="*/ 2637634 h 4115518"/>
              <a:gd name="connsiteX2446" fmla="*/ 1428574 w 6282234"/>
              <a:gd name="connsiteY2446" fmla="*/ 2640287 h 4115518"/>
              <a:gd name="connsiteX2447" fmla="*/ 1427271 w 6282234"/>
              <a:gd name="connsiteY2447" fmla="*/ 2647254 h 4115518"/>
              <a:gd name="connsiteX2448" fmla="*/ 1431180 w 6282234"/>
              <a:gd name="connsiteY2448" fmla="*/ 2649909 h 4115518"/>
              <a:gd name="connsiteX2449" fmla="*/ 1433786 w 6282234"/>
              <a:gd name="connsiteY2449" fmla="*/ 2647254 h 4115518"/>
              <a:gd name="connsiteX2450" fmla="*/ 1439323 w 6282234"/>
              <a:gd name="connsiteY2450" fmla="*/ 2649909 h 4115518"/>
              <a:gd name="connsiteX2451" fmla="*/ 1448443 w 6282234"/>
              <a:gd name="connsiteY2451" fmla="*/ 2644601 h 4115518"/>
              <a:gd name="connsiteX2452" fmla="*/ 1451049 w 6282234"/>
              <a:gd name="connsiteY2452" fmla="*/ 2647254 h 4115518"/>
              <a:gd name="connsiteX2453" fmla="*/ 1452352 w 6282234"/>
              <a:gd name="connsiteY2453" fmla="*/ 2647254 h 4115518"/>
              <a:gd name="connsiteX2454" fmla="*/ 1460495 w 6282234"/>
              <a:gd name="connsiteY2454" fmla="*/ 2649909 h 4115518"/>
              <a:gd name="connsiteX2455" fmla="*/ 1469616 w 6282234"/>
              <a:gd name="connsiteY2455" fmla="*/ 2647254 h 4115518"/>
              <a:gd name="connsiteX2456" fmla="*/ 1481668 w 6282234"/>
              <a:gd name="connsiteY2456" fmla="*/ 2644601 h 4115518"/>
              <a:gd name="connsiteX2457" fmla="*/ 1486880 w 6282234"/>
              <a:gd name="connsiteY2457" fmla="*/ 2647254 h 4115518"/>
              <a:gd name="connsiteX2458" fmla="*/ 1493393 w 6282234"/>
              <a:gd name="connsiteY2458" fmla="*/ 2644601 h 4115518"/>
              <a:gd name="connsiteX2459" fmla="*/ 1500234 w 6282234"/>
              <a:gd name="connsiteY2459" fmla="*/ 2647254 h 4115518"/>
              <a:gd name="connsiteX2460" fmla="*/ 1508051 w 6282234"/>
              <a:gd name="connsiteY2460" fmla="*/ 2647254 h 4115518"/>
              <a:gd name="connsiteX2461" fmla="*/ 1511960 w 6282234"/>
              <a:gd name="connsiteY2461" fmla="*/ 2652562 h 4115518"/>
              <a:gd name="connsiteX2462" fmla="*/ 1510657 w 6282234"/>
              <a:gd name="connsiteY2462" fmla="*/ 2653889 h 4115518"/>
              <a:gd name="connsiteX2463" fmla="*/ 1511960 w 6282234"/>
              <a:gd name="connsiteY2463" fmla="*/ 2656543 h 4115518"/>
              <a:gd name="connsiteX2464" fmla="*/ 1522709 w 6282234"/>
              <a:gd name="connsiteY2464" fmla="*/ 2659197 h 4115518"/>
              <a:gd name="connsiteX2465" fmla="*/ 1526618 w 6282234"/>
              <a:gd name="connsiteY2465" fmla="*/ 2661851 h 4115518"/>
              <a:gd name="connsiteX2466" fmla="*/ 1522709 w 6282234"/>
              <a:gd name="connsiteY2466" fmla="*/ 2664504 h 4115518"/>
              <a:gd name="connsiteX2467" fmla="*/ 1526618 w 6282234"/>
              <a:gd name="connsiteY2467" fmla="*/ 2676779 h 4115518"/>
              <a:gd name="connsiteX2468" fmla="*/ 1522709 w 6282234"/>
              <a:gd name="connsiteY2468" fmla="*/ 2680759 h 4115518"/>
              <a:gd name="connsiteX2469" fmla="*/ 1520104 w 6282234"/>
              <a:gd name="connsiteY2469" fmla="*/ 2690381 h 4115518"/>
              <a:gd name="connsiteX2470" fmla="*/ 1520104 w 6282234"/>
              <a:gd name="connsiteY2470" fmla="*/ 2710616 h 4115518"/>
              <a:gd name="connsiteX2471" fmla="*/ 1517171 w 6282234"/>
              <a:gd name="connsiteY2471" fmla="*/ 2713270 h 4115518"/>
              <a:gd name="connsiteX2472" fmla="*/ 1517171 w 6282234"/>
              <a:gd name="connsiteY2472" fmla="*/ 2719905 h 4115518"/>
              <a:gd name="connsiteX2473" fmla="*/ 1517171 w 6282234"/>
              <a:gd name="connsiteY2473" fmla="*/ 2722558 h 4115518"/>
              <a:gd name="connsiteX2474" fmla="*/ 1514566 w 6282234"/>
              <a:gd name="connsiteY2474" fmla="*/ 2729525 h 4115518"/>
              <a:gd name="connsiteX2475" fmla="*/ 1514566 w 6282234"/>
              <a:gd name="connsiteY2475" fmla="*/ 2734833 h 4115518"/>
              <a:gd name="connsiteX2476" fmla="*/ 1517171 w 6282234"/>
              <a:gd name="connsiteY2476" fmla="*/ 2737486 h 4115518"/>
              <a:gd name="connsiteX2477" fmla="*/ 1522709 w 6282234"/>
              <a:gd name="connsiteY2477" fmla="*/ 2744121 h 4115518"/>
              <a:gd name="connsiteX2478" fmla="*/ 1526618 w 6282234"/>
              <a:gd name="connsiteY2478" fmla="*/ 2753742 h 4115518"/>
              <a:gd name="connsiteX2479" fmla="*/ 1534436 w 6282234"/>
              <a:gd name="connsiteY2479" fmla="*/ 2759050 h 4115518"/>
              <a:gd name="connsiteX2480" fmla="*/ 1535739 w 6282234"/>
              <a:gd name="connsiteY2480" fmla="*/ 2761703 h 4115518"/>
              <a:gd name="connsiteX2481" fmla="*/ 1541275 w 6282234"/>
              <a:gd name="connsiteY2481" fmla="*/ 2763030 h 4115518"/>
              <a:gd name="connsiteX2482" fmla="*/ 1541275 w 6282234"/>
              <a:gd name="connsiteY2482" fmla="*/ 2770992 h 4115518"/>
              <a:gd name="connsiteX2483" fmla="*/ 1546487 w 6282234"/>
              <a:gd name="connsiteY2483" fmla="*/ 2773978 h 4115518"/>
              <a:gd name="connsiteX2484" fmla="*/ 1550396 w 6282234"/>
              <a:gd name="connsiteY2484" fmla="*/ 2770992 h 4115518"/>
              <a:gd name="connsiteX2485" fmla="*/ 1555608 w 6282234"/>
              <a:gd name="connsiteY2485" fmla="*/ 2775305 h 4115518"/>
              <a:gd name="connsiteX2486" fmla="*/ 1559517 w 6282234"/>
              <a:gd name="connsiteY2486" fmla="*/ 2775305 h 4115518"/>
              <a:gd name="connsiteX2487" fmla="*/ 1567660 w 6282234"/>
              <a:gd name="connsiteY2487" fmla="*/ 2773978 h 4115518"/>
              <a:gd name="connsiteX2488" fmla="*/ 1570265 w 6282234"/>
              <a:gd name="connsiteY2488" fmla="*/ 2770992 h 4115518"/>
              <a:gd name="connsiteX2489" fmla="*/ 1579386 w 6282234"/>
              <a:gd name="connsiteY2489" fmla="*/ 2765685 h 4115518"/>
              <a:gd name="connsiteX2490" fmla="*/ 1588832 w 6282234"/>
              <a:gd name="connsiteY2490" fmla="*/ 2761703 h 4115518"/>
              <a:gd name="connsiteX2491" fmla="*/ 1597952 w 6282234"/>
              <a:gd name="connsiteY2491" fmla="*/ 2761703 h 4115518"/>
              <a:gd name="connsiteX2492" fmla="*/ 1597952 w 6282234"/>
              <a:gd name="connsiteY2492" fmla="*/ 2763030 h 4115518"/>
              <a:gd name="connsiteX2493" fmla="*/ 1606095 w 6282234"/>
              <a:gd name="connsiteY2493" fmla="*/ 2763030 h 4115518"/>
              <a:gd name="connsiteX2494" fmla="*/ 1615215 w 6282234"/>
              <a:gd name="connsiteY2494" fmla="*/ 2765685 h 4115518"/>
              <a:gd name="connsiteX2495" fmla="*/ 1621730 w 6282234"/>
              <a:gd name="connsiteY2495" fmla="*/ 2773978 h 4115518"/>
              <a:gd name="connsiteX2496" fmla="*/ 1627268 w 6282234"/>
              <a:gd name="connsiteY2496" fmla="*/ 2777958 h 4115518"/>
              <a:gd name="connsiteX2497" fmla="*/ 1638993 w 6282234"/>
              <a:gd name="connsiteY2497" fmla="*/ 2787247 h 4115518"/>
              <a:gd name="connsiteX2498" fmla="*/ 1638993 w 6282234"/>
              <a:gd name="connsiteY2498" fmla="*/ 2777958 h 4115518"/>
              <a:gd name="connsiteX2499" fmla="*/ 1653651 w 6282234"/>
              <a:gd name="connsiteY2499" fmla="*/ 2763030 h 4115518"/>
              <a:gd name="connsiteX2500" fmla="*/ 1654954 w 6282234"/>
              <a:gd name="connsiteY2500" fmla="*/ 2763030 h 4115518"/>
              <a:gd name="connsiteX2501" fmla="*/ 1660166 w 6282234"/>
              <a:gd name="connsiteY2501" fmla="*/ 2744121 h 4115518"/>
              <a:gd name="connsiteX2502" fmla="*/ 1669612 w 6282234"/>
              <a:gd name="connsiteY2502" fmla="*/ 2732179 h 4115518"/>
              <a:gd name="connsiteX2503" fmla="*/ 1677429 w 6282234"/>
              <a:gd name="connsiteY2503" fmla="*/ 2734833 h 4115518"/>
              <a:gd name="connsiteX2504" fmla="*/ 1683944 w 6282234"/>
              <a:gd name="connsiteY2504" fmla="*/ 2729525 h 4115518"/>
              <a:gd name="connsiteX2505" fmla="*/ 1698602 w 6282234"/>
              <a:gd name="connsiteY2505" fmla="*/ 2729525 h 4115518"/>
              <a:gd name="connsiteX2506" fmla="*/ 1728894 w 6282234"/>
              <a:gd name="connsiteY2506" fmla="*/ 2710616 h 4115518"/>
              <a:gd name="connsiteX2507" fmla="*/ 1731826 w 6282234"/>
              <a:gd name="connsiteY2507" fmla="*/ 2719905 h 4115518"/>
              <a:gd name="connsiteX2508" fmla="*/ 1722380 w 6282234"/>
              <a:gd name="connsiteY2508" fmla="*/ 2725213 h 4115518"/>
              <a:gd name="connsiteX2509" fmla="*/ 1726289 w 6282234"/>
              <a:gd name="connsiteY2509" fmla="*/ 2738813 h 4115518"/>
              <a:gd name="connsiteX2510" fmla="*/ 1717168 w 6282234"/>
              <a:gd name="connsiteY2510" fmla="*/ 2756395 h 4115518"/>
              <a:gd name="connsiteX2511" fmla="*/ 1728894 w 6282234"/>
              <a:gd name="connsiteY2511" fmla="*/ 2770992 h 4115518"/>
              <a:gd name="connsiteX2512" fmla="*/ 1737037 w 6282234"/>
              <a:gd name="connsiteY2512" fmla="*/ 2765685 h 4115518"/>
              <a:gd name="connsiteX2513" fmla="*/ 1737037 w 6282234"/>
              <a:gd name="connsiteY2513" fmla="*/ 2756395 h 4115518"/>
              <a:gd name="connsiteX2514" fmla="*/ 1728894 w 6282234"/>
              <a:gd name="connsiteY2514" fmla="*/ 2741468 h 4115518"/>
              <a:gd name="connsiteX2515" fmla="*/ 1731826 w 6282234"/>
              <a:gd name="connsiteY2515" fmla="*/ 2734833 h 4115518"/>
              <a:gd name="connsiteX2516" fmla="*/ 1755604 w 6282234"/>
              <a:gd name="connsiteY2516" fmla="*/ 2726540 h 4115518"/>
              <a:gd name="connsiteX2517" fmla="*/ 1750067 w 6282234"/>
              <a:gd name="connsiteY2517" fmla="*/ 2719905 h 4115518"/>
              <a:gd name="connsiteX2518" fmla="*/ 1755604 w 6282234"/>
              <a:gd name="connsiteY2518" fmla="*/ 2713270 h 4115518"/>
              <a:gd name="connsiteX2519" fmla="*/ 1762118 w 6282234"/>
              <a:gd name="connsiteY2519" fmla="*/ 2726540 h 4115518"/>
              <a:gd name="connsiteX2520" fmla="*/ 1774171 w 6282234"/>
              <a:gd name="connsiteY2520" fmla="*/ 2726540 h 4115518"/>
              <a:gd name="connsiteX2521" fmla="*/ 1781988 w 6282234"/>
              <a:gd name="connsiteY2521" fmla="*/ 2732179 h 4115518"/>
              <a:gd name="connsiteX2522" fmla="*/ 1785896 w 6282234"/>
              <a:gd name="connsiteY2522" fmla="*/ 2744121 h 4115518"/>
              <a:gd name="connsiteX2523" fmla="*/ 1820424 w 6282234"/>
              <a:gd name="connsiteY2523" fmla="*/ 2741468 h 4115518"/>
              <a:gd name="connsiteX2524" fmla="*/ 1826939 w 6282234"/>
              <a:gd name="connsiteY2524" fmla="*/ 2749430 h 4115518"/>
              <a:gd name="connsiteX2525" fmla="*/ 1845505 w 6282234"/>
              <a:gd name="connsiteY2525" fmla="*/ 2751088 h 4115518"/>
              <a:gd name="connsiteX2526" fmla="*/ 1856254 w 6282234"/>
              <a:gd name="connsiteY2526" fmla="*/ 2744121 h 4115518"/>
              <a:gd name="connsiteX2527" fmla="*/ 1881335 w 6282234"/>
              <a:gd name="connsiteY2527" fmla="*/ 2738813 h 4115518"/>
              <a:gd name="connsiteX2528" fmla="*/ 1880032 w 6282234"/>
              <a:gd name="connsiteY2528" fmla="*/ 2746775 h 4115518"/>
              <a:gd name="connsiteX2529" fmla="*/ 1889152 w 6282234"/>
              <a:gd name="connsiteY2529" fmla="*/ 2759050 h 4115518"/>
              <a:gd name="connsiteX2530" fmla="*/ 1895667 w 6282234"/>
              <a:gd name="connsiteY2530" fmla="*/ 2753742 h 4115518"/>
              <a:gd name="connsiteX2531" fmla="*/ 1903810 w 6282234"/>
              <a:gd name="connsiteY2531" fmla="*/ 2756395 h 4115518"/>
              <a:gd name="connsiteX2532" fmla="*/ 1915536 w 6282234"/>
              <a:gd name="connsiteY2532" fmla="*/ 2763030 h 4115518"/>
              <a:gd name="connsiteX2533" fmla="*/ 1905113 w 6282234"/>
              <a:gd name="connsiteY2533" fmla="*/ 2780612 h 4115518"/>
              <a:gd name="connsiteX2534" fmla="*/ 1916839 w 6282234"/>
              <a:gd name="connsiteY2534" fmla="*/ 2777958 h 4115518"/>
              <a:gd name="connsiteX2535" fmla="*/ 1928891 w 6282234"/>
              <a:gd name="connsiteY2535" fmla="*/ 2780612 h 4115518"/>
              <a:gd name="connsiteX2536" fmla="*/ 1943549 w 6282234"/>
              <a:gd name="connsiteY2536" fmla="*/ 2787247 h 4115518"/>
              <a:gd name="connsiteX2537" fmla="*/ 1955275 w 6282234"/>
              <a:gd name="connsiteY2537" fmla="*/ 2799522 h 4115518"/>
              <a:gd name="connsiteX2538" fmla="*/ 1955275 w 6282234"/>
              <a:gd name="connsiteY2538" fmla="*/ 2807483 h 4115518"/>
              <a:gd name="connsiteX2539" fmla="*/ 1964720 w 6282234"/>
              <a:gd name="connsiteY2539" fmla="*/ 2811464 h 4115518"/>
              <a:gd name="connsiteX2540" fmla="*/ 1979053 w 6282234"/>
              <a:gd name="connsiteY2540" fmla="*/ 2826392 h 4115518"/>
              <a:gd name="connsiteX2541" fmla="*/ 2012277 w 6282234"/>
              <a:gd name="connsiteY2541" fmla="*/ 2826392 h 4115518"/>
              <a:gd name="connsiteX2542" fmla="*/ 2014883 w 6282234"/>
              <a:gd name="connsiteY2542" fmla="*/ 2823738 h 4115518"/>
              <a:gd name="connsiteX2543" fmla="*/ 2034752 w 6282234"/>
              <a:gd name="connsiteY2543" fmla="*/ 2829046 h 4115518"/>
              <a:gd name="connsiteX2544" fmla="*/ 2050713 w 6282234"/>
              <a:gd name="connsiteY2544" fmla="*/ 2834354 h 4115518"/>
              <a:gd name="connsiteX2545" fmla="*/ 2067976 w 6282234"/>
              <a:gd name="connsiteY2545" fmla="*/ 2847955 h 4115518"/>
              <a:gd name="connsiteX2546" fmla="*/ 2074491 w 6282234"/>
              <a:gd name="connsiteY2546" fmla="*/ 2860229 h 4115518"/>
              <a:gd name="connsiteX2547" fmla="*/ 2083611 w 6282234"/>
              <a:gd name="connsiteY2547" fmla="*/ 2862883 h 4115518"/>
              <a:gd name="connsiteX2548" fmla="*/ 2083611 w 6282234"/>
              <a:gd name="connsiteY2548" fmla="*/ 2874826 h 4115518"/>
              <a:gd name="connsiteX2549" fmla="*/ 2095664 w 6282234"/>
              <a:gd name="connsiteY2549" fmla="*/ 2899042 h 4115518"/>
              <a:gd name="connsiteX2550" fmla="*/ 2103481 w 6282234"/>
              <a:gd name="connsiteY2550" fmla="*/ 2902028 h 4115518"/>
              <a:gd name="connsiteX2551" fmla="*/ 2103481 w 6282234"/>
              <a:gd name="connsiteY2551" fmla="*/ 2911316 h 4115518"/>
              <a:gd name="connsiteX2552" fmla="*/ 2089149 w 6282234"/>
              <a:gd name="connsiteY2552" fmla="*/ 2928898 h 4115518"/>
              <a:gd name="connsiteX2553" fmla="*/ 2079703 w 6282234"/>
              <a:gd name="connsiteY2553" fmla="*/ 2935533 h 4115518"/>
              <a:gd name="connsiteX2554" fmla="*/ 2067976 w 6282234"/>
              <a:gd name="connsiteY2554" fmla="*/ 2959750 h 4115518"/>
              <a:gd name="connsiteX2555" fmla="*/ 2089149 w 6282234"/>
              <a:gd name="connsiteY2555" fmla="*/ 2947808 h 4115518"/>
              <a:gd name="connsiteX2556" fmla="*/ 2089149 w 6282234"/>
              <a:gd name="connsiteY2556" fmla="*/ 2943826 h 4115518"/>
              <a:gd name="connsiteX2557" fmla="*/ 2094360 w 6282234"/>
              <a:gd name="connsiteY2557" fmla="*/ 2932879 h 4115518"/>
              <a:gd name="connsiteX2558" fmla="*/ 2107389 w 6282234"/>
              <a:gd name="connsiteY2558" fmla="*/ 2935533 h 4115518"/>
              <a:gd name="connsiteX2559" fmla="*/ 2118138 w 6282234"/>
              <a:gd name="connsiteY2559" fmla="*/ 2932879 h 4115518"/>
              <a:gd name="connsiteX2560" fmla="*/ 2131493 w 6282234"/>
              <a:gd name="connsiteY2560" fmla="*/ 2935533 h 4115518"/>
              <a:gd name="connsiteX2561" fmla="*/ 2130190 w 6282234"/>
              <a:gd name="connsiteY2561" fmla="*/ 2945153 h 4115518"/>
              <a:gd name="connsiteX2562" fmla="*/ 2122047 w 6282234"/>
              <a:gd name="connsiteY2562" fmla="*/ 2957096 h 4115518"/>
              <a:gd name="connsiteX2563" fmla="*/ 2094360 w 6282234"/>
              <a:gd name="connsiteY2563" fmla="*/ 2962403 h 4115518"/>
              <a:gd name="connsiteX2564" fmla="*/ 2089149 w 6282234"/>
              <a:gd name="connsiteY2564" fmla="*/ 2957096 h 4115518"/>
              <a:gd name="connsiteX2565" fmla="*/ 2091754 w 6282234"/>
              <a:gd name="connsiteY2565" fmla="*/ 2962403 h 4115518"/>
              <a:gd name="connsiteX2566" fmla="*/ 2106087 w 6282234"/>
              <a:gd name="connsiteY2566" fmla="*/ 2965390 h 4115518"/>
              <a:gd name="connsiteX2567" fmla="*/ 2119442 w 6282234"/>
              <a:gd name="connsiteY2567" fmla="*/ 2965390 h 4115518"/>
              <a:gd name="connsiteX2568" fmla="*/ 2131493 w 6282234"/>
              <a:gd name="connsiteY2568" fmla="*/ 2955770 h 4115518"/>
              <a:gd name="connsiteX2569" fmla="*/ 2136705 w 6282234"/>
              <a:gd name="connsiteY2569" fmla="*/ 2943826 h 4115518"/>
              <a:gd name="connsiteX2570" fmla="*/ 2151362 w 6282234"/>
              <a:gd name="connsiteY2570" fmla="*/ 2940841 h 4115518"/>
              <a:gd name="connsiteX2571" fmla="*/ 2163089 w 6282234"/>
              <a:gd name="connsiteY2571" fmla="*/ 2950461 h 4115518"/>
              <a:gd name="connsiteX2572" fmla="*/ 2193707 w 6282234"/>
              <a:gd name="connsiteY2572" fmla="*/ 2959750 h 4115518"/>
              <a:gd name="connsiteX2573" fmla="*/ 2201525 w 6282234"/>
              <a:gd name="connsiteY2573" fmla="*/ 2972024 h 4115518"/>
              <a:gd name="connsiteX2574" fmla="*/ 2208040 w 6282234"/>
              <a:gd name="connsiteY2574" fmla="*/ 2977332 h 4115518"/>
              <a:gd name="connsiteX2575" fmla="*/ 2217486 w 6282234"/>
              <a:gd name="connsiteY2575" fmla="*/ 2972024 h 4115518"/>
              <a:gd name="connsiteX2576" fmla="*/ 2234749 w 6282234"/>
              <a:gd name="connsiteY2576" fmla="*/ 2979985 h 4115518"/>
              <a:gd name="connsiteX2577" fmla="*/ 2255921 w 6282234"/>
              <a:gd name="connsiteY2577" fmla="*/ 2983967 h 4115518"/>
              <a:gd name="connsiteX2578" fmla="*/ 2277093 w 6282234"/>
              <a:gd name="connsiteY2578" fmla="*/ 2981313 h 4115518"/>
              <a:gd name="connsiteX2579" fmla="*/ 2303477 w 6282234"/>
              <a:gd name="connsiteY2579" fmla="*/ 2996240 h 4115518"/>
              <a:gd name="connsiteX2580" fmla="*/ 2327255 w 6282234"/>
              <a:gd name="connsiteY2580" fmla="*/ 3017804 h 4115518"/>
              <a:gd name="connsiteX2581" fmla="*/ 2333770 w 6282234"/>
              <a:gd name="connsiteY2581" fmla="*/ 3020457 h 4115518"/>
              <a:gd name="connsiteX2582" fmla="*/ 2345821 w 6282234"/>
              <a:gd name="connsiteY2582" fmla="*/ 3020457 h 4115518"/>
              <a:gd name="connsiteX2583" fmla="*/ 2356245 w 6282234"/>
              <a:gd name="connsiteY2583" fmla="*/ 3023112 h 4115518"/>
              <a:gd name="connsiteX2584" fmla="*/ 2360479 w 6282234"/>
              <a:gd name="connsiteY2584" fmla="*/ 3030077 h 4115518"/>
              <a:gd name="connsiteX2585" fmla="*/ 2368297 w 6282234"/>
              <a:gd name="connsiteY2585" fmla="*/ 3059602 h 4115518"/>
              <a:gd name="connsiteX2586" fmla="*/ 2368297 w 6282234"/>
              <a:gd name="connsiteY2586" fmla="*/ 3071877 h 4115518"/>
              <a:gd name="connsiteX2587" fmla="*/ 2360479 w 6282234"/>
              <a:gd name="connsiteY2587" fmla="*/ 3090454 h 4115518"/>
              <a:gd name="connsiteX2588" fmla="*/ 2339307 w 6282234"/>
              <a:gd name="connsiteY2588" fmla="*/ 3117656 h 4115518"/>
              <a:gd name="connsiteX2589" fmla="*/ 2329861 w 6282234"/>
              <a:gd name="connsiteY2589" fmla="*/ 3125618 h 4115518"/>
              <a:gd name="connsiteX2590" fmla="*/ 2318135 w 6282234"/>
              <a:gd name="connsiteY2590" fmla="*/ 3147181 h 4115518"/>
              <a:gd name="connsiteX2591" fmla="*/ 2306083 w 6282234"/>
              <a:gd name="connsiteY2591" fmla="*/ 3162108 h 4115518"/>
              <a:gd name="connsiteX2592" fmla="*/ 2298266 w 6282234"/>
              <a:gd name="connsiteY2592" fmla="*/ 3163436 h 4115518"/>
              <a:gd name="connsiteX2593" fmla="*/ 2294031 w 6282234"/>
              <a:gd name="connsiteY2593" fmla="*/ 3174052 h 4115518"/>
              <a:gd name="connsiteX2594" fmla="*/ 2296636 w 6282234"/>
              <a:gd name="connsiteY2594" fmla="*/ 3183672 h 4115518"/>
              <a:gd name="connsiteX2595" fmla="*/ 2294031 w 6282234"/>
              <a:gd name="connsiteY2595" fmla="*/ 3192960 h 4115518"/>
              <a:gd name="connsiteX2596" fmla="*/ 2296636 w 6282234"/>
              <a:gd name="connsiteY2596" fmla="*/ 3216514 h 4115518"/>
              <a:gd name="connsiteX2597" fmla="*/ 2291426 w 6282234"/>
              <a:gd name="connsiteY2597" fmla="*/ 3239735 h 4115518"/>
              <a:gd name="connsiteX2598" fmla="*/ 2288819 w 6282234"/>
              <a:gd name="connsiteY2598" fmla="*/ 3253004 h 4115518"/>
              <a:gd name="connsiteX2599" fmla="*/ 2284911 w 6282234"/>
              <a:gd name="connsiteY2599" fmla="*/ 3259639 h 4115518"/>
              <a:gd name="connsiteX2600" fmla="*/ 2282305 w 6282234"/>
              <a:gd name="connsiteY2600" fmla="*/ 3279544 h 4115518"/>
              <a:gd name="connsiteX2601" fmla="*/ 2270253 w 6282234"/>
              <a:gd name="connsiteY2601" fmla="*/ 3306083 h 4115518"/>
              <a:gd name="connsiteX2602" fmla="*/ 2262435 w 6282234"/>
              <a:gd name="connsiteY2602" fmla="*/ 3309400 h 4115518"/>
              <a:gd name="connsiteX2603" fmla="*/ 2258527 w 6282234"/>
              <a:gd name="connsiteY2603" fmla="*/ 3322669 h 4115518"/>
              <a:gd name="connsiteX2604" fmla="*/ 2261133 w 6282234"/>
              <a:gd name="connsiteY2604" fmla="*/ 3332621 h 4115518"/>
              <a:gd name="connsiteX2605" fmla="*/ 2243869 w 6282234"/>
              <a:gd name="connsiteY2605" fmla="*/ 3342573 h 4115518"/>
              <a:gd name="connsiteX2606" fmla="*/ 2238657 w 6282234"/>
              <a:gd name="connsiteY2606" fmla="*/ 3349208 h 4115518"/>
              <a:gd name="connsiteX2607" fmla="*/ 2214879 w 6282234"/>
              <a:gd name="connsiteY2607" fmla="*/ 3349208 h 4115518"/>
              <a:gd name="connsiteX2608" fmla="*/ 2210645 w 6282234"/>
              <a:gd name="connsiteY2608" fmla="*/ 3349208 h 4115518"/>
              <a:gd name="connsiteX2609" fmla="*/ 2196313 w 6282234"/>
              <a:gd name="connsiteY2609" fmla="*/ 3349208 h 4115518"/>
              <a:gd name="connsiteX2610" fmla="*/ 2193707 w 6282234"/>
              <a:gd name="connsiteY2610" fmla="*/ 3355843 h 4115518"/>
              <a:gd name="connsiteX2611" fmla="*/ 2175140 w 6282234"/>
              <a:gd name="connsiteY2611" fmla="*/ 3365795 h 4115518"/>
              <a:gd name="connsiteX2612" fmla="*/ 2155271 w 6282234"/>
              <a:gd name="connsiteY2612" fmla="*/ 3375747 h 4115518"/>
              <a:gd name="connsiteX2613" fmla="*/ 2136705 w 6282234"/>
              <a:gd name="connsiteY2613" fmla="*/ 3389017 h 4115518"/>
              <a:gd name="connsiteX2614" fmla="*/ 2127259 w 6282234"/>
              <a:gd name="connsiteY2614" fmla="*/ 3405603 h 4115518"/>
              <a:gd name="connsiteX2615" fmla="*/ 2127259 w 6282234"/>
              <a:gd name="connsiteY2615" fmla="*/ 3442094 h 4115518"/>
              <a:gd name="connsiteX2616" fmla="*/ 2122047 w 6282234"/>
              <a:gd name="connsiteY2616" fmla="*/ 3458681 h 4115518"/>
              <a:gd name="connsiteX2617" fmla="*/ 2112927 w 6282234"/>
              <a:gd name="connsiteY2617" fmla="*/ 3465316 h 4115518"/>
              <a:gd name="connsiteX2618" fmla="*/ 2100875 w 6282234"/>
              <a:gd name="connsiteY2618" fmla="*/ 3485220 h 4115518"/>
              <a:gd name="connsiteX2619" fmla="*/ 2098269 w 6282234"/>
              <a:gd name="connsiteY2619" fmla="*/ 3495172 h 4115518"/>
              <a:gd name="connsiteX2620" fmla="*/ 2091754 w 6282234"/>
              <a:gd name="connsiteY2620" fmla="*/ 3498489 h 4115518"/>
              <a:gd name="connsiteX2621" fmla="*/ 2083611 w 6282234"/>
              <a:gd name="connsiteY2621" fmla="*/ 3491854 h 4115518"/>
              <a:gd name="connsiteX2622" fmla="*/ 2074491 w 6282234"/>
              <a:gd name="connsiteY2622" fmla="*/ 3508441 h 4115518"/>
              <a:gd name="connsiteX2623" fmla="*/ 2070583 w 6282234"/>
              <a:gd name="connsiteY2623" fmla="*/ 3508441 h 4115518"/>
              <a:gd name="connsiteX2624" fmla="*/ 2065045 w 6282234"/>
              <a:gd name="connsiteY2624" fmla="*/ 3534980 h 4115518"/>
              <a:gd name="connsiteX2625" fmla="*/ 2055925 w 6282234"/>
              <a:gd name="connsiteY2625" fmla="*/ 3564837 h 4115518"/>
              <a:gd name="connsiteX2626" fmla="*/ 2043872 w 6282234"/>
              <a:gd name="connsiteY2626" fmla="*/ 3564837 h 4115518"/>
              <a:gd name="connsiteX2627" fmla="*/ 2032147 w 6282234"/>
              <a:gd name="connsiteY2627" fmla="*/ 3591375 h 4115518"/>
              <a:gd name="connsiteX2628" fmla="*/ 2020094 w 6282234"/>
              <a:gd name="connsiteY2628" fmla="*/ 3591375 h 4115518"/>
              <a:gd name="connsiteX2629" fmla="*/ 2003156 w 6282234"/>
              <a:gd name="connsiteY2629" fmla="*/ 3591375 h 4115518"/>
              <a:gd name="connsiteX2630" fmla="*/ 1996316 w 6282234"/>
              <a:gd name="connsiteY2630" fmla="*/ 3591375 h 4115518"/>
              <a:gd name="connsiteX2631" fmla="*/ 1979053 w 6282234"/>
              <a:gd name="connsiteY2631" fmla="*/ 3578106 h 4115518"/>
              <a:gd name="connsiteX2632" fmla="*/ 1967327 w 6282234"/>
              <a:gd name="connsiteY2632" fmla="*/ 3578106 h 4115518"/>
              <a:gd name="connsiteX2633" fmla="*/ 1957881 w 6282234"/>
              <a:gd name="connsiteY2633" fmla="*/ 3578106 h 4115518"/>
              <a:gd name="connsiteX2634" fmla="*/ 1960487 w 6282234"/>
              <a:gd name="connsiteY2634" fmla="*/ 3534980 h 4115518"/>
              <a:gd name="connsiteX2635" fmla="*/ 1952669 w 6282234"/>
              <a:gd name="connsiteY2635" fmla="*/ 3564837 h 4115518"/>
              <a:gd name="connsiteX2636" fmla="*/ 1955275 w 6282234"/>
              <a:gd name="connsiteY2636" fmla="*/ 3578106 h 4115518"/>
              <a:gd name="connsiteX2637" fmla="*/ 1975144 w 6282234"/>
              <a:gd name="connsiteY2637" fmla="*/ 3604645 h 4115518"/>
              <a:gd name="connsiteX2638" fmla="*/ 1979053 w 6282234"/>
              <a:gd name="connsiteY2638" fmla="*/ 3617914 h 4115518"/>
              <a:gd name="connsiteX2639" fmla="*/ 1987196 w 6282234"/>
              <a:gd name="connsiteY2639" fmla="*/ 3631184 h 4115518"/>
              <a:gd name="connsiteX2640" fmla="*/ 1972539 w 6282234"/>
              <a:gd name="connsiteY2640" fmla="*/ 3657722 h 4115518"/>
              <a:gd name="connsiteX2641" fmla="*/ 1946154 w 6282234"/>
              <a:gd name="connsiteY2641" fmla="*/ 3670992 h 4115518"/>
              <a:gd name="connsiteX2642" fmla="*/ 1915536 w 6282234"/>
              <a:gd name="connsiteY2642" fmla="*/ 3684261 h 4115518"/>
              <a:gd name="connsiteX2643" fmla="*/ 1893061 w 6282234"/>
              <a:gd name="connsiteY2643" fmla="*/ 3684261 h 4115518"/>
              <a:gd name="connsiteX2644" fmla="*/ 1893061 w 6282234"/>
              <a:gd name="connsiteY2644" fmla="*/ 3697531 h 4115518"/>
              <a:gd name="connsiteX2645" fmla="*/ 1886547 w 6282234"/>
              <a:gd name="connsiteY2645" fmla="*/ 3710801 h 4115518"/>
              <a:gd name="connsiteX2646" fmla="*/ 1889152 w 6282234"/>
              <a:gd name="connsiteY2646" fmla="*/ 3724070 h 4115518"/>
              <a:gd name="connsiteX2647" fmla="*/ 1874494 w 6282234"/>
              <a:gd name="connsiteY2647" fmla="*/ 3724070 h 4115518"/>
              <a:gd name="connsiteX2648" fmla="*/ 1862768 w 6282234"/>
              <a:gd name="connsiteY2648" fmla="*/ 3724070 h 4115518"/>
              <a:gd name="connsiteX2649" fmla="*/ 1841596 w 6282234"/>
              <a:gd name="connsiteY2649" fmla="*/ 3724070 h 4115518"/>
              <a:gd name="connsiteX2650" fmla="*/ 1838990 w 6282234"/>
              <a:gd name="connsiteY2650" fmla="*/ 3724070 h 4115518"/>
              <a:gd name="connsiteX2651" fmla="*/ 1844202 w 6282234"/>
              <a:gd name="connsiteY2651" fmla="*/ 3750608 h 4115518"/>
              <a:gd name="connsiteX2652" fmla="*/ 1850716 w 6282234"/>
              <a:gd name="connsiteY2652" fmla="*/ 3750608 h 4115518"/>
              <a:gd name="connsiteX2653" fmla="*/ 1865374 w 6282234"/>
              <a:gd name="connsiteY2653" fmla="*/ 3750608 h 4115518"/>
              <a:gd name="connsiteX2654" fmla="*/ 1865374 w 6282234"/>
              <a:gd name="connsiteY2654" fmla="*/ 3780465 h 4115518"/>
              <a:gd name="connsiteX2655" fmla="*/ 1848110 w 6282234"/>
              <a:gd name="connsiteY2655" fmla="*/ 3780465 h 4115518"/>
              <a:gd name="connsiteX2656" fmla="*/ 1836385 w 6282234"/>
              <a:gd name="connsiteY2656" fmla="*/ 3793735 h 4115518"/>
              <a:gd name="connsiteX2657" fmla="*/ 1838990 w 6282234"/>
              <a:gd name="connsiteY2657" fmla="*/ 3807004 h 4115518"/>
              <a:gd name="connsiteX2658" fmla="*/ 1829544 w 6282234"/>
              <a:gd name="connsiteY2658" fmla="*/ 3820274 h 4115518"/>
              <a:gd name="connsiteX2659" fmla="*/ 1808372 w 6282234"/>
              <a:gd name="connsiteY2659" fmla="*/ 3833542 h 4115518"/>
              <a:gd name="connsiteX2660" fmla="*/ 1796646 w 6282234"/>
              <a:gd name="connsiteY2660" fmla="*/ 3860082 h 4115518"/>
              <a:gd name="connsiteX2661" fmla="*/ 1800554 w 6282234"/>
              <a:gd name="connsiteY2661" fmla="*/ 3873351 h 4115518"/>
              <a:gd name="connsiteX2662" fmla="*/ 1812281 w 6282234"/>
              <a:gd name="connsiteY2662" fmla="*/ 3873351 h 4115518"/>
              <a:gd name="connsiteX2663" fmla="*/ 1829544 w 6282234"/>
              <a:gd name="connsiteY2663" fmla="*/ 3886621 h 4115518"/>
              <a:gd name="connsiteX2664" fmla="*/ 1824332 w 6282234"/>
              <a:gd name="connsiteY2664" fmla="*/ 3899890 h 4115518"/>
              <a:gd name="connsiteX2665" fmla="*/ 1805766 w 6282234"/>
              <a:gd name="connsiteY2665" fmla="*/ 3913160 h 4115518"/>
              <a:gd name="connsiteX2666" fmla="*/ 1794039 w 6282234"/>
              <a:gd name="connsiteY2666" fmla="*/ 3939698 h 4115518"/>
              <a:gd name="connsiteX2667" fmla="*/ 1794039 w 6282234"/>
              <a:gd name="connsiteY2667" fmla="*/ 3952968 h 4115518"/>
              <a:gd name="connsiteX2668" fmla="*/ 1774171 w 6282234"/>
              <a:gd name="connsiteY2668" fmla="*/ 3966237 h 4115518"/>
              <a:gd name="connsiteX2669" fmla="*/ 1769937 w 6282234"/>
              <a:gd name="connsiteY2669" fmla="*/ 3979507 h 4115518"/>
              <a:gd name="connsiteX2670" fmla="*/ 1772868 w 6282234"/>
              <a:gd name="connsiteY2670" fmla="*/ 4006045 h 4115518"/>
              <a:gd name="connsiteX2671" fmla="*/ 1781988 w 6282234"/>
              <a:gd name="connsiteY2671" fmla="*/ 4019315 h 4115518"/>
              <a:gd name="connsiteX2672" fmla="*/ 1769937 w 6282234"/>
              <a:gd name="connsiteY2672" fmla="*/ 4019315 h 4115518"/>
              <a:gd name="connsiteX2673" fmla="*/ 1764725 w 6282234"/>
              <a:gd name="connsiteY2673" fmla="*/ 4019315 h 4115518"/>
              <a:gd name="connsiteX2674" fmla="*/ 1758210 w 6282234"/>
              <a:gd name="connsiteY2674" fmla="*/ 4019315 h 4115518"/>
              <a:gd name="connsiteX2675" fmla="*/ 1740946 w 6282234"/>
              <a:gd name="connsiteY2675" fmla="*/ 4032584 h 4115518"/>
              <a:gd name="connsiteX2676" fmla="*/ 1738341 w 6282234"/>
              <a:gd name="connsiteY2676" fmla="*/ 4062441 h 4115518"/>
              <a:gd name="connsiteX2677" fmla="*/ 1731826 w 6282234"/>
              <a:gd name="connsiteY2677" fmla="*/ 4062441 h 4115518"/>
              <a:gd name="connsiteX2678" fmla="*/ 1717168 w 6282234"/>
              <a:gd name="connsiteY2678" fmla="*/ 4062441 h 4115518"/>
              <a:gd name="connsiteX2679" fmla="*/ 1713259 w 6282234"/>
              <a:gd name="connsiteY2679" fmla="*/ 4049171 h 4115518"/>
              <a:gd name="connsiteX2680" fmla="*/ 1731826 w 6282234"/>
              <a:gd name="connsiteY2680" fmla="*/ 4049171 h 4115518"/>
              <a:gd name="connsiteX2681" fmla="*/ 1731826 w 6282234"/>
              <a:gd name="connsiteY2681" fmla="*/ 4032584 h 4115518"/>
              <a:gd name="connsiteX2682" fmla="*/ 1713259 w 6282234"/>
              <a:gd name="connsiteY2682" fmla="*/ 4049171 h 4115518"/>
              <a:gd name="connsiteX2683" fmla="*/ 1702510 w 6282234"/>
              <a:gd name="connsiteY2683" fmla="*/ 4049171 h 4115518"/>
              <a:gd name="connsiteX2684" fmla="*/ 1702510 w 6282234"/>
              <a:gd name="connsiteY2684" fmla="*/ 4032584 h 4115518"/>
              <a:gd name="connsiteX2685" fmla="*/ 1690785 w 6282234"/>
              <a:gd name="connsiteY2685" fmla="*/ 4019315 h 4115518"/>
              <a:gd name="connsiteX2686" fmla="*/ 1693390 w 6282234"/>
              <a:gd name="connsiteY2686" fmla="*/ 4019315 h 4115518"/>
              <a:gd name="connsiteX2687" fmla="*/ 1681339 w 6282234"/>
              <a:gd name="connsiteY2687" fmla="*/ 3979507 h 4115518"/>
              <a:gd name="connsiteX2688" fmla="*/ 1683944 w 6282234"/>
              <a:gd name="connsiteY2688" fmla="*/ 3979507 h 4115518"/>
              <a:gd name="connsiteX2689" fmla="*/ 1678732 w 6282234"/>
              <a:gd name="connsiteY2689" fmla="*/ 3952968 h 4115518"/>
              <a:gd name="connsiteX2690" fmla="*/ 1678732 w 6282234"/>
              <a:gd name="connsiteY2690" fmla="*/ 3913160 h 4115518"/>
              <a:gd name="connsiteX2691" fmla="*/ 1683944 w 6282234"/>
              <a:gd name="connsiteY2691" fmla="*/ 3913160 h 4115518"/>
              <a:gd name="connsiteX2692" fmla="*/ 1686550 w 6282234"/>
              <a:gd name="connsiteY2692" fmla="*/ 3899890 h 4115518"/>
              <a:gd name="connsiteX2693" fmla="*/ 1672218 w 6282234"/>
              <a:gd name="connsiteY2693" fmla="*/ 3899890 h 4115518"/>
              <a:gd name="connsiteX2694" fmla="*/ 1683944 w 6282234"/>
              <a:gd name="connsiteY2694" fmla="*/ 3873351 h 4115518"/>
              <a:gd name="connsiteX2695" fmla="*/ 1678732 w 6282234"/>
              <a:gd name="connsiteY2695" fmla="*/ 3873351 h 4115518"/>
              <a:gd name="connsiteX2696" fmla="*/ 1667006 w 6282234"/>
              <a:gd name="connsiteY2696" fmla="*/ 3873351 h 4115518"/>
              <a:gd name="connsiteX2697" fmla="*/ 1660166 w 6282234"/>
              <a:gd name="connsiteY2697" fmla="*/ 3860082 h 4115518"/>
              <a:gd name="connsiteX2698" fmla="*/ 1672218 w 6282234"/>
              <a:gd name="connsiteY2698" fmla="*/ 3846812 h 4115518"/>
              <a:gd name="connsiteX2699" fmla="*/ 1674824 w 6282234"/>
              <a:gd name="connsiteY2699" fmla="*/ 3846812 h 4115518"/>
              <a:gd name="connsiteX2700" fmla="*/ 1683944 w 6282234"/>
              <a:gd name="connsiteY2700" fmla="*/ 3846812 h 4115518"/>
              <a:gd name="connsiteX2701" fmla="*/ 1689482 w 6282234"/>
              <a:gd name="connsiteY2701" fmla="*/ 3860082 h 4115518"/>
              <a:gd name="connsiteX2702" fmla="*/ 1693390 w 6282234"/>
              <a:gd name="connsiteY2702" fmla="*/ 3846812 h 4115518"/>
              <a:gd name="connsiteX2703" fmla="*/ 1695996 w 6282234"/>
              <a:gd name="connsiteY2703" fmla="*/ 3820274 h 4115518"/>
              <a:gd name="connsiteX2704" fmla="*/ 1707722 w 6282234"/>
              <a:gd name="connsiteY2704" fmla="*/ 3820274 h 4115518"/>
              <a:gd name="connsiteX2705" fmla="*/ 1710654 w 6282234"/>
              <a:gd name="connsiteY2705" fmla="*/ 3807004 h 4115518"/>
              <a:gd name="connsiteX2706" fmla="*/ 1701208 w 6282234"/>
              <a:gd name="connsiteY2706" fmla="*/ 3807004 h 4115518"/>
              <a:gd name="connsiteX2707" fmla="*/ 1702510 w 6282234"/>
              <a:gd name="connsiteY2707" fmla="*/ 3793735 h 4115518"/>
              <a:gd name="connsiteX2708" fmla="*/ 1701208 w 6282234"/>
              <a:gd name="connsiteY2708" fmla="*/ 3780465 h 4115518"/>
              <a:gd name="connsiteX2709" fmla="*/ 1707722 w 6282234"/>
              <a:gd name="connsiteY2709" fmla="*/ 3780465 h 4115518"/>
              <a:gd name="connsiteX2710" fmla="*/ 1705116 w 6282234"/>
              <a:gd name="connsiteY2710" fmla="*/ 3750608 h 4115518"/>
              <a:gd name="connsiteX2711" fmla="*/ 1710654 w 6282234"/>
              <a:gd name="connsiteY2711" fmla="*/ 3750608 h 4115518"/>
              <a:gd name="connsiteX2712" fmla="*/ 1705116 w 6282234"/>
              <a:gd name="connsiteY2712" fmla="*/ 3737340 h 4115518"/>
              <a:gd name="connsiteX2713" fmla="*/ 1698602 w 6282234"/>
              <a:gd name="connsiteY2713" fmla="*/ 3750608 h 4115518"/>
              <a:gd name="connsiteX2714" fmla="*/ 1690785 w 6282234"/>
              <a:gd name="connsiteY2714" fmla="*/ 3750608 h 4115518"/>
              <a:gd name="connsiteX2715" fmla="*/ 1686550 w 6282234"/>
              <a:gd name="connsiteY2715" fmla="*/ 3724070 h 4115518"/>
              <a:gd name="connsiteX2716" fmla="*/ 1690785 w 6282234"/>
              <a:gd name="connsiteY2716" fmla="*/ 3697531 h 4115518"/>
              <a:gd name="connsiteX2717" fmla="*/ 1695996 w 6282234"/>
              <a:gd name="connsiteY2717" fmla="*/ 3697531 h 4115518"/>
              <a:gd name="connsiteX2718" fmla="*/ 1698602 w 6282234"/>
              <a:gd name="connsiteY2718" fmla="*/ 3684261 h 4115518"/>
              <a:gd name="connsiteX2719" fmla="*/ 1693390 w 6282234"/>
              <a:gd name="connsiteY2719" fmla="*/ 3670992 h 4115518"/>
              <a:gd name="connsiteX2720" fmla="*/ 1690785 w 6282234"/>
              <a:gd name="connsiteY2720" fmla="*/ 3644454 h 4115518"/>
              <a:gd name="connsiteX2721" fmla="*/ 1698602 w 6282234"/>
              <a:gd name="connsiteY2721" fmla="*/ 3644454 h 4115518"/>
              <a:gd name="connsiteX2722" fmla="*/ 1702510 w 6282234"/>
              <a:gd name="connsiteY2722" fmla="*/ 3631184 h 4115518"/>
              <a:gd name="connsiteX2723" fmla="*/ 1710654 w 6282234"/>
              <a:gd name="connsiteY2723" fmla="*/ 3604645 h 4115518"/>
              <a:gd name="connsiteX2724" fmla="*/ 1717168 w 6282234"/>
              <a:gd name="connsiteY2724" fmla="*/ 3591375 h 4115518"/>
              <a:gd name="connsiteX2725" fmla="*/ 1719774 w 6282234"/>
              <a:gd name="connsiteY2725" fmla="*/ 3578106 h 4115518"/>
              <a:gd name="connsiteX2726" fmla="*/ 1726289 w 6282234"/>
              <a:gd name="connsiteY2726" fmla="*/ 3564837 h 4115518"/>
              <a:gd name="connsiteX2727" fmla="*/ 1731826 w 6282234"/>
              <a:gd name="connsiteY2727" fmla="*/ 3534980 h 4115518"/>
              <a:gd name="connsiteX2728" fmla="*/ 1726289 w 6282234"/>
              <a:gd name="connsiteY2728" fmla="*/ 3508441 h 4115518"/>
              <a:gd name="connsiteX2729" fmla="*/ 1726289 w 6282234"/>
              <a:gd name="connsiteY2729" fmla="*/ 3495172 h 4115518"/>
              <a:gd name="connsiteX2730" fmla="*/ 1731826 w 6282234"/>
              <a:gd name="connsiteY2730" fmla="*/ 3485220 h 4115518"/>
              <a:gd name="connsiteX2731" fmla="*/ 1728894 w 6282234"/>
              <a:gd name="connsiteY2731" fmla="*/ 3465316 h 4115518"/>
              <a:gd name="connsiteX2732" fmla="*/ 1734432 w 6282234"/>
              <a:gd name="connsiteY2732" fmla="*/ 3455364 h 4115518"/>
              <a:gd name="connsiteX2733" fmla="*/ 1738341 w 6282234"/>
              <a:gd name="connsiteY2733" fmla="*/ 3428825 h 4115518"/>
              <a:gd name="connsiteX2734" fmla="*/ 1740946 w 6282234"/>
              <a:gd name="connsiteY2734" fmla="*/ 3428825 h 4115518"/>
              <a:gd name="connsiteX2735" fmla="*/ 1748764 w 6282234"/>
              <a:gd name="connsiteY2735" fmla="*/ 3392334 h 4115518"/>
              <a:gd name="connsiteX2736" fmla="*/ 1746158 w 6282234"/>
              <a:gd name="connsiteY2736" fmla="*/ 3382382 h 4115518"/>
              <a:gd name="connsiteX2737" fmla="*/ 1746158 w 6282234"/>
              <a:gd name="connsiteY2737" fmla="*/ 3365795 h 4115518"/>
              <a:gd name="connsiteX2738" fmla="*/ 1746158 w 6282234"/>
              <a:gd name="connsiteY2738" fmla="*/ 3349208 h 4115518"/>
              <a:gd name="connsiteX2739" fmla="*/ 1750067 w 6282234"/>
              <a:gd name="connsiteY2739" fmla="*/ 3345891 h 4115518"/>
              <a:gd name="connsiteX2740" fmla="*/ 1752998 w 6282234"/>
              <a:gd name="connsiteY2740" fmla="*/ 3319351 h 4115518"/>
              <a:gd name="connsiteX2741" fmla="*/ 1750067 w 6282234"/>
              <a:gd name="connsiteY2741" fmla="*/ 3306083 h 4115518"/>
              <a:gd name="connsiteX2742" fmla="*/ 1752998 w 6282234"/>
              <a:gd name="connsiteY2742" fmla="*/ 3292813 h 4115518"/>
              <a:gd name="connsiteX2743" fmla="*/ 1748764 w 6282234"/>
              <a:gd name="connsiteY2743" fmla="*/ 3259639 h 4115518"/>
              <a:gd name="connsiteX2744" fmla="*/ 1731826 w 6282234"/>
              <a:gd name="connsiteY2744" fmla="*/ 3249687 h 4115518"/>
              <a:gd name="connsiteX2745" fmla="*/ 1728894 w 6282234"/>
              <a:gd name="connsiteY2745" fmla="*/ 3239735 h 4115518"/>
              <a:gd name="connsiteX2746" fmla="*/ 1667006 w 6282234"/>
              <a:gd name="connsiteY2746" fmla="*/ 3207889 h 4115518"/>
              <a:gd name="connsiteX2747" fmla="*/ 1653651 w 6282234"/>
              <a:gd name="connsiteY2747" fmla="*/ 3192960 h 4115518"/>
              <a:gd name="connsiteX2748" fmla="*/ 1645508 w 6282234"/>
              <a:gd name="connsiteY2748" fmla="*/ 3186325 h 4115518"/>
              <a:gd name="connsiteX2749" fmla="*/ 1648440 w 6282234"/>
              <a:gd name="connsiteY2749" fmla="*/ 3171398 h 4115518"/>
              <a:gd name="connsiteX2750" fmla="*/ 1629873 w 6282234"/>
              <a:gd name="connsiteY2750" fmla="*/ 3139219 h 4115518"/>
              <a:gd name="connsiteX2751" fmla="*/ 1621730 w 6282234"/>
              <a:gd name="connsiteY2751" fmla="*/ 3132253 h 4115518"/>
              <a:gd name="connsiteX2752" fmla="*/ 1603164 w 6282234"/>
              <a:gd name="connsiteY2752" fmla="*/ 3083819 h 4115518"/>
              <a:gd name="connsiteX2753" fmla="*/ 1594044 w 6282234"/>
              <a:gd name="connsiteY2753" fmla="*/ 3071877 h 4115518"/>
              <a:gd name="connsiteX2754" fmla="*/ 1586226 w 6282234"/>
              <a:gd name="connsiteY2754" fmla="*/ 3056949 h 4115518"/>
              <a:gd name="connsiteX2755" fmla="*/ 1579386 w 6282234"/>
              <a:gd name="connsiteY2755" fmla="*/ 3050314 h 4115518"/>
              <a:gd name="connsiteX2756" fmla="*/ 1559517 w 6282234"/>
              <a:gd name="connsiteY2756" fmla="*/ 3040694 h 4115518"/>
              <a:gd name="connsiteX2757" fmla="*/ 1565053 w 6282234"/>
              <a:gd name="connsiteY2757" fmla="*/ 3030077 h 4115518"/>
              <a:gd name="connsiteX2758" fmla="*/ 1558213 w 6282234"/>
              <a:gd name="connsiteY2758" fmla="*/ 3013823 h 4115518"/>
              <a:gd name="connsiteX2759" fmla="*/ 1559517 w 6282234"/>
              <a:gd name="connsiteY2759" fmla="*/ 3005530 h 4115518"/>
              <a:gd name="connsiteX2760" fmla="*/ 1574174 w 6282234"/>
              <a:gd name="connsiteY2760" fmla="*/ 2992260 h 4115518"/>
              <a:gd name="connsiteX2761" fmla="*/ 1576780 w 6282234"/>
              <a:gd name="connsiteY2761" fmla="*/ 2979985 h 4115518"/>
              <a:gd name="connsiteX2762" fmla="*/ 1565053 w 6282234"/>
              <a:gd name="connsiteY2762" fmla="*/ 2972024 h 4115518"/>
              <a:gd name="connsiteX2763" fmla="*/ 1567660 w 6282234"/>
              <a:gd name="connsiteY2763" fmla="*/ 2959750 h 4115518"/>
              <a:gd name="connsiteX2764" fmla="*/ 1571568 w 6282234"/>
              <a:gd name="connsiteY2764" fmla="*/ 2938187 h 4115518"/>
              <a:gd name="connsiteX2765" fmla="*/ 1581991 w 6282234"/>
              <a:gd name="connsiteY2765" fmla="*/ 2928898 h 4115518"/>
              <a:gd name="connsiteX2766" fmla="*/ 1579386 w 6282234"/>
              <a:gd name="connsiteY2766" fmla="*/ 2916624 h 4115518"/>
              <a:gd name="connsiteX2767" fmla="*/ 1600558 w 6282234"/>
              <a:gd name="connsiteY2767" fmla="*/ 2908663 h 4115518"/>
              <a:gd name="connsiteX2768" fmla="*/ 1603164 w 6282234"/>
              <a:gd name="connsiteY2768" fmla="*/ 2907336 h 4115518"/>
              <a:gd name="connsiteX2769" fmla="*/ 1600558 w 6282234"/>
              <a:gd name="connsiteY2769" fmla="*/ 2899042 h 4115518"/>
              <a:gd name="connsiteX2770" fmla="*/ 1606095 w 6282234"/>
              <a:gd name="connsiteY2770" fmla="*/ 2887099 h 4115518"/>
              <a:gd name="connsiteX2771" fmla="*/ 1619125 w 6282234"/>
              <a:gd name="connsiteY2771" fmla="*/ 2883119 h 4115518"/>
              <a:gd name="connsiteX2772" fmla="*/ 1631176 w 6282234"/>
              <a:gd name="connsiteY2772" fmla="*/ 2865537 h 4115518"/>
              <a:gd name="connsiteX2773" fmla="*/ 1627268 w 6282234"/>
              <a:gd name="connsiteY2773" fmla="*/ 2860229 h 4115518"/>
              <a:gd name="connsiteX2774" fmla="*/ 1627268 w 6282234"/>
              <a:gd name="connsiteY2774" fmla="*/ 2850609 h 4115518"/>
              <a:gd name="connsiteX2775" fmla="*/ 1624337 w 6282234"/>
              <a:gd name="connsiteY2775" fmla="*/ 2822411 h 4115518"/>
              <a:gd name="connsiteX2776" fmla="*/ 1627268 w 6282234"/>
              <a:gd name="connsiteY2776" fmla="*/ 2814117 h 4115518"/>
              <a:gd name="connsiteX2777" fmla="*/ 1617822 w 6282234"/>
              <a:gd name="connsiteY2777" fmla="*/ 2802175 h 4115518"/>
              <a:gd name="connsiteX2778" fmla="*/ 1612610 w 6282234"/>
              <a:gd name="connsiteY2778" fmla="*/ 2798195 h 4115518"/>
              <a:gd name="connsiteX2779" fmla="*/ 1607398 w 6282234"/>
              <a:gd name="connsiteY2779" fmla="*/ 2787247 h 4115518"/>
              <a:gd name="connsiteX2780" fmla="*/ 1610004 w 6282234"/>
              <a:gd name="connsiteY2780" fmla="*/ 2787247 h 4115518"/>
              <a:gd name="connsiteX2781" fmla="*/ 1612610 w 6282234"/>
              <a:gd name="connsiteY2781" fmla="*/ 2783267 h 4115518"/>
              <a:gd name="connsiteX2782" fmla="*/ 1607398 w 6282234"/>
              <a:gd name="connsiteY2782" fmla="*/ 2780612 h 4115518"/>
              <a:gd name="connsiteX2783" fmla="*/ 1607398 w 6282234"/>
              <a:gd name="connsiteY2783" fmla="*/ 2777958 h 4115518"/>
              <a:gd name="connsiteX2784" fmla="*/ 1600558 w 6282234"/>
              <a:gd name="connsiteY2784" fmla="*/ 2773978 h 4115518"/>
              <a:gd name="connsiteX2785" fmla="*/ 1595346 w 6282234"/>
              <a:gd name="connsiteY2785" fmla="*/ 2770992 h 4115518"/>
              <a:gd name="connsiteX2786" fmla="*/ 1591438 w 6282234"/>
              <a:gd name="connsiteY2786" fmla="*/ 2770992 h 4115518"/>
              <a:gd name="connsiteX2787" fmla="*/ 1586226 w 6282234"/>
              <a:gd name="connsiteY2787" fmla="*/ 2775305 h 4115518"/>
              <a:gd name="connsiteX2788" fmla="*/ 1583621 w 6282234"/>
              <a:gd name="connsiteY2788" fmla="*/ 2777958 h 4115518"/>
              <a:gd name="connsiteX2789" fmla="*/ 1576780 w 6282234"/>
              <a:gd name="connsiteY2789" fmla="*/ 2783267 h 4115518"/>
              <a:gd name="connsiteX2790" fmla="*/ 1574174 w 6282234"/>
              <a:gd name="connsiteY2790" fmla="*/ 2783267 h 4115518"/>
              <a:gd name="connsiteX2791" fmla="*/ 1571568 w 6282234"/>
              <a:gd name="connsiteY2791" fmla="*/ 2787247 h 4115518"/>
              <a:gd name="connsiteX2792" fmla="*/ 1579386 w 6282234"/>
              <a:gd name="connsiteY2792" fmla="*/ 2795540 h 4115518"/>
              <a:gd name="connsiteX2793" fmla="*/ 1574174 w 6282234"/>
              <a:gd name="connsiteY2793" fmla="*/ 2802175 h 4115518"/>
              <a:gd name="connsiteX2794" fmla="*/ 1565053 w 6282234"/>
              <a:gd name="connsiteY2794" fmla="*/ 2802175 h 4115518"/>
              <a:gd name="connsiteX2795" fmla="*/ 1565053 w 6282234"/>
              <a:gd name="connsiteY2795" fmla="*/ 2798195 h 4115518"/>
              <a:gd name="connsiteX2796" fmla="*/ 1553002 w 6282234"/>
              <a:gd name="connsiteY2796" fmla="*/ 2792555 h 4115518"/>
              <a:gd name="connsiteX2797" fmla="*/ 1550396 w 6282234"/>
              <a:gd name="connsiteY2797" fmla="*/ 2785920 h 4115518"/>
              <a:gd name="connsiteX2798" fmla="*/ 1543882 w 6282234"/>
              <a:gd name="connsiteY2798" fmla="*/ 2785920 h 4115518"/>
              <a:gd name="connsiteX2799" fmla="*/ 1541275 w 6282234"/>
              <a:gd name="connsiteY2799" fmla="*/ 2783267 h 4115518"/>
              <a:gd name="connsiteX2800" fmla="*/ 1531829 w 6282234"/>
              <a:gd name="connsiteY2800" fmla="*/ 2783267 h 4115518"/>
              <a:gd name="connsiteX2801" fmla="*/ 1531829 w 6282234"/>
              <a:gd name="connsiteY2801" fmla="*/ 2787247 h 4115518"/>
              <a:gd name="connsiteX2802" fmla="*/ 1529224 w 6282234"/>
              <a:gd name="connsiteY2802" fmla="*/ 2785920 h 4115518"/>
              <a:gd name="connsiteX2803" fmla="*/ 1520104 w 6282234"/>
              <a:gd name="connsiteY2803" fmla="*/ 2780612 h 4115518"/>
              <a:gd name="connsiteX2804" fmla="*/ 1517171 w 6282234"/>
              <a:gd name="connsiteY2804" fmla="*/ 2777958 h 4115518"/>
              <a:gd name="connsiteX2805" fmla="*/ 1520104 w 6282234"/>
              <a:gd name="connsiteY2805" fmla="*/ 2773978 h 4115518"/>
              <a:gd name="connsiteX2806" fmla="*/ 1517171 w 6282234"/>
              <a:gd name="connsiteY2806" fmla="*/ 2770992 h 4115518"/>
              <a:gd name="connsiteX2807" fmla="*/ 1511960 w 6282234"/>
              <a:gd name="connsiteY2807" fmla="*/ 2765685 h 4115518"/>
              <a:gd name="connsiteX2808" fmla="*/ 1508051 w 6282234"/>
              <a:gd name="connsiteY2808" fmla="*/ 2763030 h 4115518"/>
              <a:gd name="connsiteX2809" fmla="*/ 1500234 w 6282234"/>
              <a:gd name="connsiteY2809" fmla="*/ 2761703 h 4115518"/>
              <a:gd name="connsiteX2810" fmla="*/ 1498931 w 6282234"/>
              <a:gd name="connsiteY2810" fmla="*/ 2753742 h 4115518"/>
              <a:gd name="connsiteX2811" fmla="*/ 1493393 w 6282234"/>
              <a:gd name="connsiteY2811" fmla="*/ 2751088 h 4115518"/>
              <a:gd name="connsiteX2812" fmla="*/ 1490788 w 6282234"/>
              <a:gd name="connsiteY2812" fmla="*/ 2753742 h 4115518"/>
              <a:gd name="connsiteX2813" fmla="*/ 1496000 w 6282234"/>
              <a:gd name="connsiteY2813" fmla="*/ 2756395 h 4115518"/>
              <a:gd name="connsiteX2814" fmla="*/ 1496000 w 6282234"/>
              <a:gd name="connsiteY2814" fmla="*/ 2759050 h 4115518"/>
              <a:gd name="connsiteX2815" fmla="*/ 1490788 w 6282234"/>
              <a:gd name="connsiteY2815" fmla="*/ 2761703 h 4115518"/>
              <a:gd name="connsiteX2816" fmla="*/ 1488182 w 6282234"/>
              <a:gd name="connsiteY2816" fmla="*/ 2756395 h 4115518"/>
              <a:gd name="connsiteX2817" fmla="*/ 1484273 w 6282234"/>
              <a:gd name="connsiteY2817" fmla="*/ 2753742 h 4115518"/>
              <a:gd name="connsiteX2818" fmla="*/ 1481668 w 6282234"/>
              <a:gd name="connsiteY2818" fmla="*/ 2751088 h 4115518"/>
              <a:gd name="connsiteX2819" fmla="*/ 1479062 w 6282234"/>
              <a:gd name="connsiteY2819" fmla="*/ 2746775 h 4115518"/>
              <a:gd name="connsiteX2820" fmla="*/ 1484273 w 6282234"/>
              <a:gd name="connsiteY2820" fmla="*/ 2741468 h 4115518"/>
              <a:gd name="connsiteX2821" fmla="*/ 1481668 w 6282234"/>
              <a:gd name="connsiteY2821" fmla="*/ 2734833 h 4115518"/>
              <a:gd name="connsiteX2822" fmla="*/ 1479062 w 6282234"/>
              <a:gd name="connsiteY2822" fmla="*/ 2729525 h 4115518"/>
              <a:gd name="connsiteX2823" fmla="*/ 1467010 w 6282234"/>
              <a:gd name="connsiteY2823" fmla="*/ 2722558 h 4115518"/>
              <a:gd name="connsiteX2824" fmla="*/ 1463101 w 6282234"/>
              <a:gd name="connsiteY2824" fmla="*/ 2713270 h 4115518"/>
              <a:gd name="connsiteX2825" fmla="*/ 1460495 w 6282234"/>
              <a:gd name="connsiteY2825" fmla="*/ 2710616 h 4115518"/>
              <a:gd name="connsiteX2826" fmla="*/ 1448443 w 6282234"/>
              <a:gd name="connsiteY2826" fmla="*/ 2700996 h 4115518"/>
              <a:gd name="connsiteX2827" fmla="*/ 1448443 w 6282234"/>
              <a:gd name="connsiteY2827" fmla="*/ 2698341 h 4115518"/>
              <a:gd name="connsiteX2828" fmla="*/ 1454958 w 6282234"/>
              <a:gd name="connsiteY2828" fmla="*/ 2698341 h 4115518"/>
              <a:gd name="connsiteX2829" fmla="*/ 1448443 w 6282234"/>
              <a:gd name="connsiteY2829" fmla="*/ 2693034 h 4115518"/>
              <a:gd name="connsiteX2830" fmla="*/ 1445838 w 6282234"/>
              <a:gd name="connsiteY2830" fmla="*/ 2690381 h 4115518"/>
              <a:gd name="connsiteX2831" fmla="*/ 1443231 w 6282234"/>
              <a:gd name="connsiteY2831" fmla="*/ 2695688 h 4115518"/>
              <a:gd name="connsiteX2832" fmla="*/ 1428574 w 6282234"/>
              <a:gd name="connsiteY2832" fmla="*/ 2695688 h 4115518"/>
              <a:gd name="connsiteX2833" fmla="*/ 1419453 w 6282234"/>
              <a:gd name="connsiteY2833" fmla="*/ 2690381 h 4115518"/>
              <a:gd name="connsiteX2834" fmla="*/ 1410007 w 6282234"/>
              <a:gd name="connsiteY2834" fmla="*/ 2689053 h 4115518"/>
              <a:gd name="connsiteX2835" fmla="*/ 1404796 w 6282234"/>
              <a:gd name="connsiteY2835" fmla="*/ 2686399 h 4115518"/>
              <a:gd name="connsiteX2836" fmla="*/ 1395675 w 6282234"/>
              <a:gd name="connsiteY2836" fmla="*/ 2680759 h 4115518"/>
              <a:gd name="connsiteX2837" fmla="*/ 1388836 w 6282234"/>
              <a:gd name="connsiteY2837" fmla="*/ 2683414 h 4115518"/>
              <a:gd name="connsiteX2838" fmla="*/ 1383624 w 6282234"/>
              <a:gd name="connsiteY2838" fmla="*/ 2680759 h 4115518"/>
              <a:gd name="connsiteX2839" fmla="*/ 1377109 w 6282234"/>
              <a:gd name="connsiteY2839" fmla="*/ 2676779 h 4115518"/>
              <a:gd name="connsiteX2840" fmla="*/ 1367663 w 6282234"/>
              <a:gd name="connsiteY2840" fmla="*/ 2671471 h 4115518"/>
              <a:gd name="connsiteX2841" fmla="*/ 1350400 w 6282234"/>
              <a:gd name="connsiteY2841" fmla="*/ 2653889 h 4115518"/>
              <a:gd name="connsiteX2842" fmla="*/ 1341279 w 6282234"/>
              <a:gd name="connsiteY2842" fmla="*/ 2644601 h 4115518"/>
              <a:gd name="connsiteX2843" fmla="*/ 1338673 w 6282234"/>
              <a:gd name="connsiteY2843" fmla="*/ 2641615 h 4115518"/>
              <a:gd name="connsiteX2844" fmla="*/ 1333462 w 6282234"/>
              <a:gd name="connsiteY2844" fmla="*/ 2640287 h 4115518"/>
              <a:gd name="connsiteX2845" fmla="*/ 1326622 w 6282234"/>
              <a:gd name="connsiteY2845" fmla="*/ 2640287 h 4115518"/>
              <a:gd name="connsiteX2846" fmla="*/ 1321410 w 6282234"/>
              <a:gd name="connsiteY2846" fmla="*/ 2634980 h 4115518"/>
              <a:gd name="connsiteX2847" fmla="*/ 1312289 w 6282234"/>
              <a:gd name="connsiteY2847" fmla="*/ 2644601 h 4115518"/>
              <a:gd name="connsiteX2848" fmla="*/ 1308055 w 6282234"/>
              <a:gd name="connsiteY2848" fmla="*/ 2647254 h 4115518"/>
              <a:gd name="connsiteX2849" fmla="*/ 1300238 w 6282234"/>
              <a:gd name="connsiteY2849" fmla="*/ 2649909 h 4115518"/>
              <a:gd name="connsiteX2850" fmla="*/ 1296329 w 6282234"/>
              <a:gd name="connsiteY2850" fmla="*/ 2649909 h 4115518"/>
              <a:gd name="connsiteX2851" fmla="*/ 1288185 w 6282234"/>
              <a:gd name="connsiteY2851" fmla="*/ 2649909 h 4115518"/>
              <a:gd name="connsiteX2852" fmla="*/ 1284277 w 6282234"/>
              <a:gd name="connsiteY2852" fmla="*/ 2647254 h 4115518"/>
              <a:gd name="connsiteX2853" fmla="*/ 1272550 w 6282234"/>
              <a:gd name="connsiteY2853" fmla="*/ 2644601 h 4115518"/>
              <a:gd name="connsiteX2854" fmla="*/ 1267014 w 6282234"/>
              <a:gd name="connsiteY2854" fmla="*/ 2640287 h 4115518"/>
              <a:gd name="connsiteX2855" fmla="*/ 1257893 w 6282234"/>
              <a:gd name="connsiteY2855" fmla="*/ 2637634 h 4115518"/>
              <a:gd name="connsiteX2856" fmla="*/ 1255287 w 6282234"/>
              <a:gd name="connsiteY2856" fmla="*/ 2634980 h 4115518"/>
              <a:gd name="connsiteX2857" fmla="*/ 1238024 w 6282234"/>
              <a:gd name="connsiteY2857" fmla="*/ 2629672 h 4115518"/>
              <a:gd name="connsiteX2858" fmla="*/ 1236721 w 6282234"/>
              <a:gd name="connsiteY2858" fmla="*/ 2628345 h 4115518"/>
              <a:gd name="connsiteX2859" fmla="*/ 1214246 w 6282234"/>
              <a:gd name="connsiteY2859" fmla="*/ 2620052 h 4115518"/>
              <a:gd name="connsiteX2860" fmla="*/ 1205125 w 6282234"/>
              <a:gd name="connsiteY2860" fmla="*/ 2613417 h 4115518"/>
              <a:gd name="connsiteX2861" fmla="*/ 1200890 w 6282234"/>
              <a:gd name="connsiteY2861" fmla="*/ 2608110 h 4115518"/>
              <a:gd name="connsiteX2862" fmla="*/ 1195679 w 6282234"/>
              <a:gd name="connsiteY2862" fmla="*/ 2608110 h 4115518"/>
              <a:gd name="connsiteX2863" fmla="*/ 1186559 w 6282234"/>
              <a:gd name="connsiteY2863" fmla="*/ 2605455 h 4115518"/>
              <a:gd name="connsiteX2864" fmla="*/ 1171901 w 6282234"/>
              <a:gd name="connsiteY2864" fmla="*/ 2601475 h 4115518"/>
              <a:gd name="connsiteX2865" fmla="*/ 1169296 w 6282234"/>
              <a:gd name="connsiteY2865" fmla="*/ 2593182 h 4115518"/>
              <a:gd name="connsiteX2866" fmla="*/ 1157243 w 6282234"/>
              <a:gd name="connsiteY2866" fmla="*/ 2586547 h 4115518"/>
              <a:gd name="connsiteX2867" fmla="*/ 1153335 w 6282234"/>
              <a:gd name="connsiteY2867" fmla="*/ 2583893 h 4115518"/>
              <a:gd name="connsiteX2868" fmla="*/ 1145518 w 6282234"/>
              <a:gd name="connsiteY2868" fmla="*/ 2581239 h 4115518"/>
              <a:gd name="connsiteX2869" fmla="*/ 1136071 w 6282234"/>
              <a:gd name="connsiteY2869" fmla="*/ 2568965 h 4115518"/>
              <a:gd name="connsiteX2870" fmla="*/ 1133465 w 6282234"/>
              <a:gd name="connsiteY2870" fmla="*/ 2562330 h 4115518"/>
              <a:gd name="connsiteX2871" fmla="*/ 1141283 w 6282234"/>
              <a:gd name="connsiteY2871" fmla="*/ 2559676 h 4115518"/>
              <a:gd name="connsiteX2872" fmla="*/ 1141283 w 6282234"/>
              <a:gd name="connsiteY2872" fmla="*/ 2555363 h 4115518"/>
              <a:gd name="connsiteX2873" fmla="*/ 1136071 w 6282234"/>
              <a:gd name="connsiteY2873" fmla="*/ 2555363 h 4115518"/>
              <a:gd name="connsiteX2874" fmla="*/ 1142911 w 6282234"/>
              <a:gd name="connsiteY2874" fmla="*/ 2547402 h 4115518"/>
              <a:gd name="connsiteX2875" fmla="*/ 1142911 w 6282234"/>
              <a:gd name="connsiteY2875" fmla="*/ 2543421 h 4115518"/>
              <a:gd name="connsiteX2876" fmla="*/ 1138677 w 6282234"/>
              <a:gd name="connsiteY2876" fmla="*/ 2538113 h 4115518"/>
              <a:gd name="connsiteX2877" fmla="*/ 1136071 w 6282234"/>
              <a:gd name="connsiteY2877" fmla="*/ 2532473 h 4115518"/>
              <a:gd name="connsiteX2878" fmla="*/ 1136071 w 6282234"/>
              <a:gd name="connsiteY2878" fmla="*/ 2525839 h 4115518"/>
              <a:gd name="connsiteX2879" fmla="*/ 1130860 w 6282234"/>
              <a:gd name="connsiteY2879" fmla="*/ 2519204 h 4115518"/>
              <a:gd name="connsiteX2880" fmla="*/ 1121739 w 6282234"/>
              <a:gd name="connsiteY2880" fmla="*/ 2508257 h 4115518"/>
              <a:gd name="connsiteX2881" fmla="*/ 1114899 w 6282234"/>
              <a:gd name="connsiteY2881" fmla="*/ 2498968 h 4115518"/>
              <a:gd name="connsiteX2882" fmla="*/ 1109687 w 6282234"/>
              <a:gd name="connsiteY2882" fmla="*/ 2494988 h 4115518"/>
              <a:gd name="connsiteX2883" fmla="*/ 1103172 w 6282234"/>
              <a:gd name="connsiteY2883" fmla="*/ 2486694 h 4115518"/>
              <a:gd name="connsiteX2884" fmla="*/ 1097636 w 6282234"/>
              <a:gd name="connsiteY2884" fmla="*/ 2482713 h 4115518"/>
              <a:gd name="connsiteX2885" fmla="*/ 1093726 w 6282234"/>
              <a:gd name="connsiteY2885" fmla="*/ 2480059 h 4115518"/>
              <a:gd name="connsiteX2886" fmla="*/ 1088515 w 6282234"/>
              <a:gd name="connsiteY2886" fmla="*/ 2470439 h 4115518"/>
              <a:gd name="connsiteX2887" fmla="*/ 1081349 w 6282234"/>
              <a:gd name="connsiteY2887" fmla="*/ 2465131 h 4115518"/>
              <a:gd name="connsiteX2888" fmla="*/ 1076789 w 6282234"/>
              <a:gd name="connsiteY2888" fmla="*/ 2465131 h 4115518"/>
              <a:gd name="connsiteX2889" fmla="*/ 1069622 w 6282234"/>
              <a:gd name="connsiteY2889" fmla="*/ 2458497 h 4115518"/>
              <a:gd name="connsiteX2890" fmla="*/ 1069622 w 6282234"/>
              <a:gd name="connsiteY2890" fmla="*/ 2453189 h 4115518"/>
              <a:gd name="connsiteX2891" fmla="*/ 1074183 w 6282234"/>
              <a:gd name="connsiteY2891" fmla="*/ 2446222 h 4115518"/>
              <a:gd name="connsiteX2892" fmla="*/ 1069622 w 6282234"/>
              <a:gd name="connsiteY2892" fmla="*/ 2440914 h 4115518"/>
              <a:gd name="connsiteX2893" fmla="*/ 1062456 w 6282234"/>
              <a:gd name="connsiteY2893" fmla="*/ 2438261 h 4115518"/>
              <a:gd name="connsiteX2894" fmla="*/ 1060177 w 6282234"/>
              <a:gd name="connsiteY2894" fmla="*/ 2434280 h 4115518"/>
              <a:gd name="connsiteX2895" fmla="*/ 1053010 w 6282234"/>
              <a:gd name="connsiteY2895" fmla="*/ 2431626 h 4115518"/>
              <a:gd name="connsiteX2896" fmla="*/ 1050405 w 6282234"/>
              <a:gd name="connsiteY2896" fmla="*/ 2425987 h 4115518"/>
              <a:gd name="connsiteX2897" fmla="*/ 1048125 w 6282234"/>
              <a:gd name="connsiteY2897" fmla="*/ 2422005 h 4115518"/>
              <a:gd name="connsiteX2898" fmla="*/ 1040959 w 6282234"/>
              <a:gd name="connsiteY2898" fmla="*/ 2416698 h 4115518"/>
              <a:gd name="connsiteX2899" fmla="*/ 1033793 w 6282234"/>
              <a:gd name="connsiteY2899" fmla="*/ 2407077 h 4115518"/>
              <a:gd name="connsiteX2900" fmla="*/ 1029232 w 6282234"/>
              <a:gd name="connsiteY2900" fmla="*/ 2404424 h 4115518"/>
              <a:gd name="connsiteX2901" fmla="*/ 1026627 w 6282234"/>
              <a:gd name="connsiteY2901" fmla="*/ 2397789 h 4115518"/>
              <a:gd name="connsiteX2902" fmla="*/ 1022066 w 6282234"/>
              <a:gd name="connsiteY2902" fmla="*/ 2395135 h 4115518"/>
              <a:gd name="connsiteX2903" fmla="*/ 1022066 w 6282234"/>
              <a:gd name="connsiteY2903" fmla="*/ 2392482 h 4115518"/>
              <a:gd name="connsiteX2904" fmla="*/ 1022066 w 6282234"/>
              <a:gd name="connsiteY2904" fmla="*/ 2389827 h 4115518"/>
              <a:gd name="connsiteX2905" fmla="*/ 1014901 w 6282234"/>
              <a:gd name="connsiteY2905" fmla="*/ 2380207 h 4115518"/>
              <a:gd name="connsiteX2906" fmla="*/ 1012295 w 6282234"/>
              <a:gd name="connsiteY2906" fmla="*/ 2374899 h 4115518"/>
              <a:gd name="connsiteX2907" fmla="*/ 1012295 w 6282234"/>
              <a:gd name="connsiteY2907" fmla="*/ 2370918 h 4115518"/>
              <a:gd name="connsiteX2908" fmla="*/ 1005128 w 6282234"/>
              <a:gd name="connsiteY2908" fmla="*/ 2358645 h 4115518"/>
              <a:gd name="connsiteX2909" fmla="*/ 1005128 w 6282234"/>
              <a:gd name="connsiteY2909" fmla="*/ 2349355 h 4115518"/>
              <a:gd name="connsiteX2910" fmla="*/ 995682 w 6282234"/>
              <a:gd name="connsiteY2910" fmla="*/ 2346701 h 4115518"/>
              <a:gd name="connsiteX2911" fmla="*/ 995682 w 6282234"/>
              <a:gd name="connsiteY2911" fmla="*/ 2341062 h 4115518"/>
              <a:gd name="connsiteX2912" fmla="*/ 986237 w 6282234"/>
              <a:gd name="connsiteY2912" fmla="*/ 2341062 h 4115518"/>
              <a:gd name="connsiteX2913" fmla="*/ 979070 w 6282234"/>
              <a:gd name="connsiteY2913" fmla="*/ 2337081 h 4115518"/>
              <a:gd name="connsiteX2914" fmla="*/ 976791 w 6282234"/>
              <a:gd name="connsiteY2914" fmla="*/ 2337081 h 4115518"/>
              <a:gd name="connsiteX2915" fmla="*/ 974185 w 6282234"/>
              <a:gd name="connsiteY2915" fmla="*/ 2352010 h 4115518"/>
              <a:gd name="connsiteX2916" fmla="*/ 976791 w 6282234"/>
              <a:gd name="connsiteY2916" fmla="*/ 2353336 h 4115518"/>
              <a:gd name="connsiteX2917" fmla="*/ 979070 w 6282234"/>
              <a:gd name="connsiteY2917" fmla="*/ 2362625 h 4115518"/>
              <a:gd name="connsiteX2918" fmla="*/ 979070 w 6282234"/>
              <a:gd name="connsiteY2918" fmla="*/ 2370918 h 4115518"/>
              <a:gd name="connsiteX2919" fmla="*/ 983957 w 6282234"/>
              <a:gd name="connsiteY2919" fmla="*/ 2377553 h 4115518"/>
              <a:gd name="connsiteX2920" fmla="*/ 986237 w 6282234"/>
              <a:gd name="connsiteY2920" fmla="*/ 2377553 h 4115518"/>
              <a:gd name="connsiteX2921" fmla="*/ 993403 w 6282234"/>
              <a:gd name="connsiteY2921" fmla="*/ 2385515 h 4115518"/>
              <a:gd name="connsiteX2922" fmla="*/ 997962 w 6282234"/>
              <a:gd name="connsiteY2922" fmla="*/ 2392482 h 4115518"/>
              <a:gd name="connsiteX2923" fmla="*/ 1005128 w 6282234"/>
              <a:gd name="connsiteY2923" fmla="*/ 2399115 h 4115518"/>
              <a:gd name="connsiteX2924" fmla="*/ 1005128 w 6282234"/>
              <a:gd name="connsiteY2924" fmla="*/ 2404424 h 4115518"/>
              <a:gd name="connsiteX2925" fmla="*/ 1010015 w 6282234"/>
              <a:gd name="connsiteY2925" fmla="*/ 2407077 h 4115518"/>
              <a:gd name="connsiteX2926" fmla="*/ 1012295 w 6282234"/>
              <a:gd name="connsiteY2926" fmla="*/ 2414044 h 4115518"/>
              <a:gd name="connsiteX2927" fmla="*/ 1012295 w 6282234"/>
              <a:gd name="connsiteY2927" fmla="*/ 2416698 h 4115518"/>
              <a:gd name="connsiteX2928" fmla="*/ 1014901 w 6282234"/>
              <a:gd name="connsiteY2928" fmla="*/ 2422005 h 4115518"/>
              <a:gd name="connsiteX2929" fmla="*/ 1019461 w 6282234"/>
              <a:gd name="connsiteY2929" fmla="*/ 2423332 h 4115518"/>
              <a:gd name="connsiteX2930" fmla="*/ 1022066 w 6282234"/>
              <a:gd name="connsiteY2930" fmla="*/ 2428640 h 4115518"/>
              <a:gd name="connsiteX2931" fmla="*/ 1026627 w 6282234"/>
              <a:gd name="connsiteY2931" fmla="*/ 2438261 h 4115518"/>
              <a:gd name="connsiteX2932" fmla="*/ 1031513 w 6282234"/>
              <a:gd name="connsiteY2932" fmla="*/ 2440914 h 4115518"/>
              <a:gd name="connsiteX2933" fmla="*/ 1036073 w 6282234"/>
              <a:gd name="connsiteY2933" fmla="*/ 2447549 h 4115518"/>
              <a:gd name="connsiteX2934" fmla="*/ 1036073 w 6282234"/>
              <a:gd name="connsiteY2934" fmla="*/ 2455842 h 4115518"/>
              <a:gd name="connsiteX2935" fmla="*/ 1048125 w 6282234"/>
              <a:gd name="connsiteY2935" fmla="*/ 2477406 h 4115518"/>
              <a:gd name="connsiteX2936" fmla="*/ 1048125 w 6282234"/>
              <a:gd name="connsiteY2936" fmla="*/ 2484041 h 4115518"/>
              <a:gd name="connsiteX2937" fmla="*/ 1053010 w 6282234"/>
              <a:gd name="connsiteY2937" fmla="*/ 2489348 h 4115518"/>
              <a:gd name="connsiteX2938" fmla="*/ 1055290 w 6282234"/>
              <a:gd name="connsiteY2938" fmla="*/ 2486694 h 4115518"/>
              <a:gd name="connsiteX2939" fmla="*/ 1062456 w 6282234"/>
              <a:gd name="connsiteY2939" fmla="*/ 2492002 h 4115518"/>
              <a:gd name="connsiteX2940" fmla="*/ 1064737 w 6282234"/>
              <a:gd name="connsiteY2940" fmla="*/ 2498968 h 4115518"/>
              <a:gd name="connsiteX2941" fmla="*/ 1069622 w 6282234"/>
              <a:gd name="connsiteY2941" fmla="*/ 2504276 h 4115518"/>
              <a:gd name="connsiteX2942" fmla="*/ 1069622 w 6282234"/>
              <a:gd name="connsiteY2942" fmla="*/ 2508257 h 4115518"/>
              <a:gd name="connsiteX2943" fmla="*/ 1062456 w 6282234"/>
              <a:gd name="connsiteY2943" fmla="*/ 2513565 h 4115518"/>
              <a:gd name="connsiteX2944" fmla="*/ 1057571 w 6282234"/>
              <a:gd name="connsiteY2944" fmla="*/ 2513565 h 4115518"/>
              <a:gd name="connsiteX2945" fmla="*/ 1057571 w 6282234"/>
              <a:gd name="connsiteY2945" fmla="*/ 2506930 h 4115518"/>
              <a:gd name="connsiteX2946" fmla="*/ 1055290 w 6282234"/>
              <a:gd name="connsiteY2946" fmla="*/ 2501623 h 4115518"/>
              <a:gd name="connsiteX2947" fmla="*/ 1048125 w 6282234"/>
              <a:gd name="connsiteY2947" fmla="*/ 2498968 h 4115518"/>
              <a:gd name="connsiteX2948" fmla="*/ 1040959 w 6282234"/>
              <a:gd name="connsiteY2948" fmla="*/ 2492002 h 4115518"/>
              <a:gd name="connsiteX2949" fmla="*/ 1033793 w 6282234"/>
              <a:gd name="connsiteY2949" fmla="*/ 2486694 h 4115518"/>
              <a:gd name="connsiteX2950" fmla="*/ 1026627 w 6282234"/>
              <a:gd name="connsiteY2950" fmla="*/ 2480059 h 4115518"/>
              <a:gd name="connsiteX2951" fmla="*/ 1024347 w 6282234"/>
              <a:gd name="connsiteY2951" fmla="*/ 2477406 h 4115518"/>
              <a:gd name="connsiteX2952" fmla="*/ 1022066 w 6282234"/>
              <a:gd name="connsiteY2952" fmla="*/ 2474752 h 4115518"/>
              <a:gd name="connsiteX2953" fmla="*/ 1024347 w 6282234"/>
              <a:gd name="connsiteY2953" fmla="*/ 2467786 h 4115518"/>
              <a:gd name="connsiteX2954" fmla="*/ 1022066 w 6282234"/>
              <a:gd name="connsiteY2954" fmla="*/ 2459824 h 4115518"/>
              <a:gd name="connsiteX2955" fmla="*/ 1019461 w 6282234"/>
              <a:gd name="connsiteY2955" fmla="*/ 2450204 h 4115518"/>
              <a:gd name="connsiteX2956" fmla="*/ 1012295 w 6282234"/>
              <a:gd name="connsiteY2956" fmla="*/ 2447549 h 4115518"/>
              <a:gd name="connsiteX2957" fmla="*/ 1002849 w 6282234"/>
              <a:gd name="connsiteY2957" fmla="*/ 2438261 h 4115518"/>
              <a:gd name="connsiteX2958" fmla="*/ 997962 w 6282234"/>
              <a:gd name="connsiteY2958" fmla="*/ 2438261 h 4115518"/>
              <a:gd name="connsiteX2959" fmla="*/ 993403 w 6282234"/>
              <a:gd name="connsiteY2959" fmla="*/ 2434280 h 4115518"/>
              <a:gd name="connsiteX2960" fmla="*/ 981350 w 6282234"/>
              <a:gd name="connsiteY2960" fmla="*/ 2428640 h 4115518"/>
              <a:gd name="connsiteX2961" fmla="*/ 981350 w 6282234"/>
              <a:gd name="connsiteY2961" fmla="*/ 2425987 h 4115518"/>
              <a:gd name="connsiteX2962" fmla="*/ 974185 w 6282234"/>
              <a:gd name="connsiteY2962" fmla="*/ 2422005 h 4115518"/>
              <a:gd name="connsiteX2963" fmla="*/ 983957 w 6282234"/>
              <a:gd name="connsiteY2963" fmla="*/ 2416698 h 4115518"/>
              <a:gd name="connsiteX2964" fmla="*/ 988516 w 6282234"/>
              <a:gd name="connsiteY2964" fmla="*/ 2414044 h 4115518"/>
              <a:gd name="connsiteX2965" fmla="*/ 988516 w 6282234"/>
              <a:gd name="connsiteY2965" fmla="*/ 2404424 h 4115518"/>
              <a:gd name="connsiteX2966" fmla="*/ 974185 w 6282234"/>
              <a:gd name="connsiteY2966" fmla="*/ 2387173 h 4115518"/>
              <a:gd name="connsiteX2967" fmla="*/ 969625 w 6282234"/>
              <a:gd name="connsiteY2967" fmla="*/ 2385515 h 4115518"/>
              <a:gd name="connsiteX2968" fmla="*/ 959853 w 6282234"/>
              <a:gd name="connsiteY2968" fmla="*/ 2377553 h 4115518"/>
              <a:gd name="connsiteX2969" fmla="*/ 957572 w 6282234"/>
              <a:gd name="connsiteY2969" fmla="*/ 2365610 h 4115518"/>
              <a:gd name="connsiteX2970" fmla="*/ 955292 w 6282234"/>
              <a:gd name="connsiteY2970" fmla="*/ 2361298 h 4115518"/>
              <a:gd name="connsiteX2971" fmla="*/ 955292 w 6282234"/>
              <a:gd name="connsiteY2971" fmla="*/ 2358645 h 4115518"/>
              <a:gd name="connsiteX2972" fmla="*/ 950407 w 6282234"/>
              <a:gd name="connsiteY2972" fmla="*/ 2353336 h 4115518"/>
              <a:gd name="connsiteX2973" fmla="*/ 950407 w 6282234"/>
              <a:gd name="connsiteY2973" fmla="*/ 2349355 h 4115518"/>
              <a:gd name="connsiteX2974" fmla="*/ 943241 w 6282234"/>
              <a:gd name="connsiteY2974" fmla="*/ 2341062 h 4115518"/>
              <a:gd name="connsiteX2975" fmla="*/ 945846 w 6282234"/>
              <a:gd name="connsiteY2975" fmla="*/ 2337081 h 4115518"/>
              <a:gd name="connsiteX2976" fmla="*/ 940960 w 6282234"/>
              <a:gd name="connsiteY2976" fmla="*/ 2331773 h 4115518"/>
              <a:gd name="connsiteX2977" fmla="*/ 938680 w 6282234"/>
              <a:gd name="connsiteY2977" fmla="*/ 2327793 h 4115518"/>
              <a:gd name="connsiteX2978" fmla="*/ 936075 w 6282234"/>
              <a:gd name="connsiteY2978" fmla="*/ 2322153 h 4115518"/>
              <a:gd name="connsiteX2979" fmla="*/ 928909 w 6282234"/>
              <a:gd name="connsiteY2979" fmla="*/ 2304903 h 4115518"/>
              <a:gd name="connsiteX2980" fmla="*/ 910017 w 6282234"/>
              <a:gd name="connsiteY2980" fmla="*/ 2288648 h 4115518"/>
              <a:gd name="connsiteX2981" fmla="*/ 893405 w 6282234"/>
              <a:gd name="connsiteY2981" fmla="*/ 2280686 h 4115518"/>
              <a:gd name="connsiteX2982" fmla="*/ 879073 w 6282234"/>
              <a:gd name="connsiteY2982" fmla="*/ 2280686 h 4115518"/>
              <a:gd name="connsiteX2983" fmla="*/ 874186 w 6282234"/>
              <a:gd name="connsiteY2983" fmla="*/ 2267084 h 4115518"/>
              <a:gd name="connsiteX2984" fmla="*/ 852689 w 6282234"/>
              <a:gd name="connsiteY2984" fmla="*/ 2240214 h 4115518"/>
              <a:gd name="connsiteX2985" fmla="*/ 852689 w 6282234"/>
              <a:gd name="connsiteY2985" fmla="*/ 2225286 h 4115518"/>
              <a:gd name="connsiteX2986" fmla="*/ 843242 w 6282234"/>
              <a:gd name="connsiteY2986" fmla="*/ 2219979 h 4115518"/>
              <a:gd name="connsiteX2987" fmla="*/ 831516 w 6282234"/>
              <a:gd name="connsiteY2987" fmla="*/ 2191449 h 4115518"/>
              <a:gd name="connsiteX2988" fmla="*/ 821745 w 6282234"/>
              <a:gd name="connsiteY2988" fmla="*/ 2182160 h 4115518"/>
              <a:gd name="connsiteX2989" fmla="*/ 819464 w 6282234"/>
              <a:gd name="connsiteY2989" fmla="*/ 2159270 h 4115518"/>
              <a:gd name="connsiteX2990" fmla="*/ 810018 w 6282234"/>
              <a:gd name="connsiteY2990" fmla="*/ 2149650 h 4115518"/>
              <a:gd name="connsiteX2991" fmla="*/ 814579 w 6282234"/>
              <a:gd name="connsiteY2991" fmla="*/ 2125433 h 4115518"/>
              <a:gd name="connsiteX2992" fmla="*/ 807412 w 6282234"/>
              <a:gd name="connsiteY2992" fmla="*/ 2089274 h 4115518"/>
              <a:gd name="connsiteX2993" fmla="*/ 812299 w 6282234"/>
              <a:gd name="connsiteY2993" fmla="*/ 2067711 h 4115518"/>
              <a:gd name="connsiteX2994" fmla="*/ 817184 w 6282234"/>
              <a:gd name="connsiteY2994" fmla="*/ 2033874 h 4115518"/>
              <a:gd name="connsiteX2995" fmla="*/ 817184 w 6282234"/>
              <a:gd name="connsiteY2995" fmla="*/ 1997384 h 4115518"/>
              <a:gd name="connsiteX2996" fmla="*/ 817184 w 6282234"/>
              <a:gd name="connsiteY2996" fmla="*/ 1988095 h 4115518"/>
              <a:gd name="connsiteX2997" fmla="*/ 805133 w 6282234"/>
              <a:gd name="connsiteY2997" fmla="*/ 1958238 h 4115518"/>
              <a:gd name="connsiteX2998" fmla="*/ 814579 w 6282234"/>
              <a:gd name="connsiteY2998" fmla="*/ 1952930 h 4115518"/>
              <a:gd name="connsiteX2999" fmla="*/ 845523 w 6282234"/>
              <a:gd name="connsiteY2999" fmla="*/ 1961224 h 4115518"/>
              <a:gd name="connsiteX3000" fmla="*/ 843242 w 6282234"/>
              <a:gd name="connsiteY3000" fmla="*/ 1939661 h 4115518"/>
              <a:gd name="connsiteX3001" fmla="*/ 838357 w 6282234"/>
              <a:gd name="connsiteY3001" fmla="*/ 1934022 h 4115518"/>
              <a:gd name="connsiteX3002" fmla="*/ 828911 w 6282234"/>
              <a:gd name="connsiteY3002" fmla="*/ 1928714 h 4115518"/>
              <a:gd name="connsiteX3003" fmla="*/ 802852 w 6282234"/>
              <a:gd name="connsiteY3003" fmla="*/ 1907151 h 4115518"/>
              <a:gd name="connsiteX3004" fmla="*/ 805133 w 6282234"/>
              <a:gd name="connsiteY3004" fmla="*/ 1900516 h 4115518"/>
              <a:gd name="connsiteX3005" fmla="*/ 793406 w 6282234"/>
              <a:gd name="connsiteY3005" fmla="*/ 1892223 h 4115518"/>
              <a:gd name="connsiteX3006" fmla="*/ 779074 w 6282234"/>
              <a:gd name="connsiteY3006" fmla="*/ 1892223 h 4115518"/>
              <a:gd name="connsiteX3007" fmla="*/ 779074 w 6282234"/>
              <a:gd name="connsiteY3007" fmla="*/ 1880281 h 4115518"/>
              <a:gd name="connsiteX3008" fmla="*/ 764742 w 6282234"/>
              <a:gd name="connsiteY3008" fmla="*/ 1882934 h 4115518"/>
              <a:gd name="connsiteX3009" fmla="*/ 750410 w 6282234"/>
              <a:gd name="connsiteY3009" fmla="*/ 1873646 h 4115518"/>
              <a:gd name="connsiteX3010" fmla="*/ 748130 w 6282234"/>
              <a:gd name="connsiteY3010" fmla="*/ 1843789 h 4115518"/>
              <a:gd name="connsiteX3011" fmla="*/ 728912 w 6282234"/>
              <a:gd name="connsiteY3011" fmla="*/ 1803318 h 4115518"/>
              <a:gd name="connsiteX3012" fmla="*/ 721746 w 6282234"/>
              <a:gd name="connsiteY3012" fmla="*/ 1807299 h 4115518"/>
              <a:gd name="connsiteX3013" fmla="*/ 710020 w 6282234"/>
              <a:gd name="connsiteY3013" fmla="*/ 1791375 h 4115518"/>
              <a:gd name="connsiteX3014" fmla="*/ 707415 w 6282234"/>
              <a:gd name="connsiteY3014" fmla="*/ 1769813 h 4115518"/>
              <a:gd name="connsiteX3015" fmla="*/ 712300 w 6282234"/>
              <a:gd name="connsiteY3015" fmla="*/ 1752230 h 4115518"/>
              <a:gd name="connsiteX3016" fmla="*/ 705134 w 6282234"/>
              <a:gd name="connsiteY3016" fmla="*/ 1761520 h 4115518"/>
              <a:gd name="connsiteX3017" fmla="*/ 695688 w 6282234"/>
              <a:gd name="connsiteY3017" fmla="*/ 1767158 h 4115518"/>
              <a:gd name="connsiteX3018" fmla="*/ 695688 w 6282234"/>
              <a:gd name="connsiteY3018" fmla="*/ 1746923 h 4115518"/>
              <a:gd name="connsiteX3019" fmla="*/ 695688 w 6282234"/>
              <a:gd name="connsiteY3019" fmla="*/ 1737302 h 4115518"/>
              <a:gd name="connsiteX3020" fmla="*/ 678750 w 6282234"/>
              <a:gd name="connsiteY3020" fmla="*/ 1721048 h 4115518"/>
              <a:gd name="connsiteX3021" fmla="*/ 662138 w 6282234"/>
              <a:gd name="connsiteY3021" fmla="*/ 1696831 h 4115518"/>
              <a:gd name="connsiteX3022" fmla="*/ 650412 w 6282234"/>
              <a:gd name="connsiteY3022" fmla="*/ 1691523 h 4115518"/>
              <a:gd name="connsiteX3023" fmla="*/ 647806 w 6282234"/>
              <a:gd name="connsiteY3023" fmla="*/ 1669959 h 4115518"/>
              <a:gd name="connsiteX3024" fmla="*/ 640640 w 6282234"/>
              <a:gd name="connsiteY3024" fmla="*/ 1660671 h 4115518"/>
              <a:gd name="connsiteX3025" fmla="*/ 638360 w 6282234"/>
              <a:gd name="connsiteY3025" fmla="*/ 1657686 h 4115518"/>
              <a:gd name="connsiteX3026" fmla="*/ 628914 w 6282234"/>
              <a:gd name="connsiteY3026" fmla="*/ 1648397 h 4115518"/>
              <a:gd name="connsiteX3027" fmla="*/ 616861 w 6282234"/>
              <a:gd name="connsiteY3027" fmla="*/ 1648397 h 4115518"/>
              <a:gd name="connsiteX3028" fmla="*/ 595690 w 6282234"/>
              <a:gd name="connsiteY3028" fmla="*/ 1655032 h 4115518"/>
              <a:gd name="connsiteX3029" fmla="*/ 567025 w 6282234"/>
              <a:gd name="connsiteY3029" fmla="*/ 1625507 h 4115518"/>
              <a:gd name="connsiteX3030" fmla="*/ 533476 w 6282234"/>
              <a:gd name="connsiteY3030" fmla="*/ 1603944 h 4115518"/>
              <a:gd name="connsiteX3031" fmla="*/ 521750 w 6282234"/>
              <a:gd name="connsiteY3031" fmla="*/ 1603944 h 4115518"/>
              <a:gd name="connsiteX3032" fmla="*/ 490806 w 6282234"/>
              <a:gd name="connsiteY3032" fmla="*/ 1591670 h 4115518"/>
              <a:gd name="connsiteX3033" fmla="*/ 469307 w 6282234"/>
              <a:gd name="connsiteY3033" fmla="*/ 1594324 h 4115518"/>
              <a:gd name="connsiteX3034" fmla="*/ 428917 w 6282234"/>
              <a:gd name="connsiteY3034" fmla="*/ 1572761 h 4115518"/>
              <a:gd name="connsiteX3035" fmla="*/ 414586 w 6282234"/>
              <a:gd name="connsiteY3035" fmla="*/ 1558165 h 4115518"/>
              <a:gd name="connsiteX3036" fmla="*/ 395367 w 6282234"/>
              <a:gd name="connsiteY3036" fmla="*/ 1575747 h 4115518"/>
              <a:gd name="connsiteX3037" fmla="*/ 390808 w 6282234"/>
              <a:gd name="connsiteY3037" fmla="*/ 1597310 h 4115518"/>
              <a:gd name="connsiteX3038" fmla="*/ 369309 w 6282234"/>
              <a:gd name="connsiteY3038" fmla="*/ 1597310 h 4115518"/>
              <a:gd name="connsiteX3039" fmla="*/ 359538 w 6282234"/>
              <a:gd name="connsiteY3039" fmla="*/ 1611906 h 4115518"/>
              <a:gd name="connsiteX3040" fmla="*/ 333480 w 6282234"/>
              <a:gd name="connsiteY3040" fmla="*/ 1624180 h 4115518"/>
              <a:gd name="connsiteX3041" fmla="*/ 331199 w 6282234"/>
              <a:gd name="connsiteY3041" fmla="*/ 1601290 h 4115518"/>
              <a:gd name="connsiteX3042" fmla="*/ 338365 w 6282234"/>
              <a:gd name="connsiteY3042" fmla="*/ 1587690 h 4115518"/>
              <a:gd name="connsiteX3043" fmla="*/ 338365 w 6282234"/>
              <a:gd name="connsiteY3043" fmla="*/ 1570107 h 4115518"/>
              <a:gd name="connsiteX3044" fmla="*/ 357258 w 6282234"/>
              <a:gd name="connsiteY3044" fmla="*/ 1558165 h 4115518"/>
              <a:gd name="connsiteX3045" fmla="*/ 352697 w 6282234"/>
              <a:gd name="connsiteY3045" fmla="*/ 1548545 h 4115518"/>
              <a:gd name="connsiteX3046" fmla="*/ 338365 w 6282234"/>
              <a:gd name="connsiteY3046" fmla="*/ 1558165 h 4115518"/>
              <a:gd name="connsiteX3047" fmla="*/ 324033 w 6282234"/>
              <a:gd name="connsiteY3047" fmla="*/ 1577074 h 4115518"/>
              <a:gd name="connsiteX3048" fmla="*/ 319148 w 6282234"/>
              <a:gd name="connsiteY3048" fmla="*/ 1591670 h 4115518"/>
              <a:gd name="connsiteX3049" fmla="*/ 293090 w 6282234"/>
              <a:gd name="connsiteY3049" fmla="*/ 1615887 h 4115518"/>
              <a:gd name="connsiteX3050" fmla="*/ 307421 w 6282234"/>
              <a:gd name="connsiteY3050" fmla="*/ 1636122 h 4115518"/>
              <a:gd name="connsiteX3051" fmla="*/ 293090 w 6282234"/>
              <a:gd name="connsiteY3051" fmla="*/ 1648397 h 4115518"/>
              <a:gd name="connsiteX3052" fmla="*/ 290483 w 6282234"/>
              <a:gd name="connsiteY3052" fmla="*/ 1660671 h 4115518"/>
              <a:gd name="connsiteX3053" fmla="*/ 254979 w 6282234"/>
              <a:gd name="connsiteY3053" fmla="*/ 1682234 h 4115518"/>
              <a:gd name="connsiteX3054" fmla="*/ 250093 w 6282234"/>
              <a:gd name="connsiteY3054" fmla="*/ 1696831 h 4115518"/>
              <a:gd name="connsiteX3055" fmla="*/ 233481 w 6282234"/>
              <a:gd name="connsiteY3055" fmla="*/ 1700811 h 4115518"/>
              <a:gd name="connsiteX3056" fmla="*/ 214263 w 6282234"/>
              <a:gd name="connsiteY3056" fmla="*/ 1728013 h 4115518"/>
              <a:gd name="connsiteX3057" fmla="*/ 190485 w 6282234"/>
              <a:gd name="connsiteY3057" fmla="*/ 1734648 h 4115518"/>
              <a:gd name="connsiteX3058" fmla="*/ 176153 w 6282234"/>
              <a:gd name="connsiteY3058" fmla="*/ 1745595 h 4115518"/>
              <a:gd name="connsiteX3059" fmla="*/ 159541 w 6282234"/>
              <a:gd name="connsiteY3059" fmla="*/ 1746923 h 4115518"/>
              <a:gd name="connsiteX3060" fmla="*/ 150095 w 6282234"/>
              <a:gd name="connsiteY3060" fmla="*/ 1758865 h 4115518"/>
              <a:gd name="connsiteX3061" fmla="*/ 138044 w 6282234"/>
              <a:gd name="connsiteY3061" fmla="*/ 1754885 h 4115518"/>
              <a:gd name="connsiteX3062" fmla="*/ 159541 w 6282234"/>
              <a:gd name="connsiteY3062" fmla="*/ 1733321 h 4115518"/>
              <a:gd name="connsiteX3063" fmla="*/ 171593 w 6282234"/>
              <a:gd name="connsiteY3063" fmla="*/ 1730668 h 4115518"/>
              <a:gd name="connsiteX3064" fmla="*/ 193091 w 6282234"/>
              <a:gd name="connsiteY3064" fmla="*/ 1710431 h 4115518"/>
              <a:gd name="connsiteX3065" fmla="*/ 207097 w 6282234"/>
              <a:gd name="connsiteY3065" fmla="*/ 1703797 h 4115518"/>
              <a:gd name="connsiteX3066" fmla="*/ 228596 w 6282234"/>
              <a:gd name="connsiteY3066" fmla="*/ 1673941 h 4115518"/>
              <a:gd name="connsiteX3067" fmla="*/ 233481 w 6282234"/>
              <a:gd name="connsiteY3067" fmla="*/ 1649724 h 4115518"/>
              <a:gd name="connsiteX3068" fmla="*/ 214263 w 6282234"/>
              <a:gd name="connsiteY3068" fmla="*/ 1636122 h 4115518"/>
              <a:gd name="connsiteX3069" fmla="*/ 207097 w 6282234"/>
              <a:gd name="connsiteY3069" fmla="*/ 1649724 h 4115518"/>
              <a:gd name="connsiteX3070" fmla="*/ 197651 w 6282234"/>
              <a:gd name="connsiteY3070" fmla="*/ 1633469 h 4115518"/>
              <a:gd name="connsiteX3071" fmla="*/ 181039 w 6282234"/>
              <a:gd name="connsiteY3071" fmla="*/ 1628161 h 4115518"/>
              <a:gd name="connsiteX3072" fmla="*/ 157261 w 6282234"/>
              <a:gd name="connsiteY3072" fmla="*/ 1640435 h 4115518"/>
              <a:gd name="connsiteX3073" fmla="*/ 159541 w 6282234"/>
              <a:gd name="connsiteY3073" fmla="*/ 1611906 h 4115518"/>
              <a:gd name="connsiteX3074" fmla="*/ 145209 w 6282234"/>
              <a:gd name="connsiteY3074" fmla="*/ 1594324 h 4115518"/>
              <a:gd name="connsiteX3075" fmla="*/ 126317 w 6282234"/>
              <a:gd name="connsiteY3075" fmla="*/ 1601290 h 4115518"/>
              <a:gd name="connsiteX3076" fmla="*/ 102408 w 6282234"/>
              <a:gd name="connsiteY3076" fmla="*/ 1582382 h 4115518"/>
              <a:gd name="connsiteX3077" fmla="*/ 97653 w 6282234"/>
              <a:gd name="connsiteY3077" fmla="*/ 1572761 h 4115518"/>
              <a:gd name="connsiteX3078" fmla="*/ 111952 w 6282234"/>
              <a:gd name="connsiteY3078" fmla="*/ 1564800 h 4115518"/>
              <a:gd name="connsiteX3079" fmla="*/ 83354 w 6282234"/>
              <a:gd name="connsiteY3079" fmla="*/ 1539256 h 4115518"/>
              <a:gd name="connsiteX3080" fmla="*/ 83354 w 6282234"/>
              <a:gd name="connsiteY3080" fmla="*/ 1528308 h 4115518"/>
              <a:gd name="connsiteX3081" fmla="*/ 107197 w 6282234"/>
              <a:gd name="connsiteY3081" fmla="*/ 1497457 h 4115518"/>
              <a:gd name="connsiteX3082" fmla="*/ 109575 w 6282234"/>
              <a:gd name="connsiteY3082" fmla="*/ 1478548 h 4115518"/>
              <a:gd name="connsiteX3083" fmla="*/ 116708 w 6282234"/>
              <a:gd name="connsiteY3083" fmla="*/ 1473241 h 4115518"/>
              <a:gd name="connsiteX3084" fmla="*/ 130877 w 6282234"/>
              <a:gd name="connsiteY3084" fmla="*/ 1482529 h 4115518"/>
              <a:gd name="connsiteX3085" fmla="*/ 142929 w 6282234"/>
              <a:gd name="connsiteY3085" fmla="*/ 1473241 h 4115518"/>
              <a:gd name="connsiteX3086" fmla="*/ 150095 w 6282234"/>
              <a:gd name="connsiteY3086" fmla="*/ 1460966 h 4115518"/>
              <a:gd name="connsiteX3087" fmla="*/ 168987 w 6282234"/>
              <a:gd name="connsiteY3087" fmla="*/ 1463620 h 4115518"/>
              <a:gd name="connsiteX3088" fmla="*/ 176153 w 6282234"/>
              <a:gd name="connsiteY3088" fmla="*/ 1455659 h 4115518"/>
              <a:gd name="connsiteX3089" fmla="*/ 173873 w 6282234"/>
              <a:gd name="connsiteY3089" fmla="*/ 1434095 h 4115518"/>
              <a:gd name="connsiteX3090" fmla="*/ 164427 w 6282234"/>
              <a:gd name="connsiteY3090" fmla="*/ 1427461 h 4115518"/>
              <a:gd name="connsiteX3091" fmla="*/ 173873 w 6282234"/>
              <a:gd name="connsiteY3091" fmla="*/ 1409879 h 4115518"/>
              <a:gd name="connsiteX3092" fmla="*/ 152375 w 6282234"/>
              <a:gd name="connsiteY3092" fmla="*/ 1415187 h 4115518"/>
              <a:gd name="connsiteX3093" fmla="*/ 145209 w 6282234"/>
              <a:gd name="connsiteY3093" fmla="*/ 1421822 h 4115518"/>
              <a:gd name="connsiteX3094" fmla="*/ 123874 w 6282234"/>
              <a:gd name="connsiteY3094" fmla="*/ 1419167 h 4115518"/>
              <a:gd name="connsiteX3095" fmla="*/ 102408 w 6282234"/>
              <a:gd name="connsiteY3095" fmla="*/ 1424807 h 4115518"/>
              <a:gd name="connsiteX3096" fmla="*/ 83354 w 6282234"/>
              <a:gd name="connsiteY3096" fmla="*/ 1419167 h 4115518"/>
              <a:gd name="connsiteX3097" fmla="*/ 73843 w 6282234"/>
              <a:gd name="connsiteY3097" fmla="*/ 1403244 h 4115518"/>
              <a:gd name="connsiteX3098" fmla="*/ 73843 w 6282234"/>
              <a:gd name="connsiteY3098" fmla="*/ 1388315 h 4115518"/>
              <a:gd name="connsiteX3099" fmla="*/ 59543 w 6282234"/>
              <a:gd name="connsiteY3099" fmla="*/ 1385662 h 4115518"/>
              <a:gd name="connsiteX3100" fmla="*/ 49999 w 6282234"/>
              <a:gd name="connsiteY3100" fmla="*/ 1376042 h 4115518"/>
              <a:gd name="connsiteX3101" fmla="*/ 92897 w 6282234"/>
              <a:gd name="connsiteY3101" fmla="*/ 1345190 h 4115518"/>
              <a:gd name="connsiteX3102" fmla="*/ 111952 w 6282234"/>
              <a:gd name="connsiteY3102" fmla="*/ 1334243 h 4115518"/>
              <a:gd name="connsiteX3103" fmla="*/ 123874 w 6282234"/>
              <a:gd name="connsiteY3103" fmla="*/ 1332916 h 4115518"/>
              <a:gd name="connsiteX3104" fmla="*/ 126317 w 6282234"/>
              <a:gd name="connsiteY3104" fmla="*/ 1357133 h 4115518"/>
              <a:gd name="connsiteX3105" fmla="*/ 157261 w 6282234"/>
              <a:gd name="connsiteY3105" fmla="*/ 1358460 h 4115518"/>
              <a:gd name="connsiteX3106" fmla="*/ 162147 w 6282234"/>
              <a:gd name="connsiteY3106" fmla="*/ 1339883 h 4115518"/>
              <a:gd name="connsiteX3107" fmla="*/ 185925 w 6282234"/>
              <a:gd name="connsiteY3107" fmla="*/ 1342536 h 4115518"/>
              <a:gd name="connsiteX3108" fmla="*/ 185925 w 6282234"/>
              <a:gd name="connsiteY3108" fmla="*/ 1332916 h 4115518"/>
              <a:gd name="connsiteX3109" fmla="*/ 157261 w 6282234"/>
              <a:gd name="connsiteY3109" fmla="*/ 1327608 h 4115518"/>
              <a:gd name="connsiteX3110" fmla="*/ 147815 w 6282234"/>
              <a:gd name="connsiteY3110" fmla="*/ 1315334 h 4115518"/>
              <a:gd name="connsiteX3111" fmla="*/ 123874 w 6282234"/>
              <a:gd name="connsiteY3111" fmla="*/ 1310026 h 4115518"/>
              <a:gd name="connsiteX3112" fmla="*/ 119086 w 6282234"/>
              <a:gd name="connsiteY3112" fmla="*/ 1285809 h 4115518"/>
              <a:gd name="connsiteX3113" fmla="*/ 76220 w 6282234"/>
              <a:gd name="connsiteY3113" fmla="*/ 1251972 h 4115518"/>
              <a:gd name="connsiteX3114" fmla="*/ 80976 w 6282234"/>
              <a:gd name="connsiteY3114" fmla="*/ 1227756 h 4115518"/>
              <a:gd name="connsiteX3115" fmla="*/ 116708 w 6282234"/>
              <a:gd name="connsiteY3115" fmla="*/ 1223775 h 4115518"/>
              <a:gd name="connsiteX3116" fmla="*/ 135763 w 6282234"/>
              <a:gd name="connsiteY3116" fmla="*/ 1200885 h 4115518"/>
              <a:gd name="connsiteX3117" fmla="*/ 138044 w 6282234"/>
              <a:gd name="connsiteY3117" fmla="*/ 1181976 h 4115518"/>
              <a:gd name="connsiteX3118" fmla="*/ 157261 w 6282234"/>
              <a:gd name="connsiteY3118" fmla="*/ 1152451 h 4115518"/>
              <a:gd name="connsiteX3119" fmla="*/ 176153 w 6282234"/>
              <a:gd name="connsiteY3119" fmla="*/ 1151125 h 4115518"/>
              <a:gd name="connsiteX3120" fmla="*/ 195371 w 6282234"/>
              <a:gd name="connsiteY3120" fmla="*/ 1128235 h 4115518"/>
              <a:gd name="connsiteX3121" fmla="*/ 224035 w 6282234"/>
              <a:gd name="connsiteY3121" fmla="*/ 1126908 h 4115518"/>
              <a:gd name="connsiteX3122" fmla="*/ 245208 w 6282234"/>
              <a:gd name="connsiteY3122" fmla="*/ 1102359 h 4115518"/>
              <a:gd name="connsiteX3123" fmla="*/ 276478 w 6282234"/>
              <a:gd name="connsiteY3123" fmla="*/ 1109326 h 4115518"/>
              <a:gd name="connsiteX3124" fmla="*/ 283317 w 6282234"/>
              <a:gd name="connsiteY3124" fmla="*/ 1126908 h 4115518"/>
              <a:gd name="connsiteX3125" fmla="*/ 307421 w 6282234"/>
              <a:gd name="connsiteY3125" fmla="*/ 1121268 h 4115518"/>
              <a:gd name="connsiteX3126" fmla="*/ 321427 w 6282234"/>
              <a:gd name="connsiteY3126" fmla="*/ 1123923 h 4115518"/>
              <a:gd name="connsiteX3127" fmla="*/ 319148 w 6282234"/>
              <a:gd name="connsiteY3127" fmla="*/ 1140178 h 4115518"/>
              <a:gd name="connsiteX3128" fmla="*/ 378755 w 6282234"/>
              <a:gd name="connsiteY3128" fmla="*/ 1142831 h 4115518"/>
              <a:gd name="connsiteX3129" fmla="*/ 404813 w 6282234"/>
              <a:gd name="connsiteY3129" fmla="*/ 1160413 h 4115518"/>
              <a:gd name="connsiteX3130" fmla="*/ 436083 w 6282234"/>
              <a:gd name="connsiteY3130" fmla="*/ 1163067 h 4115518"/>
              <a:gd name="connsiteX3131" fmla="*/ 454976 w 6282234"/>
              <a:gd name="connsiteY3131" fmla="*/ 1172687 h 4115518"/>
              <a:gd name="connsiteX3132" fmla="*/ 481034 w 6282234"/>
              <a:gd name="connsiteY3132" fmla="*/ 1164394 h 4115518"/>
              <a:gd name="connsiteX3133" fmla="*/ 497972 w 6282234"/>
              <a:gd name="connsiteY3133" fmla="*/ 1176668 h 4115518"/>
              <a:gd name="connsiteX3134" fmla="*/ 519143 w 6282234"/>
              <a:gd name="connsiteY3134" fmla="*/ 1188942 h 4115518"/>
              <a:gd name="connsiteX3135" fmla="*/ 552694 w 6282234"/>
              <a:gd name="connsiteY3135" fmla="*/ 1196904 h 4115518"/>
              <a:gd name="connsiteX3136" fmla="*/ 562140 w 6282234"/>
              <a:gd name="connsiteY3136" fmla="*/ 1208847 h 4115518"/>
              <a:gd name="connsiteX3137" fmla="*/ 595690 w 6282234"/>
              <a:gd name="connsiteY3137" fmla="*/ 1227756 h 4115518"/>
              <a:gd name="connsiteX3138" fmla="*/ 607416 w 6282234"/>
              <a:gd name="connsiteY3138" fmla="*/ 1225102 h 4115518"/>
              <a:gd name="connsiteX3139" fmla="*/ 607416 w 6282234"/>
              <a:gd name="connsiteY3139" fmla="*/ 1213159 h 4115518"/>
              <a:gd name="connsiteX3140" fmla="*/ 624028 w 6282234"/>
              <a:gd name="connsiteY3140" fmla="*/ 1200885 h 4115518"/>
              <a:gd name="connsiteX3141" fmla="*/ 633800 w 6282234"/>
              <a:gd name="connsiteY3141" fmla="*/ 1200885 h 4115518"/>
              <a:gd name="connsiteX3142" fmla="*/ 636080 w 6282234"/>
              <a:gd name="connsiteY3142" fmla="*/ 1191597 h 4115518"/>
              <a:gd name="connsiteX3143" fmla="*/ 645526 w 6282234"/>
              <a:gd name="connsiteY3143" fmla="*/ 1200885 h 4115518"/>
              <a:gd name="connsiteX3144" fmla="*/ 654972 w 6282234"/>
              <a:gd name="connsiteY3144" fmla="*/ 1200885 h 4115518"/>
              <a:gd name="connsiteX3145" fmla="*/ 662138 w 6282234"/>
              <a:gd name="connsiteY3145" fmla="*/ 1187284 h 4115518"/>
              <a:gd name="connsiteX3146" fmla="*/ 678750 w 6282234"/>
              <a:gd name="connsiteY3146" fmla="*/ 1181976 h 4115518"/>
              <a:gd name="connsiteX3147" fmla="*/ 705134 w 6282234"/>
              <a:gd name="connsiteY3147" fmla="*/ 1163067 h 4115518"/>
              <a:gd name="connsiteX3148" fmla="*/ 719466 w 6282234"/>
              <a:gd name="connsiteY3148" fmla="*/ 1170033 h 4115518"/>
              <a:gd name="connsiteX3149" fmla="*/ 731193 w 6282234"/>
              <a:gd name="connsiteY3149" fmla="*/ 1181976 h 4115518"/>
              <a:gd name="connsiteX3150" fmla="*/ 740964 w 6282234"/>
              <a:gd name="connsiteY3150" fmla="*/ 1172687 h 4115518"/>
              <a:gd name="connsiteX3151" fmla="*/ 745524 w 6282234"/>
              <a:gd name="connsiteY3151" fmla="*/ 1138850 h 4115518"/>
              <a:gd name="connsiteX3152" fmla="*/ 762136 w 6282234"/>
              <a:gd name="connsiteY3152" fmla="*/ 1157760 h 4115518"/>
              <a:gd name="connsiteX3153" fmla="*/ 769302 w 6282234"/>
              <a:gd name="connsiteY3153" fmla="*/ 1181976 h 4115518"/>
              <a:gd name="connsiteX3154" fmla="*/ 779074 w 6282234"/>
              <a:gd name="connsiteY3154" fmla="*/ 1196904 h 4115518"/>
              <a:gd name="connsiteX3155" fmla="*/ 788521 w 6282234"/>
              <a:gd name="connsiteY3155" fmla="*/ 1200885 h 4115518"/>
              <a:gd name="connsiteX3156" fmla="*/ 793406 w 6282234"/>
              <a:gd name="connsiteY3156" fmla="*/ 1176668 h 4115518"/>
              <a:gd name="connsiteX3157" fmla="*/ 805133 w 6282234"/>
              <a:gd name="connsiteY3157" fmla="*/ 1167380 h 4115518"/>
              <a:gd name="connsiteX3158" fmla="*/ 812299 w 6282234"/>
              <a:gd name="connsiteY3158" fmla="*/ 1200885 h 4115518"/>
              <a:gd name="connsiteX3159" fmla="*/ 824350 w 6282234"/>
              <a:gd name="connsiteY3159" fmla="*/ 1200885 h 4115518"/>
              <a:gd name="connsiteX3160" fmla="*/ 831516 w 6282234"/>
              <a:gd name="connsiteY3160" fmla="*/ 1181976 h 4115518"/>
              <a:gd name="connsiteX3161" fmla="*/ 850408 w 6282234"/>
              <a:gd name="connsiteY3161" fmla="*/ 1179322 h 4115518"/>
              <a:gd name="connsiteX3162" fmla="*/ 869627 w 6282234"/>
              <a:gd name="connsiteY3162" fmla="*/ 1188942 h 4115518"/>
              <a:gd name="connsiteX3163" fmla="*/ 881352 w 6282234"/>
              <a:gd name="connsiteY3163" fmla="*/ 1200885 h 4115518"/>
              <a:gd name="connsiteX3164" fmla="*/ 910017 w 6282234"/>
              <a:gd name="connsiteY3164" fmla="*/ 1211832 h 4115518"/>
              <a:gd name="connsiteX3165" fmla="*/ 921743 w 6282234"/>
              <a:gd name="connsiteY3165" fmla="*/ 1221121 h 4115518"/>
              <a:gd name="connsiteX3166" fmla="*/ 945846 w 6282234"/>
              <a:gd name="connsiteY3166" fmla="*/ 1227756 h 4115518"/>
              <a:gd name="connsiteX3167" fmla="*/ 953013 w 6282234"/>
              <a:gd name="connsiteY3167" fmla="*/ 1221121 h 4115518"/>
              <a:gd name="connsiteX3168" fmla="*/ 971904 w 6282234"/>
              <a:gd name="connsiteY3168" fmla="*/ 1227756 h 4115518"/>
              <a:gd name="connsiteX3169" fmla="*/ 988516 w 6282234"/>
              <a:gd name="connsiteY3169" fmla="*/ 1247992 h 4115518"/>
              <a:gd name="connsiteX3170" fmla="*/ 969625 w 6282234"/>
              <a:gd name="connsiteY3170" fmla="*/ 1269554 h 4115518"/>
              <a:gd name="connsiteX3171" fmla="*/ 983957 w 6282234"/>
              <a:gd name="connsiteY3171" fmla="*/ 1281829 h 4115518"/>
              <a:gd name="connsiteX3172" fmla="*/ 1017181 w 6282234"/>
              <a:gd name="connsiteY3172" fmla="*/ 1284483 h 4115518"/>
              <a:gd name="connsiteX3173" fmla="*/ 1040959 w 6282234"/>
              <a:gd name="connsiteY3173" fmla="*/ 1279174 h 4115518"/>
              <a:gd name="connsiteX3174" fmla="*/ 1057571 w 6282234"/>
              <a:gd name="connsiteY3174" fmla="*/ 1269554 h 4115518"/>
              <a:gd name="connsiteX3175" fmla="*/ 1064737 w 6282234"/>
              <a:gd name="connsiteY3175" fmla="*/ 1281829 h 4115518"/>
              <a:gd name="connsiteX3176" fmla="*/ 1083955 w 6282234"/>
              <a:gd name="connsiteY3176" fmla="*/ 1285809 h 4115518"/>
              <a:gd name="connsiteX3177" fmla="*/ 1093726 w 6282234"/>
              <a:gd name="connsiteY3177" fmla="*/ 1300738 h 4115518"/>
              <a:gd name="connsiteX3178" fmla="*/ 1097636 w 6282234"/>
              <a:gd name="connsiteY3178" fmla="*/ 1318320 h 4115518"/>
              <a:gd name="connsiteX3179" fmla="*/ 1107081 w 6282234"/>
              <a:gd name="connsiteY3179" fmla="*/ 1315334 h 4115518"/>
              <a:gd name="connsiteX3180" fmla="*/ 1095029 w 6282234"/>
              <a:gd name="connsiteY3180" fmla="*/ 1284483 h 4115518"/>
              <a:gd name="connsiteX3181" fmla="*/ 1088515 w 6282234"/>
              <a:gd name="connsiteY3181" fmla="*/ 1240030 h 4115518"/>
              <a:gd name="connsiteX3182" fmla="*/ 1117504 w 6282234"/>
              <a:gd name="connsiteY3182" fmla="*/ 1230409 h 4115518"/>
              <a:gd name="connsiteX3183" fmla="*/ 1124345 w 6282234"/>
              <a:gd name="connsiteY3183" fmla="*/ 1223775 h 4115518"/>
              <a:gd name="connsiteX3184" fmla="*/ 1138677 w 6282234"/>
              <a:gd name="connsiteY3184" fmla="*/ 1236049 h 4115518"/>
              <a:gd name="connsiteX3185" fmla="*/ 1138677 w 6282234"/>
              <a:gd name="connsiteY3185" fmla="*/ 1249319 h 4115518"/>
              <a:gd name="connsiteX3186" fmla="*/ 1153335 w 6282234"/>
              <a:gd name="connsiteY3186" fmla="*/ 1257612 h 4115518"/>
              <a:gd name="connsiteX3187" fmla="*/ 1154638 w 6282234"/>
              <a:gd name="connsiteY3187" fmla="*/ 1266901 h 4115518"/>
              <a:gd name="connsiteX3188" fmla="*/ 1171901 w 6282234"/>
              <a:gd name="connsiteY3188" fmla="*/ 1266901 h 4115518"/>
              <a:gd name="connsiteX3189" fmla="*/ 1183953 w 6282234"/>
              <a:gd name="connsiteY3189" fmla="*/ 1276521 h 4115518"/>
              <a:gd name="connsiteX3190" fmla="*/ 1205125 w 6282234"/>
              <a:gd name="connsiteY3190" fmla="*/ 1284483 h 4115518"/>
              <a:gd name="connsiteX3191" fmla="*/ 1222063 w 6282234"/>
              <a:gd name="connsiteY3191" fmla="*/ 1276521 h 4115518"/>
              <a:gd name="connsiteX3192" fmla="*/ 1261802 w 6282234"/>
              <a:gd name="connsiteY3192" fmla="*/ 1279174 h 4115518"/>
              <a:gd name="connsiteX3193" fmla="*/ 1276460 w 6282234"/>
              <a:gd name="connsiteY3193" fmla="*/ 1288463 h 4115518"/>
              <a:gd name="connsiteX3194" fmla="*/ 1273853 w 6282234"/>
              <a:gd name="connsiteY3194" fmla="*/ 1269554 h 4115518"/>
              <a:gd name="connsiteX3195" fmla="*/ 1264407 w 6282234"/>
              <a:gd name="connsiteY3195" fmla="*/ 1273536 h 4115518"/>
              <a:gd name="connsiteX3196" fmla="*/ 1255287 w 6282234"/>
              <a:gd name="connsiteY3196" fmla="*/ 1251972 h 4115518"/>
              <a:gd name="connsiteX3197" fmla="*/ 1281671 w 6282234"/>
              <a:gd name="connsiteY3197" fmla="*/ 1247992 h 4115518"/>
              <a:gd name="connsiteX3198" fmla="*/ 1302843 w 6282234"/>
              <a:gd name="connsiteY3198" fmla="*/ 1264247 h 4115518"/>
              <a:gd name="connsiteX3199" fmla="*/ 1321410 w 6282234"/>
              <a:gd name="connsiteY3199" fmla="*/ 1266901 h 4115518"/>
              <a:gd name="connsiteX3200" fmla="*/ 1343885 w 6282234"/>
              <a:gd name="connsiteY3200" fmla="*/ 1245337 h 4115518"/>
              <a:gd name="connsiteX3201" fmla="*/ 1345188 w 6282234"/>
              <a:gd name="connsiteY3201" fmla="*/ 1227756 h 4115518"/>
              <a:gd name="connsiteX3202" fmla="*/ 1333462 w 6282234"/>
              <a:gd name="connsiteY3202" fmla="*/ 1218467 h 4115518"/>
              <a:gd name="connsiteX3203" fmla="*/ 1333462 w 6282234"/>
              <a:gd name="connsiteY3203" fmla="*/ 1199558 h 4115518"/>
              <a:gd name="connsiteX3204" fmla="*/ 1309358 w 6282234"/>
              <a:gd name="connsiteY3204" fmla="*/ 1181976 h 4115518"/>
              <a:gd name="connsiteX3205" fmla="*/ 1293723 w 6282234"/>
              <a:gd name="connsiteY3205" fmla="*/ 1163067 h 4115518"/>
              <a:gd name="connsiteX3206" fmla="*/ 1297631 w 6282234"/>
              <a:gd name="connsiteY3206" fmla="*/ 1140178 h 4115518"/>
              <a:gd name="connsiteX3207" fmla="*/ 1293723 w 6282234"/>
              <a:gd name="connsiteY3207" fmla="*/ 1128235 h 4115518"/>
              <a:gd name="connsiteX3208" fmla="*/ 1293723 w 6282234"/>
              <a:gd name="connsiteY3208" fmla="*/ 1102359 h 4115518"/>
              <a:gd name="connsiteX3209" fmla="*/ 1314895 w 6282234"/>
              <a:gd name="connsiteY3209" fmla="*/ 1078143 h 4115518"/>
              <a:gd name="connsiteX3210" fmla="*/ 5194305 w 6282234"/>
              <a:gd name="connsiteY3210" fmla="*/ 1024402 h 4115518"/>
              <a:gd name="connsiteX3211" fmla="*/ 5226878 w 6282234"/>
              <a:gd name="connsiteY3211" fmla="*/ 1045964 h 4115518"/>
              <a:gd name="connsiteX3212" fmla="*/ 5213849 w 6282234"/>
              <a:gd name="connsiteY3212" fmla="*/ 1055253 h 4115518"/>
              <a:gd name="connsiteX3213" fmla="*/ 5191049 w 6282234"/>
              <a:gd name="connsiteY3213" fmla="*/ 1036344 h 4115518"/>
              <a:gd name="connsiteX3214" fmla="*/ 2546795 w 6282234"/>
              <a:gd name="connsiteY3214" fmla="*/ 1012127 h 4115518"/>
              <a:gd name="connsiteX3215" fmla="*/ 2570899 w 6282234"/>
              <a:gd name="connsiteY3215" fmla="*/ 1012127 h 4115518"/>
              <a:gd name="connsiteX3216" fmla="*/ 2583928 w 6282234"/>
              <a:gd name="connsiteY3216" fmla="*/ 1031036 h 4115518"/>
              <a:gd name="connsiteX3217" fmla="*/ 2582626 w 6282234"/>
              <a:gd name="connsiteY3217" fmla="*/ 1053926 h 4115518"/>
              <a:gd name="connsiteX3218" fmla="*/ 2548098 w 6282234"/>
              <a:gd name="connsiteY3218" fmla="*/ 1027055 h 4115518"/>
              <a:gd name="connsiteX3219" fmla="*/ 979070 w 6282234"/>
              <a:gd name="connsiteY3219" fmla="*/ 978622 h 4115518"/>
              <a:gd name="connsiteX3220" fmla="*/ 991123 w 6282234"/>
              <a:gd name="connsiteY3220" fmla="*/ 994545 h 4115518"/>
              <a:gd name="connsiteX3221" fmla="*/ 991123 w 6282234"/>
              <a:gd name="connsiteY3221" fmla="*/ 1021747 h 4115518"/>
              <a:gd name="connsiteX3222" fmla="*/ 1007735 w 6282234"/>
              <a:gd name="connsiteY3222" fmla="*/ 1002839 h 4115518"/>
              <a:gd name="connsiteX3223" fmla="*/ 1038679 w 6282234"/>
              <a:gd name="connsiteY3223" fmla="*/ 1019094 h 4115518"/>
              <a:gd name="connsiteX3224" fmla="*/ 1040959 w 6282234"/>
              <a:gd name="connsiteY3224" fmla="*/ 1039329 h 4115518"/>
              <a:gd name="connsiteX3225" fmla="*/ 1060177 w 6282234"/>
              <a:gd name="connsiteY3225" fmla="*/ 1027055 h 4115518"/>
              <a:gd name="connsiteX3226" fmla="*/ 1064737 w 6282234"/>
              <a:gd name="connsiteY3226" fmla="*/ 1009473 h 4115518"/>
              <a:gd name="connsiteX3227" fmla="*/ 1081349 w 6282234"/>
              <a:gd name="connsiteY3227" fmla="*/ 1027055 h 4115518"/>
              <a:gd name="connsiteX3228" fmla="*/ 1091121 w 6282234"/>
              <a:gd name="connsiteY3228" fmla="*/ 1063546 h 4115518"/>
              <a:gd name="connsiteX3229" fmla="*/ 1100567 w 6282234"/>
              <a:gd name="connsiteY3229" fmla="*/ 1075489 h 4115518"/>
              <a:gd name="connsiteX3230" fmla="*/ 1088515 w 6282234"/>
              <a:gd name="connsiteY3230" fmla="*/ 993218 h 4115518"/>
              <a:gd name="connsiteX3231" fmla="*/ 1114899 w 6282234"/>
              <a:gd name="connsiteY3231" fmla="*/ 985257 h 4115518"/>
              <a:gd name="connsiteX3232" fmla="*/ 1136071 w 6282234"/>
              <a:gd name="connsiteY3232" fmla="*/ 1006819 h 4115518"/>
              <a:gd name="connsiteX3233" fmla="*/ 1145518 w 6282234"/>
              <a:gd name="connsiteY3233" fmla="*/ 1053926 h 4115518"/>
              <a:gd name="connsiteX3234" fmla="*/ 1157243 w 6282234"/>
              <a:gd name="connsiteY3234" fmla="*/ 1085109 h 4115518"/>
              <a:gd name="connsiteX3235" fmla="*/ 1153335 w 6282234"/>
              <a:gd name="connsiteY3235" fmla="*/ 1114633 h 4115518"/>
              <a:gd name="connsiteX3236" fmla="*/ 1165386 w 6282234"/>
              <a:gd name="connsiteY3236" fmla="*/ 1130888 h 4115518"/>
              <a:gd name="connsiteX3237" fmla="*/ 1216851 w 6282234"/>
              <a:gd name="connsiteY3237" fmla="*/ 1163067 h 4115518"/>
              <a:gd name="connsiteX3238" fmla="*/ 1216851 w 6282234"/>
              <a:gd name="connsiteY3238" fmla="*/ 1187284 h 4115518"/>
              <a:gd name="connsiteX3239" fmla="*/ 1200890 w 6282234"/>
              <a:gd name="connsiteY3239" fmla="*/ 1181976 h 4115518"/>
              <a:gd name="connsiteX3240" fmla="*/ 1202194 w 6282234"/>
              <a:gd name="connsiteY3240" fmla="*/ 1221121 h 4115518"/>
              <a:gd name="connsiteX3241" fmla="*/ 1171901 w 6282234"/>
              <a:gd name="connsiteY3241" fmla="*/ 1230409 h 4115518"/>
              <a:gd name="connsiteX3242" fmla="*/ 1142911 w 6282234"/>
              <a:gd name="connsiteY3242" fmla="*/ 1225102 h 4115518"/>
              <a:gd name="connsiteX3243" fmla="*/ 1121739 w 6282234"/>
              <a:gd name="connsiteY3243" fmla="*/ 1211832 h 4115518"/>
              <a:gd name="connsiteX3244" fmla="*/ 1086234 w 6282234"/>
              <a:gd name="connsiteY3244" fmla="*/ 1223775 h 4115518"/>
              <a:gd name="connsiteX3245" fmla="*/ 1079068 w 6282234"/>
              <a:gd name="connsiteY3245" fmla="*/ 1233395 h 4115518"/>
              <a:gd name="connsiteX3246" fmla="*/ 1038679 w 6282234"/>
              <a:gd name="connsiteY3246" fmla="*/ 1245337 h 4115518"/>
              <a:gd name="connsiteX3247" fmla="*/ 1002849 w 6282234"/>
              <a:gd name="connsiteY3247" fmla="*/ 1247992 h 4115518"/>
              <a:gd name="connsiteX3248" fmla="*/ 995682 w 6282234"/>
              <a:gd name="connsiteY3248" fmla="*/ 1211832 h 4115518"/>
              <a:gd name="connsiteX3249" fmla="*/ 967019 w 6282234"/>
              <a:gd name="connsiteY3249" fmla="*/ 1208847 h 4115518"/>
              <a:gd name="connsiteX3250" fmla="*/ 945846 w 6282234"/>
              <a:gd name="connsiteY3250" fmla="*/ 1200885 h 4115518"/>
              <a:gd name="connsiteX3251" fmla="*/ 933795 w 6282234"/>
              <a:gd name="connsiteY3251" fmla="*/ 1181976 h 4115518"/>
              <a:gd name="connsiteX3252" fmla="*/ 936075 w 6282234"/>
              <a:gd name="connsiteY3252" fmla="*/ 1164394 h 4115518"/>
              <a:gd name="connsiteX3253" fmla="*/ 981350 w 6282234"/>
              <a:gd name="connsiteY3253" fmla="*/ 1152451 h 4115518"/>
              <a:gd name="connsiteX3254" fmla="*/ 1012295 w 6282234"/>
              <a:gd name="connsiteY3254" fmla="*/ 1160413 h 4115518"/>
              <a:gd name="connsiteX3255" fmla="*/ 1022066 w 6282234"/>
              <a:gd name="connsiteY3255" fmla="*/ 1145485 h 4115518"/>
              <a:gd name="connsiteX3256" fmla="*/ 991123 w 6282234"/>
              <a:gd name="connsiteY3256" fmla="*/ 1133543 h 4115518"/>
              <a:gd name="connsiteX3257" fmla="*/ 969625 w 6282234"/>
              <a:gd name="connsiteY3257" fmla="*/ 1138850 h 4115518"/>
              <a:gd name="connsiteX3258" fmla="*/ 928909 w 6282234"/>
              <a:gd name="connsiteY3258" fmla="*/ 1138850 h 4115518"/>
              <a:gd name="connsiteX3259" fmla="*/ 917182 w 6282234"/>
              <a:gd name="connsiteY3259" fmla="*/ 1085109 h 4115518"/>
              <a:gd name="connsiteX3260" fmla="*/ 900570 w 6282234"/>
              <a:gd name="connsiteY3260" fmla="*/ 1066201 h 4115518"/>
              <a:gd name="connsiteX3261" fmla="*/ 912297 w 6282234"/>
              <a:gd name="connsiteY3261" fmla="*/ 1031036 h 4115518"/>
              <a:gd name="connsiteX3262" fmla="*/ 931514 w 6282234"/>
              <a:gd name="connsiteY3262" fmla="*/ 1006819 h 4115518"/>
              <a:gd name="connsiteX3263" fmla="*/ 3927227 w 6282234"/>
              <a:gd name="connsiteY3263" fmla="*/ 975968 h 4115518"/>
              <a:gd name="connsiteX3264" fmla="*/ 3953285 w 6282234"/>
              <a:gd name="connsiteY3264" fmla="*/ 987910 h 4115518"/>
              <a:gd name="connsiteX3265" fmla="*/ 3950028 w 6282234"/>
              <a:gd name="connsiteY3265" fmla="*/ 1014781 h 4115518"/>
              <a:gd name="connsiteX3266" fmla="*/ 3936998 w 6282234"/>
              <a:gd name="connsiteY3266" fmla="*/ 1036344 h 4115518"/>
              <a:gd name="connsiteX3267" fmla="*/ 3933741 w 6282234"/>
              <a:gd name="connsiteY3267" fmla="*/ 1063546 h 4115518"/>
              <a:gd name="connsiteX3268" fmla="*/ 3946771 w 6282234"/>
              <a:gd name="connsiteY3268" fmla="*/ 1102359 h 4115518"/>
              <a:gd name="connsiteX3269" fmla="*/ 3966314 w 6282234"/>
              <a:gd name="connsiteY3269" fmla="*/ 1123923 h 4115518"/>
              <a:gd name="connsiteX3270" fmla="*/ 3966314 w 6282234"/>
              <a:gd name="connsiteY3270" fmla="*/ 1140178 h 4115518"/>
              <a:gd name="connsiteX3271" fmla="*/ 3950028 w 6282234"/>
              <a:gd name="connsiteY3271" fmla="*/ 1138850 h 4115518"/>
              <a:gd name="connsiteX3272" fmla="*/ 3936998 w 6282234"/>
              <a:gd name="connsiteY3272" fmla="*/ 1130888 h 4115518"/>
              <a:gd name="connsiteX3273" fmla="*/ 3933741 w 6282234"/>
              <a:gd name="connsiteY3273" fmla="*/ 1140178 h 4115518"/>
              <a:gd name="connsiteX3274" fmla="*/ 3920712 w 6282234"/>
              <a:gd name="connsiteY3274" fmla="*/ 1128235 h 4115518"/>
              <a:gd name="connsiteX3275" fmla="*/ 3914198 w 6282234"/>
              <a:gd name="connsiteY3275" fmla="*/ 1130888 h 4115518"/>
              <a:gd name="connsiteX3276" fmla="*/ 3897912 w 6282234"/>
              <a:gd name="connsiteY3276" fmla="*/ 1090417 h 4115518"/>
              <a:gd name="connsiteX3277" fmla="*/ 3871853 w 6282234"/>
              <a:gd name="connsiteY3277" fmla="*/ 1090417 h 4115518"/>
              <a:gd name="connsiteX3278" fmla="*/ 3865339 w 6282234"/>
              <a:gd name="connsiteY3278" fmla="*/ 1075489 h 4115518"/>
              <a:gd name="connsiteX3279" fmla="*/ 3871853 w 6282234"/>
              <a:gd name="connsiteY3279" fmla="*/ 1057907 h 4115518"/>
              <a:gd name="connsiteX3280" fmla="*/ 3891397 w 6282234"/>
              <a:gd name="connsiteY3280" fmla="*/ 1041984 h 4115518"/>
              <a:gd name="connsiteX3281" fmla="*/ 3888139 w 6282234"/>
              <a:gd name="connsiteY3281" fmla="*/ 1012127 h 4115518"/>
              <a:gd name="connsiteX3282" fmla="*/ 3897912 w 6282234"/>
              <a:gd name="connsiteY3282" fmla="*/ 993218 h 4115518"/>
              <a:gd name="connsiteX3283" fmla="*/ 2548098 w 6282234"/>
              <a:gd name="connsiteY3283" fmla="*/ 975968 h 4115518"/>
              <a:gd name="connsiteX3284" fmla="*/ 2567968 w 6282234"/>
              <a:gd name="connsiteY3284" fmla="*/ 985257 h 4115518"/>
              <a:gd name="connsiteX3285" fmla="*/ 2548098 w 6282234"/>
              <a:gd name="connsiteY3285" fmla="*/ 1000185 h 4115518"/>
              <a:gd name="connsiteX3286" fmla="*/ 2524320 w 6282234"/>
              <a:gd name="connsiteY3286" fmla="*/ 990564 h 4115518"/>
              <a:gd name="connsiteX3287" fmla="*/ 2535069 w 6282234"/>
              <a:gd name="connsiteY3287" fmla="*/ 978622 h 4115518"/>
              <a:gd name="connsiteX3288" fmla="*/ 4207353 w 6282234"/>
              <a:gd name="connsiteY3288" fmla="*/ 970328 h 4115518"/>
              <a:gd name="connsiteX3289" fmla="*/ 4217124 w 6282234"/>
              <a:gd name="connsiteY3289" fmla="*/ 990564 h 4115518"/>
              <a:gd name="connsiteX3290" fmla="*/ 4187809 w 6282234"/>
              <a:gd name="connsiteY3290" fmla="*/ 1000185 h 4115518"/>
              <a:gd name="connsiteX3291" fmla="*/ 4194323 w 6282234"/>
              <a:gd name="connsiteY3291" fmla="*/ 972982 h 4115518"/>
              <a:gd name="connsiteX3292" fmla="*/ 5181277 w 6282234"/>
              <a:gd name="connsiteY3292" fmla="*/ 969002 h 4115518"/>
              <a:gd name="connsiteX3293" fmla="*/ 5197563 w 6282234"/>
              <a:gd name="connsiteY3293" fmla="*/ 972982 h 4115518"/>
              <a:gd name="connsiteX3294" fmla="*/ 5217107 w 6282234"/>
              <a:gd name="connsiteY3294" fmla="*/ 1002839 h 4115518"/>
              <a:gd name="connsiteX3295" fmla="*/ 5200820 w 6282234"/>
              <a:gd name="connsiteY3295" fmla="*/ 1014781 h 4115518"/>
              <a:gd name="connsiteX3296" fmla="*/ 5168247 w 6282234"/>
              <a:gd name="connsiteY3296" fmla="*/ 1031036 h 4115518"/>
              <a:gd name="connsiteX3297" fmla="*/ 5171504 w 6282234"/>
              <a:gd name="connsiteY3297" fmla="*/ 1014781 h 4115518"/>
              <a:gd name="connsiteX3298" fmla="*/ 5171504 w 6282234"/>
              <a:gd name="connsiteY3298" fmla="*/ 1006819 h 4115518"/>
              <a:gd name="connsiteX3299" fmla="*/ 5178019 w 6282234"/>
              <a:gd name="connsiteY3299" fmla="*/ 997530 h 4115518"/>
              <a:gd name="connsiteX3300" fmla="*/ 1567660 w 6282234"/>
              <a:gd name="connsiteY3300" fmla="*/ 957058 h 4115518"/>
              <a:gd name="connsiteX3301" fmla="*/ 1591438 w 6282234"/>
              <a:gd name="connsiteY3301" fmla="*/ 963693 h 4115518"/>
              <a:gd name="connsiteX3302" fmla="*/ 1612610 w 6282234"/>
              <a:gd name="connsiteY3302" fmla="*/ 961040 h 4115518"/>
              <a:gd name="connsiteX3303" fmla="*/ 1629873 w 6282234"/>
              <a:gd name="connsiteY3303" fmla="*/ 970328 h 4115518"/>
              <a:gd name="connsiteX3304" fmla="*/ 1645508 w 6282234"/>
              <a:gd name="connsiteY3304" fmla="*/ 994545 h 4115518"/>
              <a:gd name="connsiteX3305" fmla="*/ 1631176 w 6282234"/>
              <a:gd name="connsiteY3305" fmla="*/ 1012127 h 4115518"/>
              <a:gd name="connsiteX3306" fmla="*/ 1610004 w 6282234"/>
              <a:gd name="connsiteY3306" fmla="*/ 1009473 h 4115518"/>
              <a:gd name="connsiteX3307" fmla="*/ 1595346 w 6282234"/>
              <a:gd name="connsiteY3307" fmla="*/ 1017767 h 4115518"/>
              <a:gd name="connsiteX3308" fmla="*/ 1581991 w 6282234"/>
              <a:gd name="connsiteY3308" fmla="*/ 1009473 h 4115518"/>
              <a:gd name="connsiteX3309" fmla="*/ 1576780 w 6282234"/>
              <a:gd name="connsiteY3309" fmla="*/ 987910 h 4115518"/>
              <a:gd name="connsiteX3310" fmla="*/ 1565053 w 6282234"/>
              <a:gd name="connsiteY3310" fmla="*/ 981275 h 4115518"/>
              <a:gd name="connsiteX3311" fmla="*/ 1142911 w 6282234"/>
              <a:gd name="connsiteY3311" fmla="*/ 957058 h 4115518"/>
              <a:gd name="connsiteX3312" fmla="*/ 1154638 w 6282234"/>
              <a:gd name="connsiteY3312" fmla="*/ 969002 h 4115518"/>
              <a:gd name="connsiteX3313" fmla="*/ 1142911 w 6282234"/>
              <a:gd name="connsiteY3313" fmla="*/ 1006819 h 4115518"/>
              <a:gd name="connsiteX3314" fmla="*/ 1121739 w 6282234"/>
              <a:gd name="connsiteY3314" fmla="*/ 978622 h 4115518"/>
              <a:gd name="connsiteX3315" fmla="*/ 1118807 w 6282234"/>
              <a:gd name="connsiteY3315" fmla="*/ 958386 h 4115518"/>
              <a:gd name="connsiteX3316" fmla="*/ 5135675 w 6282234"/>
              <a:gd name="connsiteY3316" fmla="*/ 951420 h 4115518"/>
              <a:gd name="connsiteX3317" fmla="*/ 5158475 w 6282234"/>
              <a:gd name="connsiteY3317" fmla="*/ 972982 h 4115518"/>
              <a:gd name="connsiteX3318" fmla="*/ 5171504 w 6282234"/>
              <a:gd name="connsiteY3318" fmla="*/ 978622 h 4115518"/>
              <a:gd name="connsiteX3319" fmla="*/ 5178019 w 6282234"/>
              <a:gd name="connsiteY3319" fmla="*/ 997530 h 4115518"/>
              <a:gd name="connsiteX3320" fmla="*/ 5168247 w 6282234"/>
              <a:gd name="connsiteY3320" fmla="*/ 1006819 h 4115518"/>
              <a:gd name="connsiteX3321" fmla="*/ 5171504 w 6282234"/>
              <a:gd name="connsiteY3321" fmla="*/ 1014781 h 4115518"/>
              <a:gd name="connsiteX3322" fmla="*/ 5164991 w 6282234"/>
              <a:gd name="connsiteY3322" fmla="*/ 1043310 h 4115518"/>
              <a:gd name="connsiteX3323" fmla="*/ 5142189 w 6282234"/>
              <a:gd name="connsiteY3323" fmla="*/ 1021747 h 4115518"/>
              <a:gd name="connsiteX3324" fmla="*/ 5112873 w 6282234"/>
              <a:gd name="connsiteY3324" fmla="*/ 1009473 h 4115518"/>
              <a:gd name="connsiteX3325" fmla="*/ 5119389 w 6282234"/>
              <a:gd name="connsiteY3325" fmla="*/ 990564 h 4115518"/>
              <a:gd name="connsiteX3326" fmla="*/ 5116131 w 6282234"/>
              <a:gd name="connsiteY3326" fmla="*/ 969002 h 4115518"/>
              <a:gd name="connsiteX3327" fmla="*/ 5129160 w 6282234"/>
              <a:gd name="connsiteY3327" fmla="*/ 963693 h 4115518"/>
              <a:gd name="connsiteX3328" fmla="*/ 1464404 w 6282234"/>
              <a:gd name="connsiteY3328" fmla="*/ 948765 h 4115518"/>
              <a:gd name="connsiteX3329" fmla="*/ 1493393 w 6282234"/>
              <a:gd name="connsiteY3329" fmla="*/ 951420 h 4115518"/>
              <a:gd name="connsiteX3330" fmla="*/ 1464404 w 6282234"/>
              <a:gd name="connsiteY3330" fmla="*/ 1009473 h 4115518"/>
              <a:gd name="connsiteX3331" fmla="*/ 1479062 w 6282234"/>
              <a:gd name="connsiteY3331" fmla="*/ 1063546 h 4115518"/>
              <a:gd name="connsiteX3332" fmla="*/ 1490788 w 6282234"/>
              <a:gd name="connsiteY3332" fmla="*/ 1041984 h 4115518"/>
              <a:gd name="connsiteX3333" fmla="*/ 1481668 w 6282234"/>
              <a:gd name="connsiteY3333" fmla="*/ 1006819 h 4115518"/>
              <a:gd name="connsiteX3334" fmla="*/ 1493393 w 6282234"/>
              <a:gd name="connsiteY3334" fmla="*/ 981275 h 4115518"/>
              <a:gd name="connsiteX3335" fmla="*/ 1531829 w 6282234"/>
              <a:gd name="connsiteY3335" fmla="*/ 957058 h 4115518"/>
              <a:gd name="connsiteX3336" fmla="*/ 1553002 w 6282234"/>
              <a:gd name="connsiteY3336" fmla="*/ 958386 h 4115518"/>
              <a:gd name="connsiteX3337" fmla="*/ 1559517 w 6282234"/>
              <a:gd name="connsiteY3337" fmla="*/ 985257 h 4115518"/>
              <a:gd name="connsiteX3338" fmla="*/ 1571568 w 6282234"/>
              <a:gd name="connsiteY3338" fmla="*/ 997530 h 4115518"/>
              <a:gd name="connsiteX3339" fmla="*/ 1579386 w 6282234"/>
              <a:gd name="connsiteY3339" fmla="*/ 1041984 h 4115518"/>
              <a:gd name="connsiteX3340" fmla="*/ 1597952 w 6282234"/>
              <a:gd name="connsiteY3340" fmla="*/ 1045964 h 4115518"/>
              <a:gd name="connsiteX3341" fmla="*/ 1624337 w 6282234"/>
              <a:gd name="connsiteY3341" fmla="*/ 1017767 h 4115518"/>
              <a:gd name="connsiteX3342" fmla="*/ 1665378 w 6282234"/>
              <a:gd name="connsiteY3342" fmla="*/ 1031036 h 4115518"/>
              <a:gd name="connsiteX3343" fmla="*/ 1681339 w 6282234"/>
              <a:gd name="connsiteY3343" fmla="*/ 1070181 h 4115518"/>
              <a:gd name="connsiteX3344" fmla="*/ 1693390 w 6282234"/>
              <a:gd name="connsiteY3344" fmla="*/ 1075489 h 4115518"/>
              <a:gd name="connsiteX3345" fmla="*/ 1690785 w 6282234"/>
              <a:gd name="connsiteY3345" fmla="*/ 1102359 h 4115518"/>
              <a:gd name="connsiteX3346" fmla="*/ 1710654 w 6282234"/>
              <a:gd name="connsiteY3346" fmla="*/ 1079469 h 4115518"/>
              <a:gd name="connsiteX3347" fmla="*/ 1728894 w 6282234"/>
              <a:gd name="connsiteY3347" fmla="*/ 1090417 h 4115518"/>
              <a:gd name="connsiteX3348" fmla="*/ 1746158 w 6282234"/>
              <a:gd name="connsiteY3348" fmla="*/ 1121268 h 4115518"/>
              <a:gd name="connsiteX3349" fmla="*/ 1784594 w 6282234"/>
              <a:gd name="connsiteY3349" fmla="*/ 1140178 h 4115518"/>
              <a:gd name="connsiteX3350" fmla="*/ 1803161 w 6282234"/>
              <a:gd name="connsiteY3350" fmla="*/ 1172687 h 4115518"/>
              <a:gd name="connsiteX3351" fmla="*/ 1788503 w 6282234"/>
              <a:gd name="connsiteY3351" fmla="*/ 1181976 h 4115518"/>
              <a:gd name="connsiteX3352" fmla="*/ 1796646 w 6282234"/>
              <a:gd name="connsiteY3352" fmla="*/ 1242684 h 4115518"/>
              <a:gd name="connsiteX3353" fmla="*/ 1808372 w 6282234"/>
              <a:gd name="connsiteY3353" fmla="*/ 1247992 h 4115518"/>
              <a:gd name="connsiteX3354" fmla="*/ 1809674 w 6282234"/>
              <a:gd name="connsiteY3354" fmla="*/ 1264247 h 4115518"/>
              <a:gd name="connsiteX3355" fmla="*/ 1821727 w 6282234"/>
              <a:gd name="connsiteY3355" fmla="*/ 1269554 h 4115518"/>
              <a:gd name="connsiteX3356" fmla="*/ 1844202 w 6282234"/>
              <a:gd name="connsiteY3356" fmla="*/ 1266901 h 4115518"/>
              <a:gd name="connsiteX3357" fmla="*/ 1857556 w 6282234"/>
              <a:gd name="connsiteY3357" fmla="*/ 1285809 h 4115518"/>
              <a:gd name="connsiteX3358" fmla="*/ 1865374 w 6282234"/>
              <a:gd name="connsiteY3358" fmla="*/ 1324954 h 4115518"/>
              <a:gd name="connsiteX3359" fmla="*/ 1877426 w 6282234"/>
              <a:gd name="connsiteY3359" fmla="*/ 1318320 h 4115518"/>
              <a:gd name="connsiteX3360" fmla="*/ 1898598 w 6282234"/>
              <a:gd name="connsiteY3360" fmla="*/ 1318320 h 4115518"/>
              <a:gd name="connsiteX3361" fmla="*/ 1907718 w 6282234"/>
              <a:gd name="connsiteY3361" fmla="*/ 1332916 h 4115518"/>
              <a:gd name="connsiteX3362" fmla="*/ 1886547 w 6282234"/>
              <a:gd name="connsiteY3362" fmla="*/ 1361445 h 4115518"/>
              <a:gd name="connsiteX3363" fmla="*/ 1883941 w 6282234"/>
              <a:gd name="connsiteY3363" fmla="*/ 1378695 h 4115518"/>
              <a:gd name="connsiteX3364" fmla="*/ 1871889 w 6282234"/>
              <a:gd name="connsiteY3364" fmla="*/ 1376042 h 4115518"/>
              <a:gd name="connsiteX3365" fmla="*/ 1867980 w 6282234"/>
              <a:gd name="connsiteY3365" fmla="*/ 1403244 h 4115518"/>
              <a:gd name="connsiteX3366" fmla="*/ 1844202 w 6282234"/>
              <a:gd name="connsiteY3366" fmla="*/ 1390970 h 4115518"/>
              <a:gd name="connsiteX3367" fmla="*/ 1821727 w 6282234"/>
              <a:gd name="connsiteY3367" fmla="*/ 1349171 h 4115518"/>
              <a:gd name="connsiteX3368" fmla="*/ 1803161 w 6282234"/>
              <a:gd name="connsiteY3368" fmla="*/ 1345190 h 4115518"/>
              <a:gd name="connsiteX3369" fmla="*/ 1800554 w 6282234"/>
              <a:gd name="connsiteY3369" fmla="*/ 1373388 h 4115518"/>
              <a:gd name="connsiteX3370" fmla="*/ 1808372 w 6282234"/>
              <a:gd name="connsiteY3370" fmla="*/ 1397605 h 4115518"/>
              <a:gd name="connsiteX3371" fmla="*/ 1838990 w 6282234"/>
              <a:gd name="connsiteY3371" fmla="*/ 1421822 h 4115518"/>
              <a:gd name="connsiteX3372" fmla="*/ 1844202 w 6282234"/>
              <a:gd name="connsiteY3372" fmla="*/ 1475894 h 4115518"/>
              <a:gd name="connsiteX3373" fmla="*/ 1838990 w 6282234"/>
              <a:gd name="connsiteY3373" fmla="*/ 1500111 h 4115518"/>
              <a:gd name="connsiteX3374" fmla="*/ 1824332 w 6282234"/>
              <a:gd name="connsiteY3374" fmla="*/ 1482529 h 4115518"/>
              <a:gd name="connsiteX3375" fmla="*/ 1796646 w 6282234"/>
              <a:gd name="connsiteY3375" fmla="*/ 1479876 h 4115518"/>
              <a:gd name="connsiteX3376" fmla="*/ 1821727 w 6282234"/>
              <a:gd name="connsiteY3376" fmla="*/ 1512385 h 4115518"/>
              <a:gd name="connsiteX3377" fmla="*/ 1820424 w 6282234"/>
              <a:gd name="connsiteY3377" fmla="*/ 1526981 h 4115518"/>
              <a:gd name="connsiteX3378" fmla="*/ 1779383 w 6282234"/>
              <a:gd name="connsiteY3378" fmla="*/ 1512385 h 4115518"/>
              <a:gd name="connsiteX3379" fmla="*/ 1760815 w 6282234"/>
              <a:gd name="connsiteY3379" fmla="*/ 1492149 h 4115518"/>
              <a:gd name="connsiteX3380" fmla="*/ 1750067 w 6282234"/>
              <a:gd name="connsiteY3380" fmla="*/ 1492149 h 4115518"/>
              <a:gd name="connsiteX3381" fmla="*/ 1724986 w 6282234"/>
              <a:gd name="connsiteY3381" fmla="*/ 1475894 h 4115518"/>
              <a:gd name="connsiteX3382" fmla="*/ 1726289 w 6282234"/>
              <a:gd name="connsiteY3382" fmla="*/ 1455659 h 4115518"/>
              <a:gd name="connsiteX3383" fmla="*/ 1710654 w 6282234"/>
              <a:gd name="connsiteY3383" fmla="*/ 1449024 h 4115518"/>
              <a:gd name="connsiteX3384" fmla="*/ 1695996 w 6282234"/>
              <a:gd name="connsiteY3384" fmla="*/ 1419167 h 4115518"/>
              <a:gd name="connsiteX3385" fmla="*/ 1683944 w 6282234"/>
              <a:gd name="connsiteY3385" fmla="*/ 1430115 h 4115518"/>
              <a:gd name="connsiteX3386" fmla="*/ 1665378 w 6282234"/>
              <a:gd name="connsiteY3386" fmla="*/ 1427461 h 4115518"/>
              <a:gd name="connsiteX3387" fmla="*/ 1638993 w 6282234"/>
              <a:gd name="connsiteY3387" fmla="*/ 1434095 h 4115518"/>
              <a:gd name="connsiteX3388" fmla="*/ 1612610 w 6282234"/>
              <a:gd name="connsiteY3388" fmla="*/ 1419167 h 4115518"/>
              <a:gd name="connsiteX3389" fmla="*/ 1627268 w 6282234"/>
              <a:gd name="connsiteY3389" fmla="*/ 1383008 h 4115518"/>
              <a:gd name="connsiteX3390" fmla="*/ 1648440 w 6282234"/>
              <a:gd name="connsiteY3390" fmla="*/ 1390970 h 4115518"/>
              <a:gd name="connsiteX3391" fmla="*/ 1674824 w 6282234"/>
              <a:gd name="connsiteY3391" fmla="*/ 1388315 h 4115518"/>
              <a:gd name="connsiteX3392" fmla="*/ 1690785 w 6282234"/>
              <a:gd name="connsiteY3392" fmla="*/ 1370734 h 4115518"/>
              <a:gd name="connsiteX3393" fmla="*/ 1677429 w 6282234"/>
              <a:gd name="connsiteY3393" fmla="*/ 1354478 h 4115518"/>
              <a:gd name="connsiteX3394" fmla="*/ 1701208 w 6282234"/>
              <a:gd name="connsiteY3394" fmla="*/ 1327608 h 4115518"/>
              <a:gd name="connsiteX3395" fmla="*/ 1714563 w 6282234"/>
              <a:gd name="connsiteY3395" fmla="*/ 1303391 h 4115518"/>
              <a:gd name="connsiteX3396" fmla="*/ 1702510 w 6282234"/>
              <a:gd name="connsiteY3396" fmla="*/ 1260266 h 4115518"/>
              <a:gd name="connsiteX3397" fmla="*/ 1678732 w 6282234"/>
              <a:gd name="connsiteY3397" fmla="*/ 1242684 h 4115518"/>
              <a:gd name="connsiteX3398" fmla="*/ 1672218 w 6282234"/>
              <a:gd name="connsiteY3398" fmla="*/ 1223775 h 4115518"/>
              <a:gd name="connsiteX3399" fmla="*/ 1657561 w 6282234"/>
              <a:gd name="connsiteY3399" fmla="*/ 1225102 h 4115518"/>
              <a:gd name="connsiteX3400" fmla="*/ 1657561 w 6282234"/>
              <a:gd name="connsiteY3400" fmla="*/ 1208847 h 4115518"/>
              <a:gd name="connsiteX3401" fmla="*/ 1621730 w 6282234"/>
              <a:gd name="connsiteY3401" fmla="*/ 1181976 h 4115518"/>
              <a:gd name="connsiteX3402" fmla="*/ 1621730 w 6282234"/>
              <a:gd name="connsiteY3402" fmla="*/ 1160413 h 4115518"/>
              <a:gd name="connsiteX3403" fmla="*/ 1603164 w 6282234"/>
              <a:gd name="connsiteY3403" fmla="*/ 1163067 h 4115518"/>
              <a:gd name="connsiteX3404" fmla="*/ 1603164 w 6282234"/>
              <a:gd name="connsiteY3404" fmla="*/ 1175342 h 4115518"/>
              <a:gd name="connsiteX3405" fmla="*/ 1559517 w 6282234"/>
              <a:gd name="connsiteY3405" fmla="*/ 1164394 h 4115518"/>
              <a:gd name="connsiteX3406" fmla="*/ 1535739 w 6282234"/>
              <a:gd name="connsiteY3406" fmla="*/ 1176668 h 4115518"/>
              <a:gd name="connsiteX3407" fmla="*/ 1490788 w 6282234"/>
              <a:gd name="connsiteY3407" fmla="*/ 1164394 h 4115518"/>
              <a:gd name="connsiteX3408" fmla="*/ 1481668 w 6282234"/>
              <a:gd name="connsiteY3408" fmla="*/ 1170033 h 4115518"/>
              <a:gd name="connsiteX3409" fmla="*/ 1464404 w 6282234"/>
              <a:gd name="connsiteY3409" fmla="*/ 1152451 h 4115518"/>
              <a:gd name="connsiteX3410" fmla="*/ 1439323 w 6282234"/>
              <a:gd name="connsiteY3410" fmla="*/ 1152451 h 4115518"/>
              <a:gd name="connsiteX3411" fmla="*/ 1416848 w 6282234"/>
              <a:gd name="connsiteY3411" fmla="*/ 1126908 h 4115518"/>
              <a:gd name="connsiteX3412" fmla="*/ 1410007 w 6282234"/>
              <a:gd name="connsiteY3412" fmla="*/ 1099706 h 4115518"/>
              <a:gd name="connsiteX3413" fmla="*/ 1404796 w 6282234"/>
              <a:gd name="connsiteY3413" fmla="*/ 1063546 h 4115518"/>
              <a:gd name="connsiteX3414" fmla="*/ 1412614 w 6282234"/>
              <a:gd name="connsiteY3414" fmla="*/ 1024402 h 4115518"/>
              <a:gd name="connsiteX3415" fmla="*/ 1424665 w 6282234"/>
              <a:gd name="connsiteY3415" fmla="*/ 985257 h 4115518"/>
              <a:gd name="connsiteX3416" fmla="*/ 1445838 w 6282234"/>
              <a:gd name="connsiteY3416" fmla="*/ 958386 h 4115518"/>
              <a:gd name="connsiteX3417" fmla="*/ 5441859 w 6282234"/>
              <a:gd name="connsiteY3417" fmla="*/ 944785 h 4115518"/>
              <a:gd name="connsiteX3418" fmla="*/ 5467917 w 6282234"/>
              <a:gd name="connsiteY3418" fmla="*/ 970328 h 4115518"/>
              <a:gd name="connsiteX3419" fmla="*/ 5461401 w 6282234"/>
              <a:gd name="connsiteY3419" fmla="*/ 990564 h 4115518"/>
              <a:gd name="connsiteX3420" fmla="*/ 5435343 w 6282234"/>
              <a:gd name="connsiteY3420" fmla="*/ 982603 h 4115518"/>
              <a:gd name="connsiteX3421" fmla="*/ 5422314 w 6282234"/>
              <a:gd name="connsiteY3421" fmla="*/ 975968 h 4115518"/>
              <a:gd name="connsiteX3422" fmla="*/ 5428829 w 6282234"/>
              <a:gd name="connsiteY3422" fmla="*/ 946111 h 4115518"/>
              <a:gd name="connsiteX3423" fmla="*/ 1234115 w 6282234"/>
              <a:gd name="connsiteY3423" fmla="*/ 944785 h 4115518"/>
              <a:gd name="connsiteX3424" fmla="*/ 1245841 w 6282234"/>
              <a:gd name="connsiteY3424" fmla="*/ 957058 h 4115518"/>
              <a:gd name="connsiteX3425" fmla="*/ 1281671 w 6282234"/>
              <a:gd name="connsiteY3425" fmla="*/ 948765 h 4115518"/>
              <a:gd name="connsiteX3426" fmla="*/ 1269945 w 6282234"/>
              <a:gd name="connsiteY3426" fmla="*/ 1000185 h 4115518"/>
              <a:gd name="connsiteX3427" fmla="*/ 1293723 w 6282234"/>
              <a:gd name="connsiteY3427" fmla="*/ 1017767 h 4115518"/>
              <a:gd name="connsiteX3428" fmla="*/ 1297631 w 6282234"/>
              <a:gd name="connsiteY3428" fmla="*/ 1036344 h 4115518"/>
              <a:gd name="connsiteX3429" fmla="*/ 1288185 w 6282234"/>
              <a:gd name="connsiteY3429" fmla="*/ 1070181 h 4115518"/>
              <a:gd name="connsiteX3430" fmla="*/ 1269945 w 6282234"/>
              <a:gd name="connsiteY3430" fmla="*/ 1079469 h 4115518"/>
              <a:gd name="connsiteX3431" fmla="*/ 1257893 w 6282234"/>
              <a:gd name="connsiteY3431" fmla="*/ 1102359 h 4115518"/>
              <a:gd name="connsiteX3432" fmla="*/ 1245841 w 6282234"/>
              <a:gd name="connsiteY3432" fmla="*/ 1097051 h 4115518"/>
              <a:gd name="connsiteX3433" fmla="*/ 1238024 w 6282234"/>
              <a:gd name="connsiteY3433" fmla="*/ 1075489 h 4115518"/>
              <a:gd name="connsiteX3434" fmla="*/ 1222063 w 6282234"/>
              <a:gd name="connsiteY3434" fmla="*/ 1051272 h 4115518"/>
              <a:gd name="connsiteX3435" fmla="*/ 1202194 w 6282234"/>
              <a:gd name="connsiteY3435" fmla="*/ 1043310 h 4115518"/>
              <a:gd name="connsiteX3436" fmla="*/ 1186559 w 6282234"/>
              <a:gd name="connsiteY3436" fmla="*/ 1019094 h 4115518"/>
              <a:gd name="connsiteX3437" fmla="*/ 1198285 w 6282234"/>
              <a:gd name="connsiteY3437" fmla="*/ 997530 h 4115518"/>
              <a:gd name="connsiteX3438" fmla="*/ 1210337 w 6282234"/>
              <a:gd name="connsiteY3438" fmla="*/ 1019094 h 4115518"/>
              <a:gd name="connsiteX3439" fmla="*/ 1226298 w 6282234"/>
              <a:gd name="connsiteY3439" fmla="*/ 1017767 h 4115518"/>
              <a:gd name="connsiteX3440" fmla="*/ 1226298 w 6282234"/>
              <a:gd name="connsiteY3440" fmla="*/ 978622 h 4115518"/>
              <a:gd name="connsiteX3441" fmla="*/ 1214246 w 6282234"/>
              <a:gd name="connsiteY3441" fmla="*/ 954405 h 4115518"/>
              <a:gd name="connsiteX3442" fmla="*/ 1345188 w 6282234"/>
              <a:gd name="connsiteY3442" fmla="*/ 929856 h 4115518"/>
              <a:gd name="connsiteX3443" fmla="*/ 1367663 w 6282234"/>
              <a:gd name="connsiteY3443" fmla="*/ 942131 h 4115518"/>
              <a:gd name="connsiteX3444" fmla="*/ 1403493 w 6282234"/>
              <a:gd name="connsiteY3444" fmla="*/ 946111 h 4115518"/>
              <a:gd name="connsiteX3445" fmla="*/ 1386229 w 6282234"/>
              <a:gd name="connsiteY3445" fmla="*/ 981275 h 4115518"/>
              <a:gd name="connsiteX3446" fmla="*/ 1374504 w 6282234"/>
              <a:gd name="connsiteY3446" fmla="*/ 1012127 h 4115518"/>
              <a:gd name="connsiteX3447" fmla="*/ 1350400 w 6282234"/>
              <a:gd name="connsiteY3447" fmla="*/ 1014781 h 4115518"/>
              <a:gd name="connsiteX3448" fmla="*/ 1336067 w 6282234"/>
              <a:gd name="connsiteY3448" fmla="*/ 1053926 h 4115518"/>
              <a:gd name="connsiteX3449" fmla="*/ 1317501 w 6282234"/>
              <a:gd name="connsiteY3449" fmla="*/ 1063546 h 4115518"/>
              <a:gd name="connsiteX3450" fmla="*/ 1317501 w 6282234"/>
              <a:gd name="connsiteY3450" fmla="*/ 1033690 h 4115518"/>
              <a:gd name="connsiteX3451" fmla="*/ 1309358 w 6282234"/>
              <a:gd name="connsiteY3451" fmla="*/ 1019094 h 4115518"/>
              <a:gd name="connsiteX3452" fmla="*/ 1309358 w 6282234"/>
              <a:gd name="connsiteY3452" fmla="*/ 957058 h 4115518"/>
              <a:gd name="connsiteX3453" fmla="*/ 1317501 w 6282234"/>
              <a:gd name="connsiteY3453" fmla="*/ 939477 h 4115518"/>
              <a:gd name="connsiteX3454" fmla="*/ 5425572 w 6282234"/>
              <a:gd name="connsiteY3454" fmla="*/ 921895 h 4115518"/>
              <a:gd name="connsiteX3455" fmla="*/ 5425572 w 6282234"/>
              <a:gd name="connsiteY3455" fmla="*/ 939477 h 4115518"/>
              <a:gd name="connsiteX3456" fmla="*/ 5415801 w 6282234"/>
              <a:gd name="connsiteY3456" fmla="*/ 946111 h 4115518"/>
              <a:gd name="connsiteX3457" fmla="*/ 5409286 w 6282234"/>
              <a:gd name="connsiteY3457" fmla="*/ 927203 h 4115518"/>
              <a:gd name="connsiteX3458" fmla="*/ 864740 w 6282234"/>
              <a:gd name="connsiteY3458" fmla="*/ 905640 h 4115518"/>
              <a:gd name="connsiteX3459" fmla="*/ 888518 w 6282234"/>
              <a:gd name="connsiteY3459" fmla="*/ 924549 h 4115518"/>
              <a:gd name="connsiteX3460" fmla="*/ 928909 w 6282234"/>
              <a:gd name="connsiteY3460" fmla="*/ 924549 h 4115518"/>
              <a:gd name="connsiteX3461" fmla="*/ 940960 w 6282234"/>
              <a:gd name="connsiteY3461" fmla="*/ 936823 h 4115518"/>
              <a:gd name="connsiteX3462" fmla="*/ 967019 w 6282234"/>
              <a:gd name="connsiteY3462" fmla="*/ 972982 h 4115518"/>
              <a:gd name="connsiteX3463" fmla="*/ 900570 w 6282234"/>
              <a:gd name="connsiteY3463" fmla="*/ 1024402 h 4115518"/>
              <a:gd name="connsiteX3464" fmla="*/ 897964 w 6282234"/>
              <a:gd name="connsiteY3464" fmla="*/ 1041984 h 4115518"/>
              <a:gd name="connsiteX3465" fmla="*/ 883632 w 6282234"/>
              <a:gd name="connsiteY3465" fmla="*/ 1053926 h 4115518"/>
              <a:gd name="connsiteX3466" fmla="*/ 874186 w 6282234"/>
              <a:gd name="connsiteY3466" fmla="*/ 1090417 h 4115518"/>
              <a:gd name="connsiteX3467" fmla="*/ 831516 w 6282234"/>
              <a:gd name="connsiteY3467" fmla="*/ 1115961 h 4115518"/>
              <a:gd name="connsiteX3468" fmla="*/ 826630 w 6282234"/>
              <a:gd name="connsiteY3468" fmla="*/ 1102359 h 4115518"/>
              <a:gd name="connsiteX3469" fmla="*/ 814579 w 6282234"/>
              <a:gd name="connsiteY3469" fmla="*/ 1079469 h 4115518"/>
              <a:gd name="connsiteX3470" fmla="*/ 793406 w 6282234"/>
              <a:gd name="connsiteY3470" fmla="*/ 1063546 h 4115518"/>
              <a:gd name="connsiteX3471" fmla="*/ 781354 w 6282234"/>
              <a:gd name="connsiteY3471" fmla="*/ 1066201 h 4115518"/>
              <a:gd name="connsiteX3472" fmla="*/ 790800 w 6282234"/>
              <a:gd name="connsiteY3472" fmla="*/ 1036344 h 4115518"/>
              <a:gd name="connsiteX3473" fmla="*/ 797967 w 6282234"/>
              <a:gd name="connsiteY3473" fmla="*/ 1029709 h 4115518"/>
              <a:gd name="connsiteX3474" fmla="*/ 800246 w 6282234"/>
              <a:gd name="connsiteY3474" fmla="*/ 997530 h 4115518"/>
              <a:gd name="connsiteX3475" fmla="*/ 812299 w 6282234"/>
              <a:gd name="connsiteY3475" fmla="*/ 972982 h 4115518"/>
              <a:gd name="connsiteX3476" fmla="*/ 812299 w 6282234"/>
              <a:gd name="connsiteY3476" fmla="*/ 948765 h 4115518"/>
              <a:gd name="connsiteX3477" fmla="*/ 802852 w 6282234"/>
              <a:gd name="connsiteY3477" fmla="*/ 917914 h 4115518"/>
              <a:gd name="connsiteX3478" fmla="*/ 4920695 w 6282234"/>
              <a:gd name="connsiteY3478" fmla="*/ 902986 h 4115518"/>
              <a:gd name="connsiteX3479" fmla="*/ 4943495 w 6282234"/>
              <a:gd name="connsiteY3479" fmla="*/ 915260 h 4115518"/>
              <a:gd name="connsiteX3480" fmla="*/ 4936981 w 6282234"/>
              <a:gd name="connsiteY3480" fmla="*/ 934169 h 4115518"/>
              <a:gd name="connsiteX3481" fmla="*/ 4914181 w 6282234"/>
              <a:gd name="connsiteY3481" fmla="*/ 921895 h 4115518"/>
              <a:gd name="connsiteX3482" fmla="*/ 2658194 w 6282234"/>
              <a:gd name="connsiteY3482" fmla="*/ 847917 h 4115518"/>
              <a:gd name="connsiteX3483" fmla="*/ 2658194 w 6282234"/>
              <a:gd name="connsiteY3483" fmla="*/ 872134 h 4115518"/>
              <a:gd name="connsiteX3484" fmla="*/ 2643536 w 6282234"/>
              <a:gd name="connsiteY3484" fmla="*/ 873461 h 4115518"/>
              <a:gd name="connsiteX3485" fmla="*/ 2643536 w 6282234"/>
              <a:gd name="connsiteY3485" fmla="*/ 849244 h 4115518"/>
              <a:gd name="connsiteX3486" fmla="*/ 5523290 w 6282234"/>
              <a:gd name="connsiteY3486" fmla="*/ 844932 h 4115518"/>
              <a:gd name="connsiteX3487" fmla="*/ 5552605 w 6282234"/>
              <a:gd name="connsiteY3487" fmla="*/ 844932 h 4115518"/>
              <a:gd name="connsiteX3488" fmla="*/ 5559120 w 6282234"/>
              <a:gd name="connsiteY3488" fmla="*/ 859860 h 4115518"/>
              <a:gd name="connsiteX3489" fmla="*/ 5581921 w 6282234"/>
              <a:gd name="connsiteY3489" fmla="*/ 857206 h 4115518"/>
              <a:gd name="connsiteX3490" fmla="*/ 5591693 w 6282234"/>
              <a:gd name="connsiteY3490" fmla="*/ 881423 h 4115518"/>
              <a:gd name="connsiteX3491" fmla="*/ 5575406 w 6282234"/>
              <a:gd name="connsiteY3491" fmla="*/ 888389 h 4115518"/>
              <a:gd name="connsiteX3492" fmla="*/ 5549348 w 6282234"/>
              <a:gd name="connsiteY3492" fmla="*/ 888389 h 4115518"/>
              <a:gd name="connsiteX3493" fmla="*/ 5513519 w 6282234"/>
              <a:gd name="connsiteY3493" fmla="*/ 857206 h 4115518"/>
              <a:gd name="connsiteX3494" fmla="*/ 1332159 w 6282234"/>
              <a:gd name="connsiteY3494" fmla="*/ 832989 h 4115518"/>
              <a:gd name="connsiteX3495" fmla="*/ 1345188 w 6282234"/>
              <a:gd name="connsiteY3495" fmla="*/ 854552 h 4115518"/>
              <a:gd name="connsiteX3496" fmla="*/ 1347794 w 6282234"/>
              <a:gd name="connsiteY3496" fmla="*/ 881423 h 4115518"/>
              <a:gd name="connsiteX3497" fmla="*/ 1343885 w 6282234"/>
              <a:gd name="connsiteY3497" fmla="*/ 897678 h 4115518"/>
              <a:gd name="connsiteX3498" fmla="*/ 1329227 w 6282234"/>
              <a:gd name="connsiteY3498" fmla="*/ 897678 h 4115518"/>
              <a:gd name="connsiteX3499" fmla="*/ 1293723 w 6282234"/>
              <a:gd name="connsiteY3499" fmla="*/ 873461 h 4115518"/>
              <a:gd name="connsiteX3500" fmla="*/ 1308055 w 6282234"/>
              <a:gd name="connsiteY3500" fmla="*/ 836970 h 4115518"/>
              <a:gd name="connsiteX3501" fmla="*/ 5389741 w 6282234"/>
              <a:gd name="connsiteY3501" fmla="*/ 787210 h 4115518"/>
              <a:gd name="connsiteX3502" fmla="*/ 5402771 w 6282234"/>
              <a:gd name="connsiteY3502" fmla="*/ 811427 h 4115518"/>
              <a:gd name="connsiteX3503" fmla="*/ 5415801 w 6282234"/>
              <a:gd name="connsiteY3503" fmla="*/ 820715 h 4115518"/>
              <a:gd name="connsiteX3504" fmla="*/ 5425572 w 6282234"/>
              <a:gd name="connsiteY3504" fmla="*/ 803465 h 4115518"/>
              <a:gd name="connsiteX3505" fmla="*/ 5438601 w 6282234"/>
              <a:gd name="connsiteY3505" fmla="*/ 796499 h 4115518"/>
              <a:gd name="connsiteX3506" fmla="*/ 5451630 w 6282234"/>
              <a:gd name="connsiteY3506" fmla="*/ 812754 h 4115518"/>
              <a:gd name="connsiteX3507" fmla="*/ 5474431 w 6282234"/>
              <a:gd name="connsiteY3507" fmla="*/ 815407 h 4115518"/>
              <a:gd name="connsiteX3508" fmla="*/ 5497233 w 6282234"/>
              <a:gd name="connsiteY3508" fmla="*/ 836970 h 4115518"/>
              <a:gd name="connsiteX3509" fmla="*/ 5484203 w 6282234"/>
              <a:gd name="connsiteY3509" fmla="*/ 872134 h 4115518"/>
              <a:gd name="connsiteX3510" fmla="*/ 5461401 w 6282234"/>
              <a:gd name="connsiteY3510" fmla="*/ 863841 h 4115518"/>
              <a:gd name="connsiteX3511" fmla="*/ 5445115 w 6282234"/>
              <a:gd name="connsiteY3511" fmla="*/ 873461 h 4115518"/>
              <a:gd name="connsiteX3512" fmla="*/ 5412543 w 6282234"/>
              <a:gd name="connsiteY3512" fmla="*/ 884077 h 4115518"/>
              <a:gd name="connsiteX3513" fmla="*/ 5402771 w 6282234"/>
              <a:gd name="connsiteY3513" fmla="*/ 873461 h 4115518"/>
              <a:gd name="connsiteX3514" fmla="*/ 5396257 w 6282234"/>
              <a:gd name="connsiteY3514" fmla="*/ 896351 h 4115518"/>
              <a:gd name="connsiteX3515" fmla="*/ 5376713 w 6282234"/>
              <a:gd name="connsiteY3515" fmla="*/ 888058 h 4115518"/>
              <a:gd name="connsiteX3516" fmla="*/ 5353912 w 6282234"/>
              <a:gd name="connsiteY3516" fmla="*/ 854552 h 4115518"/>
              <a:gd name="connsiteX3517" fmla="*/ 5360427 w 6282234"/>
              <a:gd name="connsiteY3517" fmla="*/ 808773 h 4115518"/>
              <a:gd name="connsiteX3518" fmla="*/ 1228903 w 6282234"/>
              <a:gd name="connsiteY3518" fmla="*/ 754700 h 4115518"/>
              <a:gd name="connsiteX3519" fmla="*/ 1272550 w 6282234"/>
              <a:gd name="connsiteY3519" fmla="*/ 764320 h 4115518"/>
              <a:gd name="connsiteX3520" fmla="*/ 1276460 w 6282234"/>
              <a:gd name="connsiteY3520" fmla="*/ 793845 h 4115518"/>
              <a:gd name="connsiteX3521" fmla="*/ 1279065 w 6282234"/>
              <a:gd name="connsiteY3521" fmla="*/ 825028 h 4115518"/>
              <a:gd name="connsiteX3522" fmla="*/ 1267014 w 6282234"/>
              <a:gd name="connsiteY3522" fmla="*/ 839624 h 4115518"/>
              <a:gd name="connsiteX3523" fmla="*/ 1269945 w 6282234"/>
              <a:gd name="connsiteY3523" fmla="*/ 872134 h 4115518"/>
              <a:gd name="connsiteX3524" fmla="*/ 1226298 w 6282234"/>
              <a:gd name="connsiteY3524" fmla="*/ 872134 h 4115518"/>
              <a:gd name="connsiteX3525" fmla="*/ 1224668 w 6282234"/>
              <a:gd name="connsiteY3525" fmla="*/ 844932 h 4115518"/>
              <a:gd name="connsiteX3526" fmla="*/ 1186559 w 6282234"/>
              <a:gd name="connsiteY3526" fmla="*/ 836970 h 4115518"/>
              <a:gd name="connsiteX3527" fmla="*/ 1202194 w 6282234"/>
              <a:gd name="connsiteY3527" fmla="*/ 787210 h 4115518"/>
              <a:gd name="connsiteX3528" fmla="*/ 1071903 w 6282234"/>
              <a:gd name="connsiteY3528" fmla="*/ 742758 h 4115518"/>
              <a:gd name="connsiteX3529" fmla="*/ 1086234 w 6282234"/>
              <a:gd name="connsiteY3529" fmla="*/ 748065 h 4115518"/>
              <a:gd name="connsiteX3530" fmla="*/ 1086234 w 6282234"/>
              <a:gd name="connsiteY3530" fmla="*/ 791190 h 4115518"/>
              <a:gd name="connsiteX3531" fmla="*/ 1109687 w 6282234"/>
              <a:gd name="connsiteY3531" fmla="*/ 811427 h 4115518"/>
              <a:gd name="connsiteX3532" fmla="*/ 1130860 w 6282234"/>
              <a:gd name="connsiteY3532" fmla="*/ 803465 h 4115518"/>
              <a:gd name="connsiteX3533" fmla="*/ 1138677 w 6282234"/>
              <a:gd name="connsiteY3533" fmla="*/ 827682 h 4115518"/>
              <a:gd name="connsiteX3534" fmla="*/ 1124345 w 6282234"/>
              <a:gd name="connsiteY3534" fmla="*/ 872134 h 4115518"/>
              <a:gd name="connsiteX3535" fmla="*/ 1107081 w 6282234"/>
              <a:gd name="connsiteY3535" fmla="*/ 878769 h 4115518"/>
              <a:gd name="connsiteX3536" fmla="*/ 1079068 w 6282234"/>
              <a:gd name="connsiteY3536" fmla="*/ 869481 h 4115518"/>
              <a:gd name="connsiteX3537" fmla="*/ 1067343 w 6282234"/>
              <a:gd name="connsiteY3537" fmla="*/ 884077 h 4115518"/>
              <a:gd name="connsiteX3538" fmla="*/ 1053010 w 6282234"/>
              <a:gd name="connsiteY3538" fmla="*/ 884077 h 4115518"/>
              <a:gd name="connsiteX3539" fmla="*/ 1031513 w 6282234"/>
              <a:gd name="connsiteY3539" fmla="*/ 908294 h 4115518"/>
              <a:gd name="connsiteX3540" fmla="*/ 1007735 w 6282234"/>
              <a:gd name="connsiteY3540" fmla="*/ 915260 h 4115518"/>
              <a:gd name="connsiteX3541" fmla="*/ 981350 w 6282234"/>
              <a:gd name="connsiteY3541" fmla="*/ 896351 h 4115518"/>
              <a:gd name="connsiteX3542" fmla="*/ 1010015 w 6282234"/>
              <a:gd name="connsiteY3542" fmla="*/ 876116 h 4115518"/>
              <a:gd name="connsiteX3543" fmla="*/ 959853 w 6282234"/>
              <a:gd name="connsiteY3543" fmla="*/ 876116 h 4115518"/>
              <a:gd name="connsiteX3544" fmla="*/ 928909 w 6282234"/>
              <a:gd name="connsiteY3544" fmla="*/ 859860 h 4115518"/>
              <a:gd name="connsiteX3545" fmla="*/ 943241 w 6282234"/>
              <a:gd name="connsiteY3545" fmla="*/ 793845 h 4115518"/>
              <a:gd name="connsiteX3546" fmla="*/ 974185 w 6282234"/>
              <a:gd name="connsiteY3546" fmla="*/ 764320 h 4115518"/>
              <a:gd name="connsiteX3547" fmla="*/ 988516 w 6282234"/>
              <a:gd name="connsiteY3547" fmla="*/ 787210 h 4115518"/>
              <a:gd name="connsiteX3548" fmla="*/ 1007735 w 6282234"/>
              <a:gd name="connsiteY3548" fmla="*/ 784556 h 4115518"/>
              <a:gd name="connsiteX3549" fmla="*/ 1022066 w 6282234"/>
              <a:gd name="connsiteY3549" fmla="*/ 815407 h 4115518"/>
              <a:gd name="connsiteX3550" fmla="*/ 1036073 w 6282234"/>
              <a:gd name="connsiteY3550" fmla="*/ 830336 h 4115518"/>
              <a:gd name="connsiteX3551" fmla="*/ 1079068 w 6282234"/>
              <a:gd name="connsiteY3551" fmla="*/ 836970 h 4115518"/>
              <a:gd name="connsiteX3552" fmla="*/ 1067343 w 6282234"/>
              <a:gd name="connsiteY3552" fmla="*/ 818062 h 4115518"/>
              <a:gd name="connsiteX3553" fmla="*/ 1071903 w 6282234"/>
              <a:gd name="connsiteY3553" fmla="*/ 796499 h 4115518"/>
              <a:gd name="connsiteX3554" fmla="*/ 1053010 w 6282234"/>
              <a:gd name="connsiteY3554" fmla="*/ 781902 h 4115518"/>
              <a:gd name="connsiteX3555" fmla="*/ 4145464 w 6282234"/>
              <a:gd name="connsiteY3555" fmla="*/ 726503 h 4115518"/>
              <a:gd name="connsiteX3556" fmla="*/ 4165009 w 6282234"/>
              <a:gd name="connsiteY3556" fmla="*/ 730483 h 4115518"/>
              <a:gd name="connsiteX3557" fmla="*/ 4171522 w 6282234"/>
              <a:gd name="connsiteY3557" fmla="*/ 742758 h 4115518"/>
              <a:gd name="connsiteX3558" fmla="*/ 4171522 w 6282234"/>
              <a:gd name="connsiteY3558" fmla="*/ 762993 h 4115518"/>
              <a:gd name="connsiteX3559" fmla="*/ 4161751 w 6282234"/>
              <a:gd name="connsiteY3559" fmla="*/ 781902 h 4115518"/>
              <a:gd name="connsiteX3560" fmla="*/ 4135693 w 6282234"/>
              <a:gd name="connsiteY3560" fmla="*/ 799152 h 4115518"/>
              <a:gd name="connsiteX3561" fmla="*/ 4044489 w 6282234"/>
              <a:gd name="connsiteY3561" fmla="*/ 847917 h 4115518"/>
              <a:gd name="connsiteX3562" fmla="*/ 4021688 w 6282234"/>
              <a:gd name="connsiteY3562" fmla="*/ 873461 h 4115518"/>
              <a:gd name="connsiteX3563" fmla="*/ 4021688 w 6282234"/>
              <a:gd name="connsiteY3563" fmla="*/ 888389 h 4115518"/>
              <a:gd name="connsiteX3564" fmla="*/ 4005401 w 6282234"/>
              <a:gd name="connsiteY3564" fmla="*/ 896351 h 4115518"/>
              <a:gd name="connsiteX3565" fmla="*/ 3995630 w 6282234"/>
              <a:gd name="connsiteY3565" fmla="*/ 924549 h 4115518"/>
              <a:gd name="connsiteX3566" fmla="*/ 3976086 w 6282234"/>
              <a:gd name="connsiteY3566" fmla="*/ 936823 h 4115518"/>
              <a:gd name="connsiteX3567" fmla="*/ 3979344 w 6282234"/>
              <a:gd name="connsiteY3567" fmla="*/ 951420 h 4115518"/>
              <a:gd name="connsiteX3568" fmla="*/ 3959799 w 6282234"/>
              <a:gd name="connsiteY3568" fmla="*/ 987910 h 4115518"/>
              <a:gd name="connsiteX3569" fmla="*/ 3927227 w 6282234"/>
              <a:gd name="connsiteY3569" fmla="*/ 975968 h 4115518"/>
              <a:gd name="connsiteX3570" fmla="*/ 3914198 w 6282234"/>
              <a:gd name="connsiteY3570" fmla="*/ 975968 h 4115518"/>
              <a:gd name="connsiteX3571" fmla="*/ 3907683 w 6282234"/>
              <a:gd name="connsiteY3571" fmla="*/ 954405 h 4115518"/>
              <a:gd name="connsiteX3572" fmla="*/ 3930485 w 6282234"/>
              <a:gd name="connsiteY3572" fmla="*/ 929856 h 4115518"/>
              <a:gd name="connsiteX3573" fmla="*/ 3936998 w 6282234"/>
              <a:gd name="connsiteY3573" fmla="*/ 897678 h 4115518"/>
              <a:gd name="connsiteX3574" fmla="*/ 3953285 w 6282234"/>
              <a:gd name="connsiteY3574" fmla="*/ 893698 h 4115518"/>
              <a:gd name="connsiteX3575" fmla="*/ 3953285 w 6282234"/>
              <a:gd name="connsiteY3575" fmla="*/ 878769 h 4115518"/>
              <a:gd name="connsiteX3576" fmla="*/ 3963057 w 6282234"/>
              <a:gd name="connsiteY3576" fmla="*/ 847917 h 4115518"/>
              <a:gd name="connsiteX3577" fmla="*/ 3985857 w 6282234"/>
              <a:gd name="connsiteY3577" fmla="*/ 832989 h 4115518"/>
              <a:gd name="connsiteX3578" fmla="*/ 3998887 w 6282234"/>
              <a:gd name="connsiteY3578" fmla="*/ 812754 h 4115518"/>
              <a:gd name="connsiteX3579" fmla="*/ 4015173 w 6282234"/>
              <a:gd name="connsiteY3579" fmla="*/ 803465 h 4115518"/>
              <a:gd name="connsiteX3580" fmla="*/ 4044489 w 6282234"/>
              <a:gd name="connsiteY3580" fmla="*/ 778917 h 4115518"/>
              <a:gd name="connsiteX3581" fmla="*/ 4057517 w 6282234"/>
              <a:gd name="connsiteY3581" fmla="*/ 788537 h 4115518"/>
              <a:gd name="connsiteX3582" fmla="*/ 4086833 w 6282234"/>
              <a:gd name="connsiteY3582" fmla="*/ 778917 h 4115518"/>
              <a:gd name="connsiteX3583" fmla="*/ 4129177 w 6282234"/>
              <a:gd name="connsiteY3583" fmla="*/ 738776 h 4115518"/>
              <a:gd name="connsiteX3584" fmla="*/ 1308055 w 6282234"/>
              <a:gd name="connsiteY3584" fmla="*/ 721195 h 4115518"/>
              <a:gd name="connsiteX3585" fmla="*/ 1343885 w 6282234"/>
              <a:gd name="connsiteY3585" fmla="*/ 733137 h 4115518"/>
              <a:gd name="connsiteX3586" fmla="*/ 1355937 w 6282234"/>
              <a:gd name="connsiteY3586" fmla="*/ 757353 h 4115518"/>
              <a:gd name="connsiteX3587" fmla="*/ 1383624 w 6282234"/>
              <a:gd name="connsiteY3587" fmla="*/ 750719 h 4115518"/>
              <a:gd name="connsiteX3588" fmla="*/ 1391441 w 6282234"/>
              <a:gd name="connsiteY3588" fmla="*/ 793845 h 4115518"/>
              <a:gd name="connsiteX3589" fmla="*/ 1388836 w 6282234"/>
              <a:gd name="connsiteY3589" fmla="*/ 812754 h 4115518"/>
              <a:gd name="connsiteX3590" fmla="*/ 1404796 w 6282234"/>
              <a:gd name="connsiteY3590" fmla="*/ 806119 h 4115518"/>
              <a:gd name="connsiteX3591" fmla="*/ 1439323 w 6282234"/>
              <a:gd name="connsiteY3591" fmla="*/ 836970 h 4115518"/>
              <a:gd name="connsiteX3592" fmla="*/ 1454958 w 6282234"/>
              <a:gd name="connsiteY3592" fmla="*/ 830336 h 4115518"/>
              <a:gd name="connsiteX3593" fmla="*/ 1469616 w 6282234"/>
              <a:gd name="connsiteY3593" fmla="*/ 844932 h 4115518"/>
              <a:gd name="connsiteX3594" fmla="*/ 1511960 w 6282234"/>
              <a:gd name="connsiteY3594" fmla="*/ 815407 h 4115518"/>
              <a:gd name="connsiteX3595" fmla="*/ 1541275 w 6282234"/>
              <a:gd name="connsiteY3595" fmla="*/ 815407 h 4115518"/>
              <a:gd name="connsiteX3596" fmla="*/ 1576780 w 6282234"/>
              <a:gd name="connsiteY3596" fmla="*/ 830336 h 4115518"/>
              <a:gd name="connsiteX3597" fmla="*/ 1591438 w 6282234"/>
              <a:gd name="connsiteY3597" fmla="*/ 847917 h 4115518"/>
              <a:gd name="connsiteX3598" fmla="*/ 1588832 w 6282234"/>
              <a:gd name="connsiteY3598" fmla="*/ 872134 h 4115518"/>
              <a:gd name="connsiteX3599" fmla="*/ 1576780 w 6282234"/>
              <a:gd name="connsiteY3599" fmla="*/ 902986 h 4115518"/>
              <a:gd name="connsiteX3600" fmla="*/ 1550396 w 6282234"/>
              <a:gd name="connsiteY3600" fmla="*/ 909621 h 4115518"/>
              <a:gd name="connsiteX3601" fmla="*/ 1522709 w 6282234"/>
              <a:gd name="connsiteY3601" fmla="*/ 900332 h 4115518"/>
              <a:gd name="connsiteX3602" fmla="*/ 1508051 w 6282234"/>
              <a:gd name="connsiteY3602" fmla="*/ 908294 h 4115518"/>
              <a:gd name="connsiteX3603" fmla="*/ 1448443 w 6282234"/>
              <a:gd name="connsiteY3603" fmla="*/ 909621 h 4115518"/>
              <a:gd name="connsiteX3604" fmla="*/ 1422060 w 6282234"/>
              <a:gd name="connsiteY3604" fmla="*/ 900332 h 4115518"/>
              <a:gd name="connsiteX3605" fmla="*/ 1407402 w 6282234"/>
              <a:gd name="connsiteY3605" fmla="*/ 905640 h 4115518"/>
              <a:gd name="connsiteX3606" fmla="*/ 1381018 w 6282234"/>
              <a:gd name="connsiteY3606" fmla="*/ 897678 h 4115518"/>
              <a:gd name="connsiteX3607" fmla="*/ 1365058 w 6282234"/>
              <a:gd name="connsiteY3607" fmla="*/ 859860 h 4115518"/>
              <a:gd name="connsiteX3608" fmla="*/ 1371571 w 6282234"/>
              <a:gd name="connsiteY3608" fmla="*/ 832989 h 4115518"/>
              <a:gd name="connsiteX3609" fmla="*/ 1357240 w 6282234"/>
              <a:gd name="connsiteY3609" fmla="*/ 787210 h 4115518"/>
              <a:gd name="connsiteX3610" fmla="*/ 1324016 w 6282234"/>
              <a:gd name="connsiteY3610" fmla="*/ 781902 h 4115518"/>
              <a:gd name="connsiteX3611" fmla="*/ 1305449 w 6282234"/>
              <a:gd name="connsiteY3611" fmla="*/ 772282 h 4115518"/>
              <a:gd name="connsiteX3612" fmla="*/ 1288185 w 6282234"/>
              <a:gd name="connsiteY3612" fmla="*/ 733137 h 4115518"/>
              <a:gd name="connsiteX3613" fmla="*/ 910017 w 6282234"/>
              <a:gd name="connsiteY3613" fmla="*/ 699631 h 4115518"/>
              <a:gd name="connsiteX3614" fmla="*/ 940960 w 6282234"/>
              <a:gd name="connsiteY3614" fmla="*/ 702286 h 4115518"/>
              <a:gd name="connsiteX3615" fmla="*/ 957572 w 6282234"/>
              <a:gd name="connsiteY3615" fmla="*/ 750719 h 4115518"/>
              <a:gd name="connsiteX3616" fmla="*/ 950407 w 6282234"/>
              <a:gd name="connsiteY3616" fmla="*/ 760340 h 4115518"/>
              <a:gd name="connsiteX3617" fmla="*/ 926629 w 6282234"/>
              <a:gd name="connsiteY3617" fmla="*/ 781902 h 4115518"/>
              <a:gd name="connsiteX3618" fmla="*/ 907736 w 6282234"/>
              <a:gd name="connsiteY3618" fmla="*/ 769628 h 4115518"/>
              <a:gd name="connsiteX3619" fmla="*/ 893405 w 6282234"/>
              <a:gd name="connsiteY3619" fmla="*/ 808773 h 4115518"/>
              <a:gd name="connsiteX3620" fmla="*/ 843242 w 6282234"/>
              <a:gd name="connsiteY3620" fmla="*/ 808773 h 4115518"/>
              <a:gd name="connsiteX3621" fmla="*/ 833796 w 6282234"/>
              <a:gd name="connsiteY3621" fmla="*/ 796499 h 4115518"/>
              <a:gd name="connsiteX3622" fmla="*/ 843242 w 6282234"/>
              <a:gd name="connsiteY3622" fmla="*/ 774935 h 4115518"/>
              <a:gd name="connsiteX3623" fmla="*/ 857574 w 6282234"/>
              <a:gd name="connsiteY3623" fmla="*/ 769628 h 4115518"/>
              <a:gd name="connsiteX3624" fmla="*/ 883632 w 6282234"/>
              <a:gd name="connsiteY3624" fmla="*/ 726503 h 4115518"/>
              <a:gd name="connsiteX3625" fmla="*/ 4787147 w 6282234"/>
              <a:gd name="connsiteY3625" fmla="*/ 672429 h 4115518"/>
              <a:gd name="connsiteX3626" fmla="*/ 4816463 w 6282234"/>
              <a:gd name="connsiteY3626" fmla="*/ 693992 h 4115518"/>
              <a:gd name="connsiteX3627" fmla="*/ 4809947 w 6282234"/>
              <a:gd name="connsiteY3627" fmla="*/ 718541 h 4115518"/>
              <a:gd name="connsiteX3628" fmla="*/ 4839263 w 6282234"/>
              <a:gd name="connsiteY3628" fmla="*/ 726503 h 4115518"/>
              <a:gd name="connsiteX3629" fmla="*/ 4842521 w 6282234"/>
              <a:gd name="connsiteY3629" fmla="*/ 733137 h 4115518"/>
              <a:gd name="connsiteX3630" fmla="*/ 4822977 w 6282234"/>
              <a:gd name="connsiteY3630" fmla="*/ 764320 h 4115518"/>
              <a:gd name="connsiteX3631" fmla="*/ 4849035 w 6282234"/>
              <a:gd name="connsiteY3631" fmla="*/ 762993 h 4115518"/>
              <a:gd name="connsiteX3632" fmla="*/ 4849035 w 6282234"/>
              <a:gd name="connsiteY3632" fmla="*/ 748065 h 4115518"/>
              <a:gd name="connsiteX3633" fmla="*/ 4904409 w 6282234"/>
              <a:gd name="connsiteY3633" fmla="*/ 745411 h 4115518"/>
              <a:gd name="connsiteX3634" fmla="*/ 4933723 w 6282234"/>
              <a:gd name="connsiteY3634" fmla="*/ 778917 h 4115518"/>
              <a:gd name="connsiteX3635" fmla="*/ 4943495 w 6282234"/>
              <a:gd name="connsiteY3635" fmla="*/ 784556 h 4115518"/>
              <a:gd name="connsiteX3636" fmla="*/ 4953268 w 6282234"/>
              <a:gd name="connsiteY3636" fmla="*/ 812754 h 4115518"/>
              <a:gd name="connsiteX3637" fmla="*/ 4946753 w 6282234"/>
              <a:gd name="connsiteY3637" fmla="*/ 827682 h 4115518"/>
              <a:gd name="connsiteX3638" fmla="*/ 4950010 w 6282234"/>
              <a:gd name="connsiteY3638" fmla="*/ 854552 h 4115518"/>
              <a:gd name="connsiteX3639" fmla="*/ 4936981 w 6282234"/>
              <a:gd name="connsiteY3639" fmla="*/ 873461 h 4115518"/>
              <a:gd name="connsiteX3640" fmla="*/ 4923952 w 6282234"/>
              <a:gd name="connsiteY3640" fmla="*/ 881423 h 4115518"/>
              <a:gd name="connsiteX3641" fmla="*/ 4917437 w 6282234"/>
              <a:gd name="connsiteY3641" fmla="*/ 896351 h 4115518"/>
              <a:gd name="connsiteX3642" fmla="*/ 4884865 w 6282234"/>
              <a:gd name="connsiteY3642" fmla="*/ 915260 h 4115518"/>
              <a:gd name="connsiteX3643" fmla="*/ 4881607 w 6282234"/>
              <a:gd name="connsiteY3643" fmla="*/ 927203 h 4115518"/>
              <a:gd name="connsiteX3644" fmla="*/ 4868579 w 6282234"/>
              <a:gd name="connsiteY3644" fmla="*/ 936823 h 4115518"/>
              <a:gd name="connsiteX3645" fmla="*/ 4855550 w 6282234"/>
              <a:gd name="connsiteY3645" fmla="*/ 961040 h 4115518"/>
              <a:gd name="connsiteX3646" fmla="*/ 4836005 w 6282234"/>
              <a:gd name="connsiteY3646" fmla="*/ 963693 h 4115518"/>
              <a:gd name="connsiteX3647" fmla="*/ 4819719 w 6282234"/>
              <a:gd name="connsiteY3647" fmla="*/ 994545 h 4115518"/>
              <a:gd name="connsiteX3648" fmla="*/ 4845777 w 6282234"/>
              <a:gd name="connsiteY3648" fmla="*/ 993218 h 4115518"/>
              <a:gd name="connsiteX3649" fmla="*/ 4888123 w 6282234"/>
              <a:gd name="connsiteY3649" fmla="*/ 970328 h 4115518"/>
              <a:gd name="connsiteX3650" fmla="*/ 4878350 w 6282234"/>
              <a:gd name="connsiteY3650" fmla="*/ 951420 h 4115518"/>
              <a:gd name="connsiteX3651" fmla="*/ 4891379 w 6282234"/>
              <a:gd name="connsiteY3651" fmla="*/ 939477 h 4115518"/>
              <a:gd name="connsiteX3652" fmla="*/ 4920695 w 6282234"/>
              <a:gd name="connsiteY3652" fmla="*/ 958386 h 4115518"/>
              <a:gd name="connsiteX3653" fmla="*/ 4933723 w 6282234"/>
              <a:gd name="connsiteY3653" fmla="*/ 957058 h 4115518"/>
              <a:gd name="connsiteX3654" fmla="*/ 4946753 w 6282234"/>
              <a:gd name="connsiteY3654" fmla="*/ 970328 h 4115518"/>
              <a:gd name="connsiteX3655" fmla="*/ 4976068 w 6282234"/>
              <a:gd name="connsiteY3655" fmla="*/ 958386 h 4115518"/>
              <a:gd name="connsiteX3656" fmla="*/ 5011899 w 6282234"/>
              <a:gd name="connsiteY3656" fmla="*/ 966348 h 4115518"/>
              <a:gd name="connsiteX3657" fmla="*/ 5034699 w 6282234"/>
              <a:gd name="connsiteY3657" fmla="*/ 966348 h 4115518"/>
              <a:gd name="connsiteX3658" fmla="*/ 5034699 w 6282234"/>
              <a:gd name="connsiteY3658" fmla="*/ 990564 h 4115518"/>
              <a:gd name="connsiteX3659" fmla="*/ 5057499 w 6282234"/>
              <a:gd name="connsiteY3659" fmla="*/ 1000185 h 4115518"/>
              <a:gd name="connsiteX3660" fmla="*/ 5093331 w 6282234"/>
              <a:gd name="connsiteY3660" fmla="*/ 1009473 h 4115518"/>
              <a:gd name="connsiteX3661" fmla="*/ 5119389 w 6282234"/>
              <a:gd name="connsiteY3661" fmla="*/ 1019094 h 4115518"/>
              <a:gd name="connsiteX3662" fmla="*/ 5142189 w 6282234"/>
              <a:gd name="connsiteY3662" fmla="*/ 1024402 h 4115518"/>
              <a:gd name="connsiteX3663" fmla="*/ 5164991 w 6282234"/>
              <a:gd name="connsiteY3663" fmla="*/ 1045964 h 4115518"/>
              <a:gd name="connsiteX3664" fmla="*/ 5191049 w 6282234"/>
              <a:gd name="connsiteY3664" fmla="*/ 1041984 h 4115518"/>
              <a:gd name="connsiteX3665" fmla="*/ 5220363 w 6282234"/>
              <a:gd name="connsiteY3665" fmla="*/ 1087763 h 4115518"/>
              <a:gd name="connsiteX3666" fmla="*/ 5230136 w 6282234"/>
              <a:gd name="connsiteY3666" fmla="*/ 1111980 h 4115518"/>
              <a:gd name="connsiteX3667" fmla="*/ 5249679 w 6282234"/>
              <a:gd name="connsiteY3667" fmla="*/ 1130888 h 4115518"/>
              <a:gd name="connsiteX3668" fmla="*/ 5259451 w 6282234"/>
              <a:gd name="connsiteY3668" fmla="*/ 1123923 h 4115518"/>
              <a:gd name="connsiteX3669" fmla="*/ 5278995 w 6282234"/>
              <a:gd name="connsiteY3669" fmla="*/ 1067527 h 4115518"/>
              <a:gd name="connsiteX3670" fmla="*/ 5288767 w 6282234"/>
              <a:gd name="connsiteY3670" fmla="*/ 1085109 h 4115518"/>
              <a:gd name="connsiteX3671" fmla="*/ 5311567 w 6282234"/>
              <a:gd name="connsiteY3671" fmla="*/ 1097051 h 4115518"/>
              <a:gd name="connsiteX3672" fmla="*/ 5334367 w 6282234"/>
              <a:gd name="connsiteY3672" fmla="*/ 1082456 h 4115518"/>
              <a:gd name="connsiteX3673" fmla="*/ 5347397 w 6282234"/>
              <a:gd name="connsiteY3673" fmla="*/ 1085109 h 4115518"/>
              <a:gd name="connsiteX3674" fmla="*/ 5363683 w 6282234"/>
              <a:gd name="connsiteY3674" fmla="*/ 1099706 h 4115518"/>
              <a:gd name="connsiteX3675" fmla="*/ 5373455 w 6282234"/>
              <a:gd name="connsiteY3675" fmla="*/ 1085109 h 4115518"/>
              <a:gd name="connsiteX3676" fmla="*/ 5386485 w 6282234"/>
              <a:gd name="connsiteY3676" fmla="*/ 1082456 h 4115518"/>
              <a:gd name="connsiteX3677" fmla="*/ 5396257 w 6282234"/>
              <a:gd name="connsiteY3677" fmla="*/ 1090417 h 4115518"/>
              <a:gd name="connsiteX3678" fmla="*/ 5406028 w 6282234"/>
              <a:gd name="connsiteY3678" fmla="*/ 1087763 h 4115518"/>
              <a:gd name="connsiteX3679" fmla="*/ 5399514 w 6282234"/>
              <a:gd name="connsiteY3679" fmla="*/ 1066201 h 4115518"/>
              <a:gd name="connsiteX3680" fmla="*/ 5406028 w 6282234"/>
              <a:gd name="connsiteY3680" fmla="*/ 1048618 h 4115518"/>
              <a:gd name="connsiteX3681" fmla="*/ 5425572 w 6282234"/>
              <a:gd name="connsiteY3681" fmla="*/ 1019094 h 4115518"/>
              <a:gd name="connsiteX3682" fmla="*/ 5435343 w 6282234"/>
              <a:gd name="connsiteY3682" fmla="*/ 1017767 h 4115518"/>
              <a:gd name="connsiteX3683" fmla="*/ 5467917 w 6282234"/>
              <a:gd name="connsiteY3683" fmla="*/ 1021747 h 4115518"/>
              <a:gd name="connsiteX3684" fmla="*/ 5493975 w 6282234"/>
              <a:gd name="connsiteY3684" fmla="*/ 1036344 h 4115518"/>
              <a:gd name="connsiteX3685" fmla="*/ 5490717 w 6282234"/>
              <a:gd name="connsiteY3685" fmla="*/ 1048618 h 4115518"/>
              <a:gd name="connsiteX3686" fmla="*/ 5533062 w 6282234"/>
              <a:gd name="connsiteY3686" fmla="*/ 1041984 h 4115518"/>
              <a:gd name="connsiteX3687" fmla="*/ 5552605 w 6282234"/>
              <a:gd name="connsiteY3687" fmla="*/ 1043310 h 4115518"/>
              <a:gd name="connsiteX3688" fmla="*/ 5575406 w 6282234"/>
              <a:gd name="connsiteY3688" fmla="*/ 1053926 h 4115518"/>
              <a:gd name="connsiteX3689" fmla="*/ 5581921 w 6282234"/>
              <a:gd name="connsiteY3689" fmla="*/ 1063546 h 4115518"/>
              <a:gd name="connsiteX3690" fmla="*/ 5575406 w 6282234"/>
              <a:gd name="connsiteY3690" fmla="*/ 1082456 h 4115518"/>
              <a:gd name="connsiteX3691" fmla="*/ 5607979 w 6282234"/>
              <a:gd name="connsiteY3691" fmla="*/ 1102359 h 4115518"/>
              <a:gd name="connsiteX3692" fmla="*/ 5627523 w 6282234"/>
              <a:gd name="connsiteY3692" fmla="*/ 1126908 h 4115518"/>
              <a:gd name="connsiteX3693" fmla="*/ 5643809 w 6282234"/>
              <a:gd name="connsiteY3693" fmla="*/ 1123923 h 4115518"/>
              <a:gd name="connsiteX3694" fmla="*/ 5682896 w 6282234"/>
              <a:gd name="connsiteY3694" fmla="*/ 1111980 h 4115518"/>
              <a:gd name="connsiteX3695" fmla="*/ 5718727 w 6282234"/>
              <a:gd name="connsiteY3695" fmla="*/ 1114633 h 4115518"/>
              <a:gd name="connsiteX3696" fmla="*/ 5748041 w 6282234"/>
              <a:gd name="connsiteY3696" fmla="*/ 1136196 h 4115518"/>
              <a:gd name="connsiteX3697" fmla="*/ 5757814 w 6282234"/>
              <a:gd name="connsiteY3697" fmla="*/ 1157760 h 4115518"/>
              <a:gd name="connsiteX3698" fmla="*/ 5748041 w 6282234"/>
              <a:gd name="connsiteY3698" fmla="*/ 1175342 h 4115518"/>
              <a:gd name="connsiteX3699" fmla="*/ 5770843 w 6282234"/>
              <a:gd name="connsiteY3699" fmla="*/ 1188942 h 4115518"/>
              <a:gd name="connsiteX3700" fmla="*/ 5780614 w 6282234"/>
              <a:gd name="connsiteY3700" fmla="*/ 1200885 h 4115518"/>
              <a:gd name="connsiteX3701" fmla="*/ 5793643 w 6282234"/>
              <a:gd name="connsiteY3701" fmla="*/ 1188942 h 4115518"/>
              <a:gd name="connsiteX3702" fmla="*/ 5826216 w 6282234"/>
              <a:gd name="connsiteY3702" fmla="*/ 1181976 h 4115518"/>
              <a:gd name="connsiteX3703" fmla="*/ 5832731 w 6282234"/>
              <a:gd name="connsiteY3703" fmla="*/ 1191597 h 4115518"/>
              <a:gd name="connsiteX3704" fmla="*/ 5875075 w 6282234"/>
              <a:gd name="connsiteY3704" fmla="*/ 1196904 h 4115518"/>
              <a:gd name="connsiteX3705" fmla="*/ 5891361 w 6282234"/>
              <a:gd name="connsiteY3705" fmla="*/ 1181976 h 4115518"/>
              <a:gd name="connsiteX3706" fmla="*/ 5901133 w 6282234"/>
              <a:gd name="connsiteY3706" fmla="*/ 1194250 h 4115518"/>
              <a:gd name="connsiteX3707" fmla="*/ 5897877 w 6282234"/>
              <a:gd name="connsiteY3707" fmla="*/ 1206193 h 4115518"/>
              <a:gd name="connsiteX3708" fmla="*/ 5917419 w 6282234"/>
              <a:gd name="connsiteY3708" fmla="*/ 1218467 h 4115518"/>
              <a:gd name="connsiteX3709" fmla="*/ 5917419 w 6282234"/>
              <a:gd name="connsiteY3709" fmla="*/ 1230409 h 4115518"/>
              <a:gd name="connsiteX3710" fmla="*/ 5936964 w 6282234"/>
              <a:gd name="connsiteY3710" fmla="*/ 1230409 h 4115518"/>
              <a:gd name="connsiteX3711" fmla="*/ 5946735 w 6282234"/>
              <a:gd name="connsiteY3711" fmla="*/ 1218467 h 4115518"/>
              <a:gd name="connsiteX3712" fmla="*/ 5940221 w 6282234"/>
              <a:gd name="connsiteY3712" fmla="*/ 1191597 h 4115518"/>
              <a:gd name="connsiteX3713" fmla="*/ 5936964 w 6282234"/>
              <a:gd name="connsiteY3713" fmla="*/ 1164394 h 4115518"/>
              <a:gd name="connsiteX3714" fmla="*/ 5976050 w 6282234"/>
              <a:gd name="connsiteY3714" fmla="*/ 1172687 h 4115518"/>
              <a:gd name="connsiteX3715" fmla="*/ 5982565 w 6282234"/>
              <a:gd name="connsiteY3715" fmla="*/ 1176668 h 4115518"/>
              <a:gd name="connsiteX3716" fmla="*/ 6034682 w 6282234"/>
              <a:gd name="connsiteY3716" fmla="*/ 1175342 h 4115518"/>
              <a:gd name="connsiteX3717" fmla="*/ 6080283 w 6282234"/>
              <a:gd name="connsiteY3717" fmla="*/ 1206193 h 4115518"/>
              <a:gd name="connsiteX3718" fmla="*/ 6090055 w 6282234"/>
              <a:gd name="connsiteY3718" fmla="*/ 1208847 h 4115518"/>
              <a:gd name="connsiteX3719" fmla="*/ 6103084 w 6282234"/>
              <a:gd name="connsiteY3719" fmla="*/ 1221121 h 4115518"/>
              <a:gd name="connsiteX3720" fmla="*/ 6112856 w 6282234"/>
              <a:gd name="connsiteY3720" fmla="*/ 1225102 h 4115518"/>
              <a:gd name="connsiteX3721" fmla="*/ 6122629 w 6282234"/>
              <a:gd name="connsiteY3721" fmla="*/ 1233395 h 4115518"/>
              <a:gd name="connsiteX3722" fmla="*/ 6125885 w 6282234"/>
              <a:gd name="connsiteY3722" fmla="*/ 1242684 h 4115518"/>
              <a:gd name="connsiteX3723" fmla="*/ 6132400 w 6282234"/>
              <a:gd name="connsiteY3723" fmla="*/ 1247992 h 4115518"/>
              <a:gd name="connsiteX3724" fmla="*/ 6184516 w 6282234"/>
              <a:gd name="connsiteY3724" fmla="*/ 1284483 h 4115518"/>
              <a:gd name="connsiteX3725" fmla="*/ 6194287 w 6282234"/>
              <a:gd name="connsiteY3725" fmla="*/ 1324954 h 4115518"/>
              <a:gd name="connsiteX3726" fmla="*/ 6200803 w 6282234"/>
              <a:gd name="connsiteY3726" fmla="*/ 1332916 h 4115518"/>
              <a:gd name="connsiteX3727" fmla="*/ 6207317 w 6282234"/>
              <a:gd name="connsiteY3727" fmla="*/ 1324954 h 4115518"/>
              <a:gd name="connsiteX3728" fmla="*/ 6200803 w 6282234"/>
              <a:gd name="connsiteY3728" fmla="*/ 1312680 h 4115518"/>
              <a:gd name="connsiteX3729" fmla="*/ 6210574 w 6282234"/>
              <a:gd name="connsiteY3729" fmla="*/ 1308699 h 4115518"/>
              <a:gd name="connsiteX3730" fmla="*/ 6230118 w 6282234"/>
              <a:gd name="connsiteY3730" fmla="*/ 1318320 h 4115518"/>
              <a:gd name="connsiteX3731" fmla="*/ 6239889 w 6282234"/>
              <a:gd name="connsiteY3731" fmla="*/ 1318320 h 4115518"/>
              <a:gd name="connsiteX3732" fmla="*/ 6272463 w 6282234"/>
              <a:gd name="connsiteY3732" fmla="*/ 1351825 h 4115518"/>
              <a:gd name="connsiteX3733" fmla="*/ 6282234 w 6282234"/>
              <a:gd name="connsiteY3733" fmla="*/ 1354478 h 4115518"/>
              <a:gd name="connsiteX3734" fmla="*/ 6265947 w 6282234"/>
              <a:gd name="connsiteY3734" fmla="*/ 1366753 h 4115518"/>
              <a:gd name="connsiteX3735" fmla="*/ 6265947 w 6282234"/>
              <a:gd name="connsiteY3735" fmla="*/ 1376042 h 4115518"/>
              <a:gd name="connsiteX3736" fmla="*/ 6259433 w 6282234"/>
              <a:gd name="connsiteY3736" fmla="*/ 1378695 h 4115518"/>
              <a:gd name="connsiteX3737" fmla="*/ 6243147 w 6282234"/>
              <a:gd name="connsiteY3737" fmla="*/ 1381682 h 4115518"/>
              <a:gd name="connsiteX3738" fmla="*/ 6236633 w 6282234"/>
              <a:gd name="connsiteY3738" fmla="*/ 1390970 h 4115518"/>
              <a:gd name="connsiteX3739" fmla="*/ 6236633 w 6282234"/>
              <a:gd name="connsiteY3739" fmla="*/ 1400258 h 4115518"/>
              <a:gd name="connsiteX3740" fmla="*/ 6230118 w 6282234"/>
              <a:gd name="connsiteY3740" fmla="*/ 1407225 h 4115518"/>
              <a:gd name="connsiteX3741" fmla="*/ 6226860 w 6282234"/>
              <a:gd name="connsiteY3741" fmla="*/ 1419167 h 4115518"/>
              <a:gd name="connsiteX3742" fmla="*/ 6236633 w 6282234"/>
              <a:gd name="connsiteY3742" fmla="*/ 1421822 h 4115518"/>
              <a:gd name="connsiteX3743" fmla="*/ 6223603 w 6282234"/>
              <a:gd name="connsiteY3743" fmla="*/ 1431442 h 4115518"/>
              <a:gd name="connsiteX3744" fmla="*/ 6207317 w 6282234"/>
              <a:gd name="connsiteY3744" fmla="*/ 1427461 h 4115518"/>
              <a:gd name="connsiteX3745" fmla="*/ 6197545 w 6282234"/>
              <a:gd name="connsiteY3745" fmla="*/ 1415187 h 4115518"/>
              <a:gd name="connsiteX3746" fmla="*/ 6184516 w 6282234"/>
              <a:gd name="connsiteY3746" fmla="*/ 1409879 h 4115518"/>
              <a:gd name="connsiteX3747" fmla="*/ 6174745 w 6282234"/>
              <a:gd name="connsiteY3747" fmla="*/ 1403244 h 4115518"/>
              <a:gd name="connsiteX3748" fmla="*/ 6171487 w 6282234"/>
              <a:gd name="connsiteY3748" fmla="*/ 1383008 h 4115518"/>
              <a:gd name="connsiteX3749" fmla="*/ 6155201 w 6282234"/>
              <a:gd name="connsiteY3749" fmla="*/ 1376042 h 4115518"/>
              <a:gd name="connsiteX3750" fmla="*/ 6145429 w 6282234"/>
              <a:gd name="connsiteY3750" fmla="*/ 1381682 h 4115518"/>
              <a:gd name="connsiteX3751" fmla="*/ 6132400 w 6282234"/>
              <a:gd name="connsiteY3751" fmla="*/ 1383008 h 4115518"/>
              <a:gd name="connsiteX3752" fmla="*/ 6122629 w 6282234"/>
              <a:gd name="connsiteY3752" fmla="*/ 1366753 h 4115518"/>
              <a:gd name="connsiteX3753" fmla="*/ 6129142 w 6282234"/>
              <a:gd name="connsiteY3753" fmla="*/ 1351825 h 4115518"/>
              <a:gd name="connsiteX3754" fmla="*/ 6109599 w 6282234"/>
              <a:gd name="connsiteY3754" fmla="*/ 1354478 h 4115518"/>
              <a:gd name="connsiteX3755" fmla="*/ 6106342 w 6282234"/>
              <a:gd name="connsiteY3755" fmla="*/ 1364100 h 4115518"/>
              <a:gd name="connsiteX3756" fmla="*/ 6116113 w 6282234"/>
              <a:gd name="connsiteY3756" fmla="*/ 1378695 h 4115518"/>
              <a:gd name="connsiteX3757" fmla="*/ 6109599 w 6282234"/>
              <a:gd name="connsiteY3757" fmla="*/ 1393624 h 4115518"/>
              <a:gd name="connsiteX3758" fmla="*/ 6103084 w 6282234"/>
              <a:gd name="connsiteY3758" fmla="*/ 1400258 h 4115518"/>
              <a:gd name="connsiteX3759" fmla="*/ 6093313 w 6282234"/>
              <a:gd name="connsiteY3759" fmla="*/ 1409879 h 4115518"/>
              <a:gd name="connsiteX3760" fmla="*/ 6083541 w 6282234"/>
              <a:gd name="connsiteY3760" fmla="*/ 1415187 h 4115518"/>
              <a:gd name="connsiteX3761" fmla="*/ 6060740 w 6282234"/>
              <a:gd name="connsiteY3761" fmla="*/ 1415187 h 4115518"/>
              <a:gd name="connsiteX3762" fmla="*/ 6063997 w 6282234"/>
              <a:gd name="connsiteY3762" fmla="*/ 1434095 h 4115518"/>
              <a:gd name="connsiteX3763" fmla="*/ 6073769 w 6282234"/>
              <a:gd name="connsiteY3763" fmla="*/ 1430115 h 4115518"/>
              <a:gd name="connsiteX3764" fmla="*/ 6080283 w 6282234"/>
              <a:gd name="connsiteY3764" fmla="*/ 1446369 h 4115518"/>
              <a:gd name="connsiteX3765" fmla="*/ 6080283 w 6282234"/>
              <a:gd name="connsiteY3765" fmla="*/ 1467932 h 4115518"/>
              <a:gd name="connsiteX3766" fmla="*/ 6093313 w 6282234"/>
              <a:gd name="connsiteY3766" fmla="*/ 1478548 h 4115518"/>
              <a:gd name="connsiteX3767" fmla="*/ 6096569 w 6282234"/>
              <a:gd name="connsiteY3767" fmla="*/ 1494803 h 4115518"/>
              <a:gd name="connsiteX3768" fmla="*/ 6086798 w 6282234"/>
              <a:gd name="connsiteY3768" fmla="*/ 1509731 h 4115518"/>
              <a:gd name="connsiteX3769" fmla="*/ 6057483 w 6282234"/>
              <a:gd name="connsiteY3769" fmla="*/ 1500111 h 4115518"/>
              <a:gd name="connsiteX3770" fmla="*/ 6054225 w 6282234"/>
              <a:gd name="connsiteY3770" fmla="*/ 1492149 h 4115518"/>
              <a:gd name="connsiteX3771" fmla="*/ 6037939 w 6282234"/>
              <a:gd name="connsiteY3771" fmla="*/ 1509731 h 4115518"/>
              <a:gd name="connsiteX3772" fmla="*/ 6008624 w 6282234"/>
              <a:gd name="connsiteY3772" fmla="*/ 1528308 h 4115518"/>
              <a:gd name="connsiteX3773" fmla="*/ 5998851 w 6282234"/>
              <a:gd name="connsiteY3773" fmla="*/ 1526981 h 4115518"/>
              <a:gd name="connsiteX3774" fmla="*/ 5963021 w 6282234"/>
              <a:gd name="connsiteY3774" fmla="*/ 1563473 h 4115518"/>
              <a:gd name="connsiteX3775" fmla="*/ 5940221 w 6282234"/>
              <a:gd name="connsiteY3775" fmla="*/ 1579728 h 4115518"/>
              <a:gd name="connsiteX3776" fmla="*/ 5936964 w 6282234"/>
              <a:gd name="connsiteY3776" fmla="*/ 1597310 h 4115518"/>
              <a:gd name="connsiteX3777" fmla="*/ 5923935 w 6282234"/>
              <a:gd name="connsiteY3777" fmla="*/ 1579728 h 4115518"/>
              <a:gd name="connsiteX3778" fmla="*/ 5901133 w 6282234"/>
              <a:gd name="connsiteY3778" fmla="*/ 1572761 h 4115518"/>
              <a:gd name="connsiteX3779" fmla="*/ 5878332 w 6282234"/>
              <a:gd name="connsiteY3779" fmla="*/ 1582382 h 4115518"/>
              <a:gd name="connsiteX3780" fmla="*/ 5865303 w 6282234"/>
              <a:gd name="connsiteY3780" fmla="*/ 1599964 h 4115518"/>
              <a:gd name="connsiteX3781" fmla="*/ 5865303 w 6282234"/>
              <a:gd name="connsiteY3781" fmla="*/ 1577074 h 4115518"/>
              <a:gd name="connsiteX3782" fmla="*/ 5845759 w 6282234"/>
              <a:gd name="connsiteY3782" fmla="*/ 1591670 h 4115518"/>
              <a:gd name="connsiteX3783" fmla="*/ 5819701 w 6282234"/>
              <a:gd name="connsiteY3783" fmla="*/ 1594324 h 4115518"/>
              <a:gd name="connsiteX3784" fmla="*/ 5806673 w 6282234"/>
              <a:gd name="connsiteY3784" fmla="*/ 1630815 h 4115518"/>
              <a:gd name="connsiteX3785" fmla="*/ 5793643 w 6282234"/>
              <a:gd name="connsiteY3785" fmla="*/ 1648397 h 4115518"/>
              <a:gd name="connsiteX3786" fmla="*/ 5793643 w 6282234"/>
              <a:gd name="connsiteY3786" fmla="*/ 1669959 h 4115518"/>
              <a:gd name="connsiteX3787" fmla="*/ 5803415 w 6282234"/>
              <a:gd name="connsiteY3787" fmla="*/ 1664652 h 4115518"/>
              <a:gd name="connsiteX3788" fmla="*/ 5813187 w 6282234"/>
              <a:gd name="connsiteY3788" fmla="*/ 1672614 h 4115518"/>
              <a:gd name="connsiteX3789" fmla="*/ 5803415 w 6282234"/>
              <a:gd name="connsiteY3789" fmla="*/ 1684888 h 4115518"/>
              <a:gd name="connsiteX3790" fmla="*/ 5806673 w 6282234"/>
              <a:gd name="connsiteY3790" fmla="*/ 1703797 h 4115518"/>
              <a:gd name="connsiteX3791" fmla="*/ 5813187 w 6282234"/>
              <a:gd name="connsiteY3791" fmla="*/ 1706451 h 4115518"/>
              <a:gd name="connsiteX3792" fmla="*/ 5813187 w 6282234"/>
              <a:gd name="connsiteY3792" fmla="*/ 1722374 h 4115518"/>
              <a:gd name="connsiteX3793" fmla="*/ 5800158 w 6282234"/>
              <a:gd name="connsiteY3793" fmla="*/ 1721048 h 4115518"/>
              <a:gd name="connsiteX3794" fmla="*/ 5790387 w 6282234"/>
              <a:gd name="connsiteY3794" fmla="*/ 1725360 h 4115518"/>
              <a:gd name="connsiteX3795" fmla="*/ 5783872 w 6282234"/>
              <a:gd name="connsiteY3795" fmla="*/ 1739956 h 4115518"/>
              <a:gd name="connsiteX3796" fmla="*/ 5783872 w 6282234"/>
              <a:gd name="connsiteY3796" fmla="*/ 1773793 h 4115518"/>
              <a:gd name="connsiteX3797" fmla="*/ 5770843 w 6282234"/>
              <a:gd name="connsiteY3797" fmla="*/ 1773793 h 4115518"/>
              <a:gd name="connsiteX3798" fmla="*/ 5754556 w 6282234"/>
              <a:gd name="connsiteY3798" fmla="*/ 1785735 h 4115518"/>
              <a:gd name="connsiteX3799" fmla="*/ 5748041 w 6282234"/>
              <a:gd name="connsiteY3799" fmla="*/ 1812938 h 4115518"/>
              <a:gd name="connsiteX3800" fmla="*/ 5731755 w 6282234"/>
              <a:gd name="connsiteY3800" fmla="*/ 1827534 h 4115518"/>
              <a:gd name="connsiteX3801" fmla="*/ 5725241 w 6282234"/>
              <a:gd name="connsiteY3801" fmla="*/ 1852083 h 4115518"/>
              <a:gd name="connsiteX3802" fmla="*/ 5699182 w 6282234"/>
              <a:gd name="connsiteY3802" fmla="*/ 1878954 h 4115518"/>
              <a:gd name="connsiteX3803" fmla="*/ 5695925 w 6282234"/>
              <a:gd name="connsiteY3803" fmla="*/ 1864026 h 4115518"/>
              <a:gd name="connsiteX3804" fmla="*/ 5692669 w 6282234"/>
              <a:gd name="connsiteY3804" fmla="*/ 1843789 h 4115518"/>
              <a:gd name="connsiteX3805" fmla="*/ 5686153 w 6282234"/>
              <a:gd name="connsiteY3805" fmla="*/ 1824881 h 4115518"/>
              <a:gd name="connsiteX3806" fmla="*/ 5679639 w 6282234"/>
              <a:gd name="connsiteY3806" fmla="*/ 1749577 h 4115518"/>
              <a:gd name="connsiteX3807" fmla="*/ 5679639 w 6282234"/>
              <a:gd name="connsiteY3807" fmla="*/ 1728013 h 4115518"/>
              <a:gd name="connsiteX3808" fmla="*/ 5686153 w 6282234"/>
              <a:gd name="connsiteY3808" fmla="*/ 1706451 h 4115518"/>
              <a:gd name="connsiteX3809" fmla="*/ 5699182 w 6282234"/>
              <a:gd name="connsiteY3809" fmla="*/ 1694176 h 4115518"/>
              <a:gd name="connsiteX3810" fmla="*/ 5715469 w 6282234"/>
              <a:gd name="connsiteY3810" fmla="*/ 1661999 h 4115518"/>
              <a:gd name="connsiteX3811" fmla="*/ 5721983 w 6282234"/>
              <a:gd name="connsiteY3811" fmla="*/ 1661999 h 4115518"/>
              <a:gd name="connsiteX3812" fmla="*/ 5748041 w 6282234"/>
              <a:gd name="connsiteY3812" fmla="*/ 1636122 h 4115518"/>
              <a:gd name="connsiteX3813" fmla="*/ 5754556 w 6282234"/>
              <a:gd name="connsiteY3813" fmla="*/ 1624180 h 4115518"/>
              <a:gd name="connsiteX3814" fmla="*/ 5770843 w 6282234"/>
              <a:gd name="connsiteY3814" fmla="*/ 1609252 h 4115518"/>
              <a:gd name="connsiteX3815" fmla="*/ 5787129 w 6282234"/>
              <a:gd name="connsiteY3815" fmla="*/ 1579728 h 4115518"/>
              <a:gd name="connsiteX3816" fmla="*/ 5813187 w 6282234"/>
              <a:gd name="connsiteY3816" fmla="*/ 1564800 h 4115518"/>
              <a:gd name="connsiteX3817" fmla="*/ 5826216 w 6282234"/>
              <a:gd name="connsiteY3817" fmla="*/ 1528308 h 4115518"/>
              <a:gd name="connsiteX3818" fmla="*/ 5829473 w 6282234"/>
              <a:gd name="connsiteY3818" fmla="*/ 1494803 h 4115518"/>
              <a:gd name="connsiteX3819" fmla="*/ 5813187 w 6282234"/>
              <a:gd name="connsiteY3819" fmla="*/ 1500111 h 4115518"/>
              <a:gd name="connsiteX3820" fmla="*/ 5806673 w 6282234"/>
              <a:gd name="connsiteY3820" fmla="*/ 1528308 h 4115518"/>
              <a:gd name="connsiteX3821" fmla="*/ 5767585 w 6282234"/>
              <a:gd name="connsiteY3821" fmla="*/ 1567453 h 4115518"/>
              <a:gd name="connsiteX3822" fmla="*/ 5751299 w 6282234"/>
              <a:gd name="connsiteY3822" fmla="*/ 1548545 h 4115518"/>
              <a:gd name="connsiteX3823" fmla="*/ 5744785 w 6282234"/>
              <a:gd name="connsiteY3823" fmla="*/ 1526981 h 4115518"/>
              <a:gd name="connsiteX3824" fmla="*/ 5712211 w 6282234"/>
              <a:gd name="connsiteY3824" fmla="*/ 1528308 h 4115518"/>
              <a:gd name="connsiteX3825" fmla="*/ 5699182 w 6282234"/>
              <a:gd name="connsiteY3825" fmla="*/ 1539256 h 4115518"/>
              <a:gd name="connsiteX3826" fmla="*/ 5682896 w 6282234"/>
              <a:gd name="connsiteY3826" fmla="*/ 1567453 h 4115518"/>
              <a:gd name="connsiteX3827" fmla="*/ 5669867 w 6282234"/>
              <a:gd name="connsiteY3827" fmla="*/ 1582382 h 4115518"/>
              <a:gd name="connsiteX3828" fmla="*/ 5653581 w 6282234"/>
              <a:gd name="connsiteY3828" fmla="*/ 1599964 h 4115518"/>
              <a:gd name="connsiteX3829" fmla="*/ 5656838 w 6282234"/>
              <a:gd name="connsiteY3829" fmla="*/ 1625507 h 4115518"/>
              <a:gd name="connsiteX3830" fmla="*/ 5640551 w 6282234"/>
              <a:gd name="connsiteY3830" fmla="*/ 1621527 h 4115518"/>
              <a:gd name="connsiteX3831" fmla="*/ 5630780 w 6282234"/>
              <a:gd name="connsiteY3831" fmla="*/ 1633469 h 4115518"/>
              <a:gd name="connsiteX3832" fmla="*/ 5621009 w 6282234"/>
              <a:gd name="connsiteY3832" fmla="*/ 1628161 h 4115518"/>
              <a:gd name="connsiteX3833" fmla="*/ 5604722 w 6282234"/>
              <a:gd name="connsiteY3833" fmla="*/ 1609252 h 4115518"/>
              <a:gd name="connsiteX3834" fmla="*/ 5591693 w 6282234"/>
              <a:gd name="connsiteY3834" fmla="*/ 1609252 h 4115518"/>
              <a:gd name="connsiteX3835" fmla="*/ 5575406 w 6282234"/>
              <a:gd name="connsiteY3835" fmla="*/ 1603944 h 4115518"/>
              <a:gd name="connsiteX3836" fmla="*/ 5565635 w 6282234"/>
              <a:gd name="connsiteY3836" fmla="*/ 1611906 h 4115518"/>
              <a:gd name="connsiteX3837" fmla="*/ 5539577 w 6282234"/>
              <a:gd name="connsiteY3837" fmla="*/ 1621527 h 4115518"/>
              <a:gd name="connsiteX3838" fmla="*/ 5507004 w 6282234"/>
              <a:gd name="connsiteY3838" fmla="*/ 1613233 h 4115518"/>
              <a:gd name="connsiteX3839" fmla="*/ 5464659 w 6282234"/>
              <a:gd name="connsiteY3839" fmla="*/ 1615887 h 4115518"/>
              <a:gd name="connsiteX3840" fmla="*/ 5451630 w 6282234"/>
              <a:gd name="connsiteY3840" fmla="*/ 1621527 h 4115518"/>
              <a:gd name="connsiteX3841" fmla="*/ 5438601 w 6282234"/>
              <a:gd name="connsiteY3841" fmla="*/ 1640435 h 4115518"/>
              <a:gd name="connsiteX3842" fmla="*/ 5419057 w 6282234"/>
              <a:gd name="connsiteY3842" fmla="*/ 1655032 h 4115518"/>
              <a:gd name="connsiteX3843" fmla="*/ 5415801 w 6282234"/>
              <a:gd name="connsiteY3843" fmla="*/ 1669959 h 4115518"/>
              <a:gd name="connsiteX3844" fmla="*/ 5409286 w 6282234"/>
              <a:gd name="connsiteY3844" fmla="*/ 1672614 h 4115518"/>
              <a:gd name="connsiteX3845" fmla="*/ 5373455 w 6282234"/>
              <a:gd name="connsiteY3845" fmla="*/ 1710431 h 4115518"/>
              <a:gd name="connsiteX3846" fmla="*/ 5360427 w 6282234"/>
              <a:gd name="connsiteY3846" fmla="*/ 1730668 h 4115518"/>
              <a:gd name="connsiteX3847" fmla="*/ 5324596 w 6282234"/>
              <a:gd name="connsiteY3847" fmla="*/ 1764173 h 4115518"/>
              <a:gd name="connsiteX3848" fmla="*/ 5334367 w 6282234"/>
              <a:gd name="connsiteY3848" fmla="*/ 1773793 h 4115518"/>
              <a:gd name="connsiteX3849" fmla="*/ 5353912 w 6282234"/>
              <a:gd name="connsiteY3849" fmla="*/ 1773793 h 4115518"/>
              <a:gd name="connsiteX3850" fmla="*/ 5350654 w 6282234"/>
              <a:gd name="connsiteY3850" fmla="*/ 1794029 h 4115518"/>
              <a:gd name="connsiteX3851" fmla="*/ 5360427 w 6282234"/>
              <a:gd name="connsiteY3851" fmla="*/ 1805972 h 4115518"/>
              <a:gd name="connsiteX3852" fmla="*/ 5383228 w 6282234"/>
              <a:gd name="connsiteY3852" fmla="*/ 1803318 h 4115518"/>
              <a:gd name="connsiteX3853" fmla="*/ 5386485 w 6282234"/>
              <a:gd name="connsiteY3853" fmla="*/ 1788722 h 4115518"/>
              <a:gd name="connsiteX3854" fmla="*/ 5402771 w 6282234"/>
              <a:gd name="connsiteY3854" fmla="*/ 1783082 h 4115518"/>
              <a:gd name="connsiteX3855" fmla="*/ 5432087 w 6282234"/>
              <a:gd name="connsiteY3855" fmla="*/ 1815592 h 4115518"/>
              <a:gd name="connsiteX3856" fmla="*/ 5425572 w 6282234"/>
              <a:gd name="connsiteY3856" fmla="*/ 1819573 h 4115518"/>
              <a:gd name="connsiteX3857" fmla="*/ 5432087 w 6282234"/>
              <a:gd name="connsiteY3857" fmla="*/ 1843789 h 4115518"/>
              <a:gd name="connsiteX3858" fmla="*/ 5419057 w 6282234"/>
              <a:gd name="connsiteY3858" fmla="*/ 1868006 h 4115518"/>
              <a:gd name="connsiteX3859" fmla="*/ 5415801 w 6282234"/>
              <a:gd name="connsiteY3859" fmla="*/ 1890896 h 4115518"/>
              <a:gd name="connsiteX3860" fmla="*/ 5415801 w 6282234"/>
              <a:gd name="connsiteY3860" fmla="*/ 1916771 h 4115518"/>
              <a:gd name="connsiteX3861" fmla="*/ 5412543 w 6282234"/>
              <a:gd name="connsiteY3861" fmla="*/ 1948950 h 4115518"/>
              <a:gd name="connsiteX3862" fmla="*/ 5396257 w 6282234"/>
              <a:gd name="connsiteY3862" fmla="*/ 1965205 h 4115518"/>
              <a:gd name="connsiteX3863" fmla="*/ 5383228 w 6282234"/>
              <a:gd name="connsiteY3863" fmla="*/ 1985441 h 4115518"/>
              <a:gd name="connsiteX3864" fmla="*/ 5379970 w 6282234"/>
              <a:gd name="connsiteY3864" fmla="*/ 1997384 h 4115518"/>
              <a:gd name="connsiteX3865" fmla="*/ 5366941 w 6282234"/>
              <a:gd name="connsiteY3865" fmla="*/ 2016292 h 4115518"/>
              <a:gd name="connsiteX3866" fmla="*/ 5334367 w 6282234"/>
              <a:gd name="connsiteY3866" fmla="*/ 2052784 h 4115518"/>
              <a:gd name="connsiteX3867" fmla="*/ 5324596 w 6282234"/>
              <a:gd name="connsiteY3867" fmla="*/ 2074346 h 4115518"/>
              <a:gd name="connsiteX3868" fmla="*/ 5301795 w 6282234"/>
              <a:gd name="connsiteY3868" fmla="*/ 2089274 h 4115518"/>
              <a:gd name="connsiteX3869" fmla="*/ 5285509 w 6282234"/>
              <a:gd name="connsiteY3869" fmla="*/ 2091928 h 4115518"/>
              <a:gd name="connsiteX3870" fmla="*/ 5275737 w 6282234"/>
              <a:gd name="connsiteY3870" fmla="*/ 2082308 h 4115518"/>
              <a:gd name="connsiteX3871" fmla="*/ 5249679 w 6282234"/>
              <a:gd name="connsiteY3871" fmla="*/ 2094582 h 4115518"/>
              <a:gd name="connsiteX3872" fmla="*/ 5246422 w 6282234"/>
              <a:gd name="connsiteY3872" fmla="*/ 2103871 h 4115518"/>
              <a:gd name="connsiteX3873" fmla="*/ 5239907 w 6282234"/>
              <a:gd name="connsiteY3873" fmla="*/ 2103871 h 4115518"/>
              <a:gd name="connsiteX3874" fmla="*/ 5226878 w 6282234"/>
              <a:gd name="connsiteY3874" fmla="*/ 2121453 h 4115518"/>
              <a:gd name="connsiteX3875" fmla="*/ 5226878 w 6282234"/>
              <a:gd name="connsiteY3875" fmla="*/ 2137708 h 4115518"/>
              <a:gd name="connsiteX3876" fmla="*/ 5204077 w 6282234"/>
              <a:gd name="connsiteY3876" fmla="*/ 2155290 h 4115518"/>
              <a:gd name="connsiteX3877" fmla="*/ 5191049 w 6282234"/>
              <a:gd name="connsiteY3877" fmla="*/ 2164578 h 4115518"/>
              <a:gd name="connsiteX3878" fmla="*/ 5191049 w 6282234"/>
              <a:gd name="connsiteY3878" fmla="*/ 2176853 h 4115518"/>
              <a:gd name="connsiteX3879" fmla="*/ 5204077 w 6282234"/>
              <a:gd name="connsiteY3879" fmla="*/ 2188795 h 4115518"/>
              <a:gd name="connsiteX3880" fmla="*/ 5210591 w 6282234"/>
              <a:gd name="connsiteY3880" fmla="*/ 2201070 h 4115518"/>
              <a:gd name="connsiteX3881" fmla="*/ 5220363 w 6282234"/>
              <a:gd name="connsiteY3881" fmla="*/ 2219979 h 4115518"/>
              <a:gd name="connsiteX3882" fmla="*/ 5223621 w 6282234"/>
              <a:gd name="connsiteY3882" fmla="*/ 2231921 h 4115518"/>
              <a:gd name="connsiteX3883" fmla="*/ 5223621 w 6282234"/>
              <a:gd name="connsiteY3883" fmla="*/ 2256137 h 4115518"/>
              <a:gd name="connsiteX3884" fmla="*/ 5220363 w 6282234"/>
              <a:gd name="connsiteY3884" fmla="*/ 2267084 h 4115518"/>
              <a:gd name="connsiteX3885" fmla="*/ 5207335 w 6282234"/>
              <a:gd name="connsiteY3885" fmla="*/ 2271066 h 4115518"/>
              <a:gd name="connsiteX3886" fmla="*/ 5200820 w 6282234"/>
              <a:gd name="connsiteY3886" fmla="*/ 2268412 h 4115518"/>
              <a:gd name="connsiteX3887" fmla="*/ 5184533 w 6282234"/>
              <a:gd name="connsiteY3887" fmla="*/ 2276374 h 4115518"/>
              <a:gd name="connsiteX3888" fmla="*/ 5168247 w 6282234"/>
              <a:gd name="connsiteY3888" fmla="*/ 2279027 h 4115518"/>
              <a:gd name="connsiteX3889" fmla="*/ 5174762 w 6282234"/>
              <a:gd name="connsiteY3889" fmla="*/ 2244195 h 4115518"/>
              <a:gd name="connsiteX3890" fmla="*/ 5171504 w 6282234"/>
              <a:gd name="connsiteY3890" fmla="*/ 2230594 h 4115518"/>
              <a:gd name="connsiteX3891" fmla="*/ 5178019 w 6282234"/>
              <a:gd name="connsiteY3891" fmla="*/ 2225286 h 4115518"/>
              <a:gd name="connsiteX3892" fmla="*/ 5174762 w 6282234"/>
              <a:gd name="connsiteY3892" fmla="*/ 2210358 h 4115518"/>
              <a:gd name="connsiteX3893" fmla="*/ 5178019 w 6282234"/>
              <a:gd name="connsiteY3893" fmla="*/ 2206377 h 4115518"/>
              <a:gd name="connsiteX3894" fmla="*/ 5155218 w 6282234"/>
              <a:gd name="connsiteY3894" fmla="*/ 2206377 h 4115518"/>
              <a:gd name="connsiteX3895" fmla="*/ 5142189 w 6282234"/>
              <a:gd name="connsiteY3895" fmla="*/ 2198415 h 4115518"/>
              <a:gd name="connsiteX3896" fmla="*/ 5151961 w 6282234"/>
              <a:gd name="connsiteY3896" fmla="*/ 2176853 h 4115518"/>
              <a:gd name="connsiteX3897" fmla="*/ 5151961 w 6282234"/>
              <a:gd name="connsiteY3897" fmla="*/ 2169886 h 4115518"/>
              <a:gd name="connsiteX3898" fmla="*/ 5135675 w 6282234"/>
              <a:gd name="connsiteY3898" fmla="*/ 2161925 h 4115518"/>
              <a:gd name="connsiteX3899" fmla="*/ 5135675 w 6282234"/>
              <a:gd name="connsiteY3899" fmla="*/ 2155290 h 4115518"/>
              <a:gd name="connsiteX3900" fmla="*/ 5129160 w 6282234"/>
              <a:gd name="connsiteY3900" fmla="*/ 2161925 h 4115518"/>
              <a:gd name="connsiteX3901" fmla="*/ 5112873 w 6282234"/>
              <a:gd name="connsiteY3901" fmla="*/ 2164578 h 4115518"/>
              <a:gd name="connsiteX3902" fmla="*/ 5090073 w 6282234"/>
              <a:gd name="connsiteY3902" fmla="*/ 2176853 h 4115518"/>
              <a:gd name="connsiteX3903" fmla="*/ 5086815 w 6282234"/>
              <a:gd name="connsiteY3903" fmla="*/ 2169886 h 4115518"/>
              <a:gd name="connsiteX3904" fmla="*/ 5099845 w 6282234"/>
              <a:gd name="connsiteY3904" fmla="*/ 2145670 h 4115518"/>
              <a:gd name="connsiteX3905" fmla="*/ 5093331 w 6282234"/>
              <a:gd name="connsiteY3905" fmla="*/ 2140361 h 4115518"/>
              <a:gd name="connsiteX3906" fmla="*/ 5080301 w 6282234"/>
              <a:gd name="connsiteY3906" fmla="*/ 2135054 h 4115518"/>
              <a:gd name="connsiteX3907" fmla="*/ 5067273 w 6282234"/>
              <a:gd name="connsiteY3907" fmla="*/ 2152636 h 4115518"/>
              <a:gd name="connsiteX3908" fmla="*/ 5050986 w 6282234"/>
              <a:gd name="connsiteY3908" fmla="*/ 2159270 h 4115518"/>
              <a:gd name="connsiteX3909" fmla="*/ 5044471 w 6282234"/>
              <a:gd name="connsiteY3909" fmla="*/ 2176853 h 4115518"/>
              <a:gd name="connsiteX3910" fmla="*/ 5021670 w 6282234"/>
              <a:gd name="connsiteY3910" fmla="*/ 2176853 h 4115518"/>
              <a:gd name="connsiteX3911" fmla="*/ 5018413 w 6282234"/>
              <a:gd name="connsiteY3911" fmla="*/ 2194435 h 4115518"/>
              <a:gd name="connsiteX3912" fmla="*/ 5024927 w 6282234"/>
              <a:gd name="connsiteY3912" fmla="*/ 2198415 h 4115518"/>
              <a:gd name="connsiteX3913" fmla="*/ 5041213 w 6282234"/>
              <a:gd name="connsiteY3913" fmla="*/ 2198415 h 4115518"/>
              <a:gd name="connsiteX3914" fmla="*/ 5044471 w 6282234"/>
              <a:gd name="connsiteY3914" fmla="*/ 2206377 h 4115518"/>
              <a:gd name="connsiteX3915" fmla="*/ 5044471 w 6282234"/>
              <a:gd name="connsiteY3915" fmla="*/ 2218652 h 4115518"/>
              <a:gd name="connsiteX3916" fmla="*/ 5050986 w 6282234"/>
              <a:gd name="connsiteY3916" fmla="*/ 2222632 h 4115518"/>
              <a:gd name="connsiteX3917" fmla="*/ 5073786 w 6282234"/>
              <a:gd name="connsiteY3917" fmla="*/ 2206377 h 4115518"/>
              <a:gd name="connsiteX3918" fmla="*/ 5086815 w 6282234"/>
              <a:gd name="connsiteY3918" fmla="*/ 2215997 h 4115518"/>
              <a:gd name="connsiteX3919" fmla="*/ 5106359 w 6282234"/>
              <a:gd name="connsiteY3919" fmla="*/ 2215997 h 4115518"/>
              <a:gd name="connsiteX3920" fmla="*/ 5099845 w 6282234"/>
              <a:gd name="connsiteY3920" fmla="*/ 2230594 h 4115518"/>
              <a:gd name="connsiteX3921" fmla="*/ 5093331 w 6282234"/>
              <a:gd name="connsiteY3921" fmla="*/ 2227940 h 4115518"/>
              <a:gd name="connsiteX3922" fmla="*/ 5080301 w 6282234"/>
              <a:gd name="connsiteY3922" fmla="*/ 2231921 h 4115518"/>
              <a:gd name="connsiteX3923" fmla="*/ 5070529 w 6282234"/>
              <a:gd name="connsiteY3923" fmla="*/ 2244195 h 4115518"/>
              <a:gd name="connsiteX3924" fmla="*/ 5064015 w 6282234"/>
              <a:gd name="connsiteY3924" fmla="*/ 2246849 h 4115518"/>
              <a:gd name="connsiteX3925" fmla="*/ 5054243 w 6282234"/>
              <a:gd name="connsiteY3925" fmla="*/ 2256137 h 4115518"/>
              <a:gd name="connsiteX3926" fmla="*/ 5044471 w 6282234"/>
              <a:gd name="connsiteY3926" fmla="*/ 2273719 h 4115518"/>
              <a:gd name="connsiteX3927" fmla="*/ 5064015 w 6282234"/>
              <a:gd name="connsiteY3927" fmla="*/ 2283339 h 4115518"/>
              <a:gd name="connsiteX3928" fmla="*/ 5077044 w 6282234"/>
              <a:gd name="connsiteY3928" fmla="*/ 2312864 h 4115518"/>
              <a:gd name="connsiteX3929" fmla="*/ 5073786 w 6282234"/>
              <a:gd name="connsiteY3929" fmla="*/ 2319499 h 4115518"/>
              <a:gd name="connsiteX3930" fmla="*/ 5086815 w 6282234"/>
              <a:gd name="connsiteY3930" fmla="*/ 2331773 h 4115518"/>
              <a:gd name="connsiteX3931" fmla="*/ 5077044 w 6282234"/>
              <a:gd name="connsiteY3931" fmla="*/ 2337081 h 4115518"/>
              <a:gd name="connsiteX3932" fmla="*/ 5086815 w 6282234"/>
              <a:gd name="connsiteY3932" fmla="*/ 2346701 h 4115518"/>
              <a:gd name="connsiteX3933" fmla="*/ 5093331 w 6282234"/>
              <a:gd name="connsiteY3933" fmla="*/ 2353336 h 4115518"/>
              <a:gd name="connsiteX3934" fmla="*/ 5077044 w 6282234"/>
              <a:gd name="connsiteY3934" fmla="*/ 2361298 h 4115518"/>
              <a:gd name="connsiteX3935" fmla="*/ 5093331 w 6282234"/>
              <a:gd name="connsiteY3935" fmla="*/ 2382860 h 4115518"/>
              <a:gd name="connsiteX3936" fmla="*/ 5093331 w 6282234"/>
              <a:gd name="connsiteY3936" fmla="*/ 2389827 h 4115518"/>
              <a:gd name="connsiteX3937" fmla="*/ 5070529 w 6282234"/>
              <a:gd name="connsiteY3937" fmla="*/ 2419352 h 4115518"/>
              <a:gd name="connsiteX3938" fmla="*/ 5070529 w 6282234"/>
              <a:gd name="connsiteY3938" fmla="*/ 2428640 h 4115518"/>
              <a:gd name="connsiteX3939" fmla="*/ 5060757 w 6282234"/>
              <a:gd name="connsiteY3939" fmla="*/ 2438261 h 4115518"/>
              <a:gd name="connsiteX3940" fmla="*/ 5050986 w 6282234"/>
              <a:gd name="connsiteY3940" fmla="*/ 2440914 h 4115518"/>
              <a:gd name="connsiteX3941" fmla="*/ 5054243 w 6282234"/>
              <a:gd name="connsiteY3941" fmla="*/ 2447549 h 4115518"/>
              <a:gd name="connsiteX3942" fmla="*/ 5044471 w 6282234"/>
              <a:gd name="connsiteY3942" fmla="*/ 2474752 h 4115518"/>
              <a:gd name="connsiteX3943" fmla="*/ 5008641 w 6282234"/>
              <a:gd name="connsiteY3943" fmla="*/ 2501623 h 4115518"/>
              <a:gd name="connsiteX3944" fmla="*/ 4998869 w 6282234"/>
              <a:gd name="connsiteY3944" fmla="*/ 2513565 h 4115518"/>
              <a:gd name="connsiteX3945" fmla="*/ 4982583 w 6282234"/>
              <a:gd name="connsiteY3945" fmla="*/ 2519204 h 4115518"/>
              <a:gd name="connsiteX3946" fmla="*/ 4963039 w 6282234"/>
              <a:gd name="connsiteY3946" fmla="*/ 2519204 h 4115518"/>
              <a:gd name="connsiteX3947" fmla="*/ 4959781 w 6282234"/>
              <a:gd name="connsiteY3947" fmla="*/ 2520531 h 4115518"/>
              <a:gd name="connsiteX3948" fmla="*/ 4956525 w 6282234"/>
              <a:gd name="connsiteY3948" fmla="*/ 2525839 h 4115518"/>
              <a:gd name="connsiteX3949" fmla="*/ 4950010 w 6282234"/>
              <a:gd name="connsiteY3949" fmla="*/ 2520531 h 4115518"/>
              <a:gd name="connsiteX3950" fmla="*/ 4946753 w 6282234"/>
              <a:gd name="connsiteY3950" fmla="*/ 2528493 h 4115518"/>
              <a:gd name="connsiteX3951" fmla="*/ 4914181 w 6282234"/>
              <a:gd name="connsiteY3951" fmla="*/ 2540767 h 4115518"/>
              <a:gd name="connsiteX3952" fmla="*/ 4901151 w 6282234"/>
              <a:gd name="connsiteY3952" fmla="*/ 2540767 h 4115518"/>
              <a:gd name="connsiteX3953" fmla="*/ 4888123 w 6282234"/>
              <a:gd name="connsiteY3953" fmla="*/ 2550056 h 4115518"/>
              <a:gd name="connsiteX3954" fmla="*/ 4894636 w 6282234"/>
              <a:gd name="connsiteY3954" fmla="*/ 2562330 h 4115518"/>
              <a:gd name="connsiteX3955" fmla="*/ 4884865 w 6282234"/>
              <a:gd name="connsiteY3955" fmla="*/ 2564983 h 4115518"/>
              <a:gd name="connsiteX3956" fmla="*/ 4881607 w 6282234"/>
              <a:gd name="connsiteY3956" fmla="*/ 2552710 h 4115518"/>
              <a:gd name="connsiteX3957" fmla="*/ 4881607 w 6282234"/>
              <a:gd name="connsiteY3957" fmla="*/ 2540767 h 4115518"/>
              <a:gd name="connsiteX3958" fmla="*/ 4871836 w 6282234"/>
              <a:gd name="connsiteY3958" fmla="*/ 2543421 h 4115518"/>
              <a:gd name="connsiteX3959" fmla="*/ 4862063 w 6282234"/>
              <a:gd name="connsiteY3959" fmla="*/ 2532473 h 4115518"/>
              <a:gd name="connsiteX3960" fmla="*/ 4849035 w 6282234"/>
              <a:gd name="connsiteY3960" fmla="*/ 2540767 h 4115518"/>
              <a:gd name="connsiteX3961" fmla="*/ 4839263 w 6282234"/>
              <a:gd name="connsiteY3961" fmla="*/ 2550056 h 4115518"/>
              <a:gd name="connsiteX3962" fmla="*/ 4832749 w 6282234"/>
              <a:gd name="connsiteY3962" fmla="*/ 2552710 h 4115518"/>
              <a:gd name="connsiteX3963" fmla="*/ 4826234 w 6282234"/>
              <a:gd name="connsiteY3963" fmla="*/ 2564983 h 4115518"/>
              <a:gd name="connsiteX3964" fmla="*/ 4816463 w 6282234"/>
              <a:gd name="connsiteY3964" fmla="*/ 2571618 h 4115518"/>
              <a:gd name="connsiteX3965" fmla="*/ 4809947 w 6282234"/>
              <a:gd name="connsiteY3965" fmla="*/ 2589200 h 4115518"/>
              <a:gd name="connsiteX3966" fmla="*/ 4813205 w 6282234"/>
              <a:gd name="connsiteY3966" fmla="*/ 2598489 h 4115518"/>
              <a:gd name="connsiteX3967" fmla="*/ 4826234 w 6282234"/>
              <a:gd name="connsiteY3967" fmla="*/ 2608110 h 4115518"/>
              <a:gd name="connsiteX3968" fmla="*/ 4822977 w 6282234"/>
              <a:gd name="connsiteY3968" fmla="*/ 2610764 h 4115518"/>
              <a:gd name="connsiteX3969" fmla="*/ 4839263 w 6282234"/>
              <a:gd name="connsiteY3969" fmla="*/ 2628345 h 4115518"/>
              <a:gd name="connsiteX3970" fmla="*/ 4845777 w 6282234"/>
              <a:gd name="connsiteY3970" fmla="*/ 2634980 h 4115518"/>
              <a:gd name="connsiteX3971" fmla="*/ 4865321 w 6282234"/>
              <a:gd name="connsiteY3971" fmla="*/ 2656543 h 4115518"/>
              <a:gd name="connsiteX3972" fmla="*/ 4875093 w 6282234"/>
              <a:gd name="connsiteY3972" fmla="*/ 2683414 h 4115518"/>
              <a:gd name="connsiteX3973" fmla="*/ 4875093 w 6282234"/>
              <a:gd name="connsiteY3973" fmla="*/ 2690381 h 4115518"/>
              <a:gd name="connsiteX3974" fmla="*/ 4875093 w 6282234"/>
              <a:gd name="connsiteY3974" fmla="*/ 2700996 h 4115518"/>
              <a:gd name="connsiteX3975" fmla="*/ 4875093 w 6282234"/>
              <a:gd name="connsiteY3975" fmla="*/ 2704976 h 4115518"/>
              <a:gd name="connsiteX3976" fmla="*/ 4871836 w 6282234"/>
              <a:gd name="connsiteY3976" fmla="*/ 2722558 h 4115518"/>
              <a:gd name="connsiteX3977" fmla="*/ 4868579 w 6282234"/>
              <a:gd name="connsiteY3977" fmla="*/ 2729525 h 4115518"/>
              <a:gd name="connsiteX3978" fmla="*/ 4839263 w 6282234"/>
              <a:gd name="connsiteY3978" fmla="*/ 2744121 h 4115518"/>
              <a:gd name="connsiteX3979" fmla="*/ 4829491 w 6282234"/>
              <a:gd name="connsiteY3979" fmla="*/ 2744121 h 4115518"/>
              <a:gd name="connsiteX3980" fmla="*/ 4832749 w 6282234"/>
              <a:gd name="connsiteY3980" fmla="*/ 2751088 h 4115518"/>
              <a:gd name="connsiteX3981" fmla="*/ 4826234 w 6282234"/>
              <a:gd name="connsiteY3981" fmla="*/ 2761703 h 4115518"/>
              <a:gd name="connsiteX3982" fmla="*/ 4809947 w 6282234"/>
              <a:gd name="connsiteY3982" fmla="*/ 2768338 h 4115518"/>
              <a:gd name="connsiteX3983" fmla="*/ 4803433 w 6282234"/>
              <a:gd name="connsiteY3983" fmla="*/ 2775305 h 4115518"/>
              <a:gd name="connsiteX3984" fmla="*/ 4796918 w 6282234"/>
              <a:gd name="connsiteY3984" fmla="*/ 2777958 h 4115518"/>
              <a:gd name="connsiteX3985" fmla="*/ 4796918 w 6282234"/>
              <a:gd name="connsiteY3985" fmla="*/ 2761703 h 4115518"/>
              <a:gd name="connsiteX3986" fmla="*/ 4800176 w 6282234"/>
              <a:gd name="connsiteY3986" fmla="*/ 2751088 h 4115518"/>
              <a:gd name="connsiteX3987" fmla="*/ 4790405 w 6282234"/>
              <a:gd name="connsiteY3987" fmla="*/ 2746775 h 4115518"/>
              <a:gd name="connsiteX3988" fmla="*/ 4780631 w 6282234"/>
              <a:gd name="connsiteY3988" fmla="*/ 2741468 h 4115518"/>
              <a:gd name="connsiteX3989" fmla="*/ 4761089 w 6282234"/>
              <a:gd name="connsiteY3989" fmla="*/ 2725213 h 4115518"/>
              <a:gd name="connsiteX3990" fmla="*/ 4761089 w 6282234"/>
              <a:gd name="connsiteY3990" fmla="*/ 2717251 h 4115518"/>
              <a:gd name="connsiteX3991" fmla="*/ 4751317 w 6282234"/>
              <a:gd name="connsiteY3991" fmla="*/ 2713270 h 4115518"/>
              <a:gd name="connsiteX3992" fmla="*/ 4741545 w 6282234"/>
              <a:gd name="connsiteY3992" fmla="*/ 2704976 h 4115518"/>
              <a:gd name="connsiteX3993" fmla="*/ 4725259 w 6282234"/>
              <a:gd name="connsiteY3993" fmla="*/ 2704976 h 4115518"/>
              <a:gd name="connsiteX3994" fmla="*/ 4728516 w 6282234"/>
              <a:gd name="connsiteY3994" fmla="*/ 2690381 h 4115518"/>
              <a:gd name="connsiteX3995" fmla="*/ 4712229 w 6282234"/>
              <a:gd name="connsiteY3995" fmla="*/ 2690381 h 4115518"/>
              <a:gd name="connsiteX3996" fmla="*/ 4712229 w 6282234"/>
              <a:gd name="connsiteY3996" fmla="*/ 2713270 h 4115518"/>
              <a:gd name="connsiteX3997" fmla="*/ 4695943 w 6282234"/>
              <a:gd name="connsiteY3997" fmla="*/ 2746775 h 4115518"/>
              <a:gd name="connsiteX3998" fmla="*/ 4695943 w 6282234"/>
              <a:gd name="connsiteY3998" fmla="*/ 2759050 h 4115518"/>
              <a:gd name="connsiteX3999" fmla="*/ 4702458 w 6282234"/>
              <a:gd name="connsiteY3999" fmla="*/ 2768338 h 4115518"/>
              <a:gd name="connsiteX4000" fmla="*/ 4708973 w 6282234"/>
              <a:gd name="connsiteY4000" fmla="*/ 2765685 h 4115518"/>
              <a:gd name="connsiteX4001" fmla="*/ 4712229 w 6282234"/>
              <a:gd name="connsiteY4001" fmla="*/ 2777958 h 4115518"/>
              <a:gd name="connsiteX4002" fmla="*/ 4715487 w 6282234"/>
              <a:gd name="connsiteY4002" fmla="*/ 2780612 h 4115518"/>
              <a:gd name="connsiteX4003" fmla="*/ 4715487 w 6282234"/>
              <a:gd name="connsiteY4003" fmla="*/ 2792555 h 4115518"/>
              <a:gd name="connsiteX4004" fmla="*/ 4712229 w 6282234"/>
              <a:gd name="connsiteY4004" fmla="*/ 2798195 h 4115518"/>
              <a:gd name="connsiteX4005" fmla="*/ 4731773 w 6282234"/>
              <a:gd name="connsiteY4005" fmla="*/ 2810137 h 4115518"/>
              <a:gd name="connsiteX4006" fmla="*/ 4738287 w 6282234"/>
              <a:gd name="connsiteY4006" fmla="*/ 2810137 h 4115518"/>
              <a:gd name="connsiteX4007" fmla="*/ 4748059 w 6282234"/>
              <a:gd name="connsiteY4007" fmla="*/ 2819757 h 4115518"/>
              <a:gd name="connsiteX4008" fmla="*/ 4767603 w 6282234"/>
              <a:gd name="connsiteY4008" fmla="*/ 2836012 h 4115518"/>
              <a:gd name="connsiteX4009" fmla="*/ 4770860 w 6282234"/>
              <a:gd name="connsiteY4009" fmla="*/ 2846627 h 4115518"/>
              <a:gd name="connsiteX4010" fmla="*/ 4774118 w 6282234"/>
              <a:gd name="connsiteY4010" fmla="*/ 2855916 h 4115518"/>
              <a:gd name="connsiteX4011" fmla="*/ 4770860 w 6282234"/>
              <a:gd name="connsiteY4011" fmla="*/ 2865537 h 4115518"/>
              <a:gd name="connsiteX4012" fmla="*/ 4770860 w 6282234"/>
              <a:gd name="connsiteY4012" fmla="*/ 2877479 h 4115518"/>
              <a:gd name="connsiteX4013" fmla="*/ 4777375 w 6282234"/>
              <a:gd name="connsiteY4013" fmla="*/ 2884446 h 4115518"/>
              <a:gd name="connsiteX4014" fmla="*/ 4787147 w 6282234"/>
              <a:gd name="connsiteY4014" fmla="*/ 2907336 h 4115518"/>
              <a:gd name="connsiteX4015" fmla="*/ 4770860 w 6282234"/>
              <a:gd name="connsiteY4015" fmla="*/ 2904681 h 4115518"/>
              <a:gd name="connsiteX4016" fmla="*/ 4748059 w 6282234"/>
              <a:gd name="connsiteY4016" fmla="*/ 2892408 h 4115518"/>
              <a:gd name="connsiteX4017" fmla="*/ 4735031 w 6282234"/>
              <a:gd name="connsiteY4017" fmla="*/ 2883119 h 4115518"/>
              <a:gd name="connsiteX4018" fmla="*/ 4735031 w 6282234"/>
              <a:gd name="connsiteY4018" fmla="*/ 2872171 h 4115518"/>
              <a:gd name="connsiteX4019" fmla="*/ 4725259 w 6282234"/>
              <a:gd name="connsiteY4019" fmla="*/ 2862883 h 4115518"/>
              <a:gd name="connsiteX4020" fmla="*/ 4725259 w 6282234"/>
              <a:gd name="connsiteY4020" fmla="*/ 2846627 h 4115518"/>
              <a:gd name="connsiteX4021" fmla="*/ 4718744 w 6282234"/>
              <a:gd name="connsiteY4021" fmla="*/ 2841320 h 4115518"/>
              <a:gd name="connsiteX4022" fmla="*/ 4718744 w 6282234"/>
              <a:gd name="connsiteY4022" fmla="*/ 2823738 h 4115518"/>
              <a:gd name="connsiteX4023" fmla="*/ 4712229 w 6282234"/>
              <a:gd name="connsiteY4023" fmla="*/ 2817104 h 4115518"/>
              <a:gd name="connsiteX4024" fmla="*/ 4705715 w 6282234"/>
              <a:gd name="connsiteY4024" fmla="*/ 2810137 h 4115518"/>
              <a:gd name="connsiteX4025" fmla="*/ 4699200 w 6282234"/>
              <a:gd name="connsiteY4025" fmla="*/ 2795540 h 4115518"/>
              <a:gd name="connsiteX4026" fmla="*/ 4689429 w 6282234"/>
              <a:gd name="connsiteY4026" fmla="*/ 2787247 h 4115518"/>
              <a:gd name="connsiteX4027" fmla="*/ 4689429 w 6282234"/>
              <a:gd name="connsiteY4027" fmla="*/ 2783267 h 4115518"/>
              <a:gd name="connsiteX4028" fmla="*/ 4679657 w 6282234"/>
              <a:gd name="connsiteY4028" fmla="*/ 2777958 h 4115518"/>
              <a:gd name="connsiteX4029" fmla="*/ 4682913 w 6282234"/>
              <a:gd name="connsiteY4029" fmla="*/ 2768338 h 4115518"/>
              <a:gd name="connsiteX4030" fmla="*/ 4689429 w 6282234"/>
              <a:gd name="connsiteY4030" fmla="*/ 2746775 h 4115518"/>
              <a:gd name="connsiteX4031" fmla="*/ 4686171 w 6282234"/>
              <a:gd name="connsiteY4031" fmla="*/ 2741468 h 4115518"/>
              <a:gd name="connsiteX4032" fmla="*/ 4689429 w 6282234"/>
              <a:gd name="connsiteY4032" fmla="*/ 2737486 h 4115518"/>
              <a:gd name="connsiteX4033" fmla="*/ 4689429 w 6282234"/>
              <a:gd name="connsiteY4033" fmla="*/ 2722558 h 4115518"/>
              <a:gd name="connsiteX4034" fmla="*/ 4689429 w 6282234"/>
              <a:gd name="connsiteY4034" fmla="*/ 2710616 h 4115518"/>
              <a:gd name="connsiteX4035" fmla="*/ 4689429 w 6282234"/>
              <a:gd name="connsiteY4035" fmla="*/ 2695688 h 4115518"/>
              <a:gd name="connsiteX4036" fmla="*/ 4682913 w 6282234"/>
              <a:gd name="connsiteY4036" fmla="*/ 2686399 h 4115518"/>
              <a:gd name="connsiteX4037" fmla="*/ 4673142 w 6282234"/>
              <a:gd name="connsiteY4037" fmla="*/ 2664504 h 4115518"/>
              <a:gd name="connsiteX4038" fmla="*/ 4673142 w 6282234"/>
              <a:gd name="connsiteY4038" fmla="*/ 2653889 h 4115518"/>
              <a:gd name="connsiteX4039" fmla="*/ 4663371 w 6282234"/>
              <a:gd name="connsiteY4039" fmla="*/ 2623037 h 4115518"/>
              <a:gd name="connsiteX4040" fmla="*/ 4656855 w 6282234"/>
              <a:gd name="connsiteY4040" fmla="*/ 2629672 h 4115518"/>
              <a:gd name="connsiteX4041" fmla="*/ 4637313 w 6282234"/>
              <a:gd name="connsiteY4041" fmla="*/ 2641615 h 4115518"/>
              <a:gd name="connsiteX4042" fmla="*/ 4634055 w 6282234"/>
              <a:gd name="connsiteY4042" fmla="*/ 2649909 h 4115518"/>
              <a:gd name="connsiteX4043" fmla="*/ 4624283 w 6282234"/>
              <a:gd name="connsiteY4043" fmla="*/ 2649909 h 4115518"/>
              <a:gd name="connsiteX4044" fmla="*/ 4611253 w 6282234"/>
              <a:gd name="connsiteY4044" fmla="*/ 2644601 h 4115518"/>
              <a:gd name="connsiteX4045" fmla="*/ 4617768 w 6282234"/>
              <a:gd name="connsiteY4045" fmla="*/ 2616072 h 4115518"/>
              <a:gd name="connsiteX4046" fmla="*/ 4604740 w 6282234"/>
              <a:gd name="connsiteY4046" fmla="*/ 2581239 h 4115518"/>
              <a:gd name="connsiteX4047" fmla="*/ 4598225 w 6282234"/>
              <a:gd name="connsiteY4047" fmla="*/ 2568965 h 4115518"/>
              <a:gd name="connsiteX4048" fmla="*/ 4591711 w 6282234"/>
              <a:gd name="connsiteY4048" fmla="*/ 2567638 h 4115518"/>
              <a:gd name="connsiteX4049" fmla="*/ 4588453 w 6282234"/>
              <a:gd name="connsiteY4049" fmla="*/ 2559676 h 4115518"/>
              <a:gd name="connsiteX4050" fmla="*/ 4581939 w 6282234"/>
              <a:gd name="connsiteY4050" fmla="*/ 2556690 h 4115518"/>
              <a:gd name="connsiteX4051" fmla="*/ 4578681 w 6282234"/>
              <a:gd name="connsiteY4051" fmla="*/ 2550056 h 4115518"/>
              <a:gd name="connsiteX4052" fmla="*/ 4568909 w 6282234"/>
              <a:gd name="connsiteY4052" fmla="*/ 2523185 h 4115518"/>
              <a:gd name="connsiteX4053" fmla="*/ 4562395 w 6282234"/>
              <a:gd name="connsiteY4053" fmla="*/ 2516551 h 4115518"/>
              <a:gd name="connsiteX4054" fmla="*/ 4555881 w 6282234"/>
              <a:gd name="connsiteY4054" fmla="*/ 2520531 h 4115518"/>
              <a:gd name="connsiteX4055" fmla="*/ 4542851 w 6282234"/>
              <a:gd name="connsiteY4055" fmla="*/ 2535128 h 4115518"/>
              <a:gd name="connsiteX4056" fmla="*/ 4536337 w 6282234"/>
              <a:gd name="connsiteY4056" fmla="*/ 2532473 h 4115518"/>
              <a:gd name="connsiteX4057" fmla="*/ 4523308 w 6282234"/>
              <a:gd name="connsiteY4057" fmla="*/ 2538113 h 4115518"/>
              <a:gd name="connsiteX4058" fmla="*/ 4510279 w 6282234"/>
              <a:gd name="connsiteY4058" fmla="*/ 2540767 h 4115518"/>
              <a:gd name="connsiteX4059" fmla="*/ 4500507 w 6282234"/>
              <a:gd name="connsiteY4059" fmla="*/ 2535128 h 4115518"/>
              <a:gd name="connsiteX4060" fmla="*/ 4487477 w 6282234"/>
              <a:gd name="connsiteY4060" fmla="*/ 2540767 h 4115518"/>
              <a:gd name="connsiteX4061" fmla="*/ 4484221 w 6282234"/>
              <a:gd name="connsiteY4061" fmla="*/ 2547402 h 4115518"/>
              <a:gd name="connsiteX4062" fmla="*/ 4484221 w 6282234"/>
              <a:gd name="connsiteY4062" fmla="*/ 2556690 h 4115518"/>
              <a:gd name="connsiteX4063" fmla="*/ 4474449 w 6282234"/>
              <a:gd name="connsiteY4063" fmla="*/ 2568965 h 4115518"/>
              <a:gd name="connsiteX4064" fmla="*/ 4461419 w 6282234"/>
              <a:gd name="connsiteY4064" fmla="*/ 2574273 h 4115518"/>
              <a:gd name="connsiteX4065" fmla="*/ 4448390 w 6282234"/>
              <a:gd name="connsiteY4065" fmla="*/ 2583893 h 4115518"/>
              <a:gd name="connsiteX4066" fmla="*/ 4435361 w 6282234"/>
              <a:gd name="connsiteY4066" fmla="*/ 2601475 h 4115518"/>
              <a:gd name="connsiteX4067" fmla="*/ 4422332 w 6282234"/>
              <a:gd name="connsiteY4067" fmla="*/ 2616072 h 4115518"/>
              <a:gd name="connsiteX4068" fmla="*/ 4406045 w 6282234"/>
              <a:gd name="connsiteY4068" fmla="*/ 2623037 h 4115518"/>
              <a:gd name="connsiteX4069" fmla="*/ 4402789 w 6282234"/>
              <a:gd name="connsiteY4069" fmla="*/ 2632327 h 4115518"/>
              <a:gd name="connsiteX4070" fmla="*/ 4393017 w 6282234"/>
              <a:gd name="connsiteY4070" fmla="*/ 2637634 h 4115518"/>
              <a:gd name="connsiteX4071" fmla="*/ 4386503 w 6282234"/>
              <a:gd name="connsiteY4071" fmla="*/ 2637634 h 4115518"/>
              <a:gd name="connsiteX4072" fmla="*/ 4379987 w 6282234"/>
              <a:gd name="connsiteY4072" fmla="*/ 2647254 h 4115518"/>
              <a:gd name="connsiteX4073" fmla="*/ 4366958 w 6282234"/>
              <a:gd name="connsiteY4073" fmla="*/ 2649909 h 4115518"/>
              <a:gd name="connsiteX4074" fmla="*/ 4363701 w 6282234"/>
              <a:gd name="connsiteY4074" fmla="*/ 2661851 h 4115518"/>
              <a:gd name="connsiteX4075" fmla="*/ 4366958 w 6282234"/>
              <a:gd name="connsiteY4075" fmla="*/ 2676779 h 4115518"/>
              <a:gd name="connsiteX4076" fmla="*/ 4370216 w 6282234"/>
              <a:gd name="connsiteY4076" fmla="*/ 2693034 h 4115518"/>
              <a:gd name="connsiteX4077" fmla="*/ 4366958 w 6282234"/>
              <a:gd name="connsiteY4077" fmla="*/ 2707963 h 4115518"/>
              <a:gd name="connsiteX4078" fmla="*/ 4360445 w 6282234"/>
              <a:gd name="connsiteY4078" fmla="*/ 2717251 h 4115518"/>
              <a:gd name="connsiteX4079" fmla="*/ 4360445 w 6282234"/>
              <a:gd name="connsiteY4079" fmla="*/ 2749430 h 4115518"/>
              <a:gd name="connsiteX4080" fmla="*/ 4353929 w 6282234"/>
              <a:gd name="connsiteY4080" fmla="*/ 2746775 h 4115518"/>
              <a:gd name="connsiteX4081" fmla="*/ 4344158 w 6282234"/>
              <a:gd name="connsiteY4081" fmla="*/ 2761703 h 4115518"/>
              <a:gd name="connsiteX4082" fmla="*/ 4347415 w 6282234"/>
              <a:gd name="connsiteY4082" fmla="*/ 2765685 h 4115518"/>
              <a:gd name="connsiteX4083" fmla="*/ 4331129 w 6282234"/>
              <a:gd name="connsiteY4083" fmla="*/ 2773978 h 4115518"/>
              <a:gd name="connsiteX4084" fmla="*/ 4331129 w 6282234"/>
              <a:gd name="connsiteY4084" fmla="*/ 2783267 h 4115518"/>
              <a:gd name="connsiteX4085" fmla="*/ 4321357 w 6282234"/>
              <a:gd name="connsiteY4085" fmla="*/ 2787247 h 4115518"/>
              <a:gd name="connsiteX4086" fmla="*/ 4311585 w 6282234"/>
              <a:gd name="connsiteY4086" fmla="*/ 2783267 h 4115518"/>
              <a:gd name="connsiteX4087" fmla="*/ 4305071 w 6282234"/>
              <a:gd name="connsiteY4087" fmla="*/ 2773978 h 4115518"/>
              <a:gd name="connsiteX4088" fmla="*/ 4298556 w 6282234"/>
              <a:gd name="connsiteY4088" fmla="*/ 2751088 h 4115518"/>
              <a:gd name="connsiteX4089" fmla="*/ 4288785 w 6282234"/>
              <a:gd name="connsiteY4089" fmla="*/ 2726540 h 4115518"/>
              <a:gd name="connsiteX4090" fmla="*/ 4272498 w 6282234"/>
              <a:gd name="connsiteY4090" fmla="*/ 2700996 h 4115518"/>
              <a:gd name="connsiteX4091" fmla="*/ 4272498 w 6282234"/>
              <a:gd name="connsiteY4091" fmla="*/ 2683414 h 4115518"/>
              <a:gd name="connsiteX4092" fmla="*/ 4262727 w 6282234"/>
              <a:gd name="connsiteY4092" fmla="*/ 2668817 h 4115518"/>
              <a:gd name="connsiteX4093" fmla="*/ 4249697 w 6282234"/>
              <a:gd name="connsiteY4093" fmla="*/ 2641615 h 4115518"/>
              <a:gd name="connsiteX4094" fmla="*/ 4246440 w 6282234"/>
              <a:gd name="connsiteY4094" fmla="*/ 2623037 h 4115518"/>
              <a:gd name="connsiteX4095" fmla="*/ 4239925 w 6282234"/>
              <a:gd name="connsiteY4095" fmla="*/ 2593182 h 4115518"/>
              <a:gd name="connsiteX4096" fmla="*/ 4236667 w 6282234"/>
              <a:gd name="connsiteY4096" fmla="*/ 2571618 h 4115518"/>
              <a:gd name="connsiteX4097" fmla="*/ 4243182 w 6282234"/>
              <a:gd name="connsiteY4097" fmla="*/ 2555363 h 4115518"/>
              <a:gd name="connsiteX4098" fmla="*/ 4236667 w 6282234"/>
              <a:gd name="connsiteY4098" fmla="*/ 2547402 h 4115518"/>
              <a:gd name="connsiteX4099" fmla="*/ 4233411 w 6282234"/>
              <a:gd name="connsiteY4099" fmla="*/ 2532473 h 4115518"/>
              <a:gd name="connsiteX4100" fmla="*/ 4223639 w 6282234"/>
              <a:gd name="connsiteY4100" fmla="*/ 2547402 h 4115518"/>
              <a:gd name="connsiteX4101" fmla="*/ 4207353 w 6282234"/>
              <a:gd name="connsiteY4101" fmla="*/ 2556690 h 4115518"/>
              <a:gd name="connsiteX4102" fmla="*/ 4200838 w 6282234"/>
              <a:gd name="connsiteY4102" fmla="*/ 2555363 h 4115518"/>
              <a:gd name="connsiteX4103" fmla="*/ 4174780 w 6282234"/>
              <a:gd name="connsiteY4103" fmla="*/ 2532473 h 4115518"/>
              <a:gd name="connsiteX4104" fmla="*/ 4178037 w 6282234"/>
              <a:gd name="connsiteY4104" fmla="*/ 2525839 h 4115518"/>
              <a:gd name="connsiteX4105" fmla="*/ 4191066 w 6282234"/>
              <a:gd name="connsiteY4105" fmla="*/ 2520531 h 4115518"/>
              <a:gd name="connsiteX4106" fmla="*/ 4174780 w 6282234"/>
              <a:gd name="connsiteY4106" fmla="*/ 2516551 h 4115518"/>
              <a:gd name="connsiteX4107" fmla="*/ 4165009 w 6282234"/>
              <a:gd name="connsiteY4107" fmla="*/ 2508257 h 4115518"/>
              <a:gd name="connsiteX4108" fmla="*/ 4158493 w 6282234"/>
              <a:gd name="connsiteY4108" fmla="*/ 2496314 h 4115518"/>
              <a:gd name="connsiteX4109" fmla="*/ 4145464 w 6282234"/>
              <a:gd name="connsiteY4109" fmla="*/ 2494988 h 4115518"/>
              <a:gd name="connsiteX4110" fmla="*/ 4138949 w 6282234"/>
              <a:gd name="connsiteY4110" fmla="*/ 2482713 h 4115518"/>
              <a:gd name="connsiteX4111" fmla="*/ 4132435 w 6282234"/>
              <a:gd name="connsiteY4111" fmla="*/ 2477406 h 4115518"/>
              <a:gd name="connsiteX4112" fmla="*/ 4132435 w 6282234"/>
              <a:gd name="connsiteY4112" fmla="*/ 2470439 h 4115518"/>
              <a:gd name="connsiteX4113" fmla="*/ 4125921 w 6282234"/>
              <a:gd name="connsiteY4113" fmla="*/ 2465131 h 4115518"/>
              <a:gd name="connsiteX4114" fmla="*/ 4096605 w 6282234"/>
              <a:gd name="connsiteY4114" fmla="*/ 2467786 h 4115518"/>
              <a:gd name="connsiteX4115" fmla="*/ 4080319 w 6282234"/>
              <a:gd name="connsiteY4115" fmla="*/ 2465131 h 4115518"/>
              <a:gd name="connsiteX4116" fmla="*/ 4077061 w 6282234"/>
              <a:gd name="connsiteY4116" fmla="*/ 2470439 h 4115518"/>
              <a:gd name="connsiteX4117" fmla="*/ 4057517 w 6282234"/>
              <a:gd name="connsiteY4117" fmla="*/ 2467786 h 4115518"/>
              <a:gd name="connsiteX4118" fmla="*/ 4047746 w 6282234"/>
              <a:gd name="connsiteY4118" fmla="*/ 2471766 h 4115518"/>
              <a:gd name="connsiteX4119" fmla="*/ 4044489 w 6282234"/>
              <a:gd name="connsiteY4119" fmla="*/ 2470439 h 4115518"/>
              <a:gd name="connsiteX4120" fmla="*/ 4041231 w 6282234"/>
              <a:gd name="connsiteY4120" fmla="*/ 2471766 h 4115518"/>
              <a:gd name="connsiteX4121" fmla="*/ 4005401 w 6282234"/>
              <a:gd name="connsiteY4121" fmla="*/ 2465131 h 4115518"/>
              <a:gd name="connsiteX4122" fmla="*/ 3985857 w 6282234"/>
              <a:gd name="connsiteY4122" fmla="*/ 2462477 h 4115518"/>
              <a:gd name="connsiteX4123" fmla="*/ 3969571 w 6282234"/>
              <a:gd name="connsiteY4123" fmla="*/ 2458497 h 4115518"/>
              <a:gd name="connsiteX4124" fmla="*/ 3963057 w 6282234"/>
              <a:gd name="connsiteY4124" fmla="*/ 2435607 h 4115518"/>
              <a:gd name="connsiteX4125" fmla="*/ 3950028 w 6282234"/>
              <a:gd name="connsiteY4125" fmla="*/ 2431626 h 4115518"/>
              <a:gd name="connsiteX4126" fmla="*/ 3940256 w 6282234"/>
              <a:gd name="connsiteY4126" fmla="*/ 2434280 h 4115518"/>
              <a:gd name="connsiteX4127" fmla="*/ 3923970 w 6282234"/>
              <a:gd name="connsiteY4127" fmla="*/ 2443569 h 4115518"/>
              <a:gd name="connsiteX4128" fmla="*/ 3907683 w 6282234"/>
              <a:gd name="connsiteY4128" fmla="*/ 2440914 h 4115518"/>
              <a:gd name="connsiteX4129" fmla="*/ 3888139 w 6282234"/>
              <a:gd name="connsiteY4129" fmla="*/ 2425987 h 4115518"/>
              <a:gd name="connsiteX4130" fmla="*/ 3884883 w 6282234"/>
              <a:gd name="connsiteY4130" fmla="*/ 2422005 h 4115518"/>
              <a:gd name="connsiteX4131" fmla="*/ 3865339 w 6282234"/>
              <a:gd name="connsiteY4131" fmla="*/ 2414044 h 4115518"/>
              <a:gd name="connsiteX4132" fmla="*/ 3858825 w 6282234"/>
              <a:gd name="connsiteY4132" fmla="*/ 2392482 h 4115518"/>
              <a:gd name="connsiteX4133" fmla="*/ 3842538 w 6282234"/>
              <a:gd name="connsiteY4133" fmla="*/ 2374899 h 4115518"/>
              <a:gd name="connsiteX4134" fmla="*/ 3816480 w 6282234"/>
              <a:gd name="connsiteY4134" fmla="*/ 2374899 h 4115518"/>
              <a:gd name="connsiteX4135" fmla="*/ 3806707 w 6282234"/>
              <a:gd name="connsiteY4135" fmla="*/ 2373572 h 4115518"/>
              <a:gd name="connsiteX4136" fmla="*/ 3806707 w 6282234"/>
              <a:gd name="connsiteY4136" fmla="*/ 2385515 h 4115518"/>
              <a:gd name="connsiteX4137" fmla="*/ 3816480 w 6282234"/>
              <a:gd name="connsiteY4137" fmla="*/ 2401770 h 4115518"/>
              <a:gd name="connsiteX4138" fmla="*/ 3819737 w 6282234"/>
              <a:gd name="connsiteY4138" fmla="*/ 2414044 h 4115518"/>
              <a:gd name="connsiteX4139" fmla="*/ 3832767 w 6282234"/>
              <a:gd name="connsiteY4139" fmla="*/ 2431626 h 4115518"/>
              <a:gd name="connsiteX4140" fmla="*/ 3842538 w 6282234"/>
              <a:gd name="connsiteY4140" fmla="*/ 2438261 h 4115518"/>
              <a:gd name="connsiteX4141" fmla="*/ 3842538 w 6282234"/>
              <a:gd name="connsiteY4141" fmla="*/ 2453189 h 4115518"/>
              <a:gd name="connsiteX4142" fmla="*/ 3855567 w 6282234"/>
              <a:gd name="connsiteY4142" fmla="*/ 2477406 h 4115518"/>
              <a:gd name="connsiteX4143" fmla="*/ 3855567 w 6282234"/>
              <a:gd name="connsiteY4143" fmla="*/ 2462477 h 4115518"/>
              <a:gd name="connsiteX4144" fmla="*/ 3862081 w 6282234"/>
              <a:gd name="connsiteY4144" fmla="*/ 2453189 h 4115518"/>
              <a:gd name="connsiteX4145" fmla="*/ 3871853 w 6282234"/>
              <a:gd name="connsiteY4145" fmla="*/ 2455842 h 4115518"/>
              <a:gd name="connsiteX4146" fmla="*/ 3871853 w 6282234"/>
              <a:gd name="connsiteY4146" fmla="*/ 2471766 h 4115518"/>
              <a:gd name="connsiteX4147" fmla="*/ 3865339 w 6282234"/>
              <a:gd name="connsiteY4147" fmla="*/ 2482713 h 4115518"/>
              <a:gd name="connsiteX4148" fmla="*/ 3871853 w 6282234"/>
              <a:gd name="connsiteY4148" fmla="*/ 2486694 h 4115518"/>
              <a:gd name="connsiteX4149" fmla="*/ 3878368 w 6282234"/>
              <a:gd name="connsiteY4149" fmla="*/ 2494988 h 4115518"/>
              <a:gd name="connsiteX4150" fmla="*/ 3891397 w 6282234"/>
              <a:gd name="connsiteY4150" fmla="*/ 2489348 h 4115518"/>
              <a:gd name="connsiteX4151" fmla="*/ 3907683 w 6282234"/>
              <a:gd name="connsiteY4151" fmla="*/ 2492002 h 4115518"/>
              <a:gd name="connsiteX4152" fmla="*/ 3917455 w 6282234"/>
              <a:gd name="connsiteY4152" fmla="*/ 2486694 h 4115518"/>
              <a:gd name="connsiteX4153" fmla="*/ 3946771 w 6282234"/>
              <a:gd name="connsiteY4153" fmla="*/ 2453189 h 4115518"/>
              <a:gd name="connsiteX4154" fmla="*/ 3950028 w 6282234"/>
              <a:gd name="connsiteY4154" fmla="*/ 2459824 h 4115518"/>
              <a:gd name="connsiteX4155" fmla="*/ 3953285 w 6282234"/>
              <a:gd name="connsiteY4155" fmla="*/ 2474752 h 4115518"/>
              <a:gd name="connsiteX4156" fmla="*/ 3956543 w 6282234"/>
              <a:gd name="connsiteY4156" fmla="*/ 2484041 h 4115518"/>
              <a:gd name="connsiteX4157" fmla="*/ 3966314 w 6282234"/>
              <a:gd name="connsiteY4157" fmla="*/ 2494988 h 4115518"/>
              <a:gd name="connsiteX4158" fmla="*/ 3992372 w 6282234"/>
              <a:gd name="connsiteY4158" fmla="*/ 2498968 h 4115518"/>
              <a:gd name="connsiteX4159" fmla="*/ 4011916 w 6282234"/>
              <a:gd name="connsiteY4159" fmla="*/ 2528493 h 4115518"/>
              <a:gd name="connsiteX4160" fmla="*/ 4005401 w 6282234"/>
              <a:gd name="connsiteY4160" fmla="*/ 2543421 h 4115518"/>
              <a:gd name="connsiteX4161" fmla="*/ 3998887 w 6282234"/>
              <a:gd name="connsiteY4161" fmla="*/ 2547402 h 4115518"/>
              <a:gd name="connsiteX4162" fmla="*/ 3989115 w 6282234"/>
              <a:gd name="connsiteY4162" fmla="*/ 2562330 h 4115518"/>
              <a:gd name="connsiteX4163" fmla="*/ 3982601 w 6282234"/>
              <a:gd name="connsiteY4163" fmla="*/ 2559676 h 4115518"/>
              <a:gd name="connsiteX4164" fmla="*/ 3976086 w 6282234"/>
              <a:gd name="connsiteY4164" fmla="*/ 2574273 h 4115518"/>
              <a:gd name="connsiteX4165" fmla="*/ 3976086 w 6282234"/>
              <a:gd name="connsiteY4165" fmla="*/ 2589200 h 4115518"/>
              <a:gd name="connsiteX4166" fmla="*/ 3963057 w 6282234"/>
              <a:gd name="connsiteY4166" fmla="*/ 2591855 h 4115518"/>
              <a:gd name="connsiteX4167" fmla="*/ 3959799 w 6282234"/>
              <a:gd name="connsiteY4167" fmla="*/ 2595835 h 4115518"/>
              <a:gd name="connsiteX4168" fmla="*/ 3950028 w 6282234"/>
              <a:gd name="connsiteY4168" fmla="*/ 2608110 h 4115518"/>
              <a:gd name="connsiteX4169" fmla="*/ 3940256 w 6282234"/>
              <a:gd name="connsiteY4169" fmla="*/ 2608110 h 4115518"/>
              <a:gd name="connsiteX4170" fmla="*/ 3933741 w 6282234"/>
              <a:gd name="connsiteY4170" fmla="*/ 2613417 h 4115518"/>
              <a:gd name="connsiteX4171" fmla="*/ 3930485 w 6282234"/>
              <a:gd name="connsiteY4171" fmla="*/ 2625692 h 4115518"/>
              <a:gd name="connsiteX4172" fmla="*/ 3914198 w 6282234"/>
              <a:gd name="connsiteY4172" fmla="*/ 2625692 h 4115518"/>
              <a:gd name="connsiteX4173" fmla="*/ 3897912 w 6282234"/>
              <a:gd name="connsiteY4173" fmla="*/ 2632327 h 4115518"/>
              <a:gd name="connsiteX4174" fmla="*/ 3888139 w 6282234"/>
              <a:gd name="connsiteY4174" fmla="*/ 2634980 h 4115518"/>
              <a:gd name="connsiteX4175" fmla="*/ 3878368 w 6282234"/>
              <a:gd name="connsiteY4175" fmla="*/ 2644601 h 4115518"/>
              <a:gd name="connsiteX4176" fmla="*/ 3878368 w 6282234"/>
              <a:gd name="connsiteY4176" fmla="*/ 2652562 h 4115518"/>
              <a:gd name="connsiteX4177" fmla="*/ 3865339 w 6282234"/>
              <a:gd name="connsiteY4177" fmla="*/ 2659197 h 4115518"/>
              <a:gd name="connsiteX4178" fmla="*/ 3849053 w 6282234"/>
              <a:gd name="connsiteY4178" fmla="*/ 2661851 h 4115518"/>
              <a:gd name="connsiteX4179" fmla="*/ 3826252 w 6282234"/>
              <a:gd name="connsiteY4179" fmla="*/ 2671471 h 4115518"/>
              <a:gd name="connsiteX4180" fmla="*/ 3819737 w 6282234"/>
              <a:gd name="connsiteY4180" fmla="*/ 2680759 h 4115518"/>
              <a:gd name="connsiteX4181" fmla="*/ 3806707 w 6282234"/>
              <a:gd name="connsiteY4181" fmla="*/ 2678106 h 4115518"/>
              <a:gd name="connsiteX4182" fmla="*/ 3796936 w 6282234"/>
              <a:gd name="connsiteY4182" fmla="*/ 2689053 h 4115518"/>
              <a:gd name="connsiteX4183" fmla="*/ 3783907 w 6282234"/>
              <a:gd name="connsiteY4183" fmla="*/ 2690381 h 4115518"/>
              <a:gd name="connsiteX4184" fmla="*/ 3764363 w 6282234"/>
              <a:gd name="connsiteY4184" fmla="*/ 2693034 h 4115518"/>
              <a:gd name="connsiteX4185" fmla="*/ 3751334 w 6282234"/>
              <a:gd name="connsiteY4185" fmla="*/ 2702323 h 4115518"/>
              <a:gd name="connsiteX4186" fmla="*/ 3738305 w 6282234"/>
              <a:gd name="connsiteY4186" fmla="*/ 2704976 h 4115518"/>
              <a:gd name="connsiteX4187" fmla="*/ 3728533 w 6282234"/>
              <a:gd name="connsiteY4187" fmla="*/ 2702323 h 4115518"/>
              <a:gd name="connsiteX4188" fmla="*/ 3715504 w 6282234"/>
              <a:gd name="connsiteY4188" fmla="*/ 2649909 h 4115518"/>
              <a:gd name="connsiteX4189" fmla="*/ 3715504 w 6282234"/>
              <a:gd name="connsiteY4189" fmla="*/ 2637634 h 4115518"/>
              <a:gd name="connsiteX4190" fmla="*/ 3708989 w 6282234"/>
              <a:gd name="connsiteY4190" fmla="*/ 2617398 h 4115518"/>
              <a:gd name="connsiteX4191" fmla="*/ 3695961 w 6282234"/>
              <a:gd name="connsiteY4191" fmla="*/ 2608110 h 4115518"/>
              <a:gd name="connsiteX4192" fmla="*/ 3689446 w 6282234"/>
              <a:gd name="connsiteY4192" fmla="*/ 2593182 h 4115518"/>
              <a:gd name="connsiteX4193" fmla="*/ 3689446 w 6282234"/>
              <a:gd name="connsiteY4193" fmla="*/ 2586547 h 4115518"/>
              <a:gd name="connsiteX4194" fmla="*/ 3676417 w 6282234"/>
              <a:gd name="connsiteY4194" fmla="*/ 2568965 h 4115518"/>
              <a:gd name="connsiteX4195" fmla="*/ 3663388 w 6282234"/>
              <a:gd name="connsiteY4195" fmla="*/ 2562330 h 4115518"/>
              <a:gd name="connsiteX4196" fmla="*/ 3653615 w 6282234"/>
              <a:gd name="connsiteY4196" fmla="*/ 2547402 h 4115518"/>
              <a:gd name="connsiteX4197" fmla="*/ 3653615 w 6282234"/>
              <a:gd name="connsiteY4197" fmla="*/ 2535128 h 4115518"/>
              <a:gd name="connsiteX4198" fmla="*/ 3653615 w 6282234"/>
              <a:gd name="connsiteY4198" fmla="*/ 2520531 h 4115518"/>
              <a:gd name="connsiteX4199" fmla="*/ 3640587 w 6282234"/>
              <a:gd name="connsiteY4199" fmla="*/ 2496314 h 4115518"/>
              <a:gd name="connsiteX4200" fmla="*/ 3627557 w 6282234"/>
              <a:gd name="connsiteY4200" fmla="*/ 2489348 h 4115518"/>
              <a:gd name="connsiteX4201" fmla="*/ 3617786 w 6282234"/>
              <a:gd name="connsiteY4201" fmla="*/ 2477406 h 4115518"/>
              <a:gd name="connsiteX4202" fmla="*/ 3621043 w 6282234"/>
              <a:gd name="connsiteY4202" fmla="*/ 2470439 h 4115518"/>
              <a:gd name="connsiteX4203" fmla="*/ 3611271 w 6282234"/>
              <a:gd name="connsiteY4203" fmla="*/ 2455842 h 4115518"/>
              <a:gd name="connsiteX4204" fmla="*/ 3601500 w 6282234"/>
              <a:gd name="connsiteY4204" fmla="*/ 2440914 h 4115518"/>
              <a:gd name="connsiteX4205" fmla="*/ 3588470 w 6282234"/>
              <a:gd name="connsiteY4205" fmla="*/ 2416698 h 4115518"/>
              <a:gd name="connsiteX4206" fmla="*/ 3575442 w 6282234"/>
              <a:gd name="connsiteY4206" fmla="*/ 2410063 h 4115518"/>
              <a:gd name="connsiteX4207" fmla="*/ 3581957 w 6282234"/>
              <a:gd name="connsiteY4207" fmla="*/ 2387173 h 4115518"/>
              <a:gd name="connsiteX4208" fmla="*/ 3581957 w 6282234"/>
              <a:gd name="connsiteY4208" fmla="*/ 2385515 h 4115518"/>
              <a:gd name="connsiteX4209" fmla="*/ 3565670 w 6282234"/>
              <a:gd name="connsiteY4209" fmla="*/ 2419352 h 4115518"/>
              <a:gd name="connsiteX4210" fmla="*/ 3552641 w 6282234"/>
              <a:gd name="connsiteY4210" fmla="*/ 2401770 h 4115518"/>
              <a:gd name="connsiteX4211" fmla="*/ 3549384 w 6282234"/>
              <a:gd name="connsiteY4211" fmla="*/ 2395135 h 4115518"/>
              <a:gd name="connsiteX4212" fmla="*/ 3539611 w 6282234"/>
              <a:gd name="connsiteY4212" fmla="*/ 2395135 h 4115518"/>
              <a:gd name="connsiteX4213" fmla="*/ 3555897 w 6282234"/>
              <a:gd name="connsiteY4213" fmla="*/ 2416698 h 4115518"/>
              <a:gd name="connsiteX4214" fmla="*/ 3562412 w 6282234"/>
              <a:gd name="connsiteY4214" fmla="*/ 2440914 h 4115518"/>
              <a:gd name="connsiteX4215" fmla="*/ 3588470 w 6282234"/>
              <a:gd name="connsiteY4215" fmla="*/ 2489348 h 4115518"/>
              <a:gd name="connsiteX4216" fmla="*/ 3588470 w 6282234"/>
              <a:gd name="connsiteY4216" fmla="*/ 2504276 h 4115518"/>
              <a:gd name="connsiteX4217" fmla="*/ 3594985 w 6282234"/>
              <a:gd name="connsiteY4217" fmla="*/ 2516551 h 4115518"/>
              <a:gd name="connsiteX4218" fmla="*/ 3604757 w 6282234"/>
              <a:gd name="connsiteY4218" fmla="*/ 2520531 h 4115518"/>
              <a:gd name="connsiteX4219" fmla="*/ 3614529 w 6282234"/>
              <a:gd name="connsiteY4219" fmla="*/ 2531146 h 4115518"/>
              <a:gd name="connsiteX4220" fmla="*/ 3617786 w 6282234"/>
              <a:gd name="connsiteY4220" fmla="*/ 2547402 h 4115518"/>
              <a:gd name="connsiteX4221" fmla="*/ 3624301 w 6282234"/>
              <a:gd name="connsiteY4221" fmla="*/ 2586547 h 4115518"/>
              <a:gd name="connsiteX4222" fmla="*/ 3637329 w 6282234"/>
              <a:gd name="connsiteY4222" fmla="*/ 2604129 h 4115518"/>
              <a:gd name="connsiteX4223" fmla="*/ 3643844 w 6282234"/>
              <a:gd name="connsiteY4223" fmla="*/ 2605455 h 4115518"/>
              <a:gd name="connsiteX4224" fmla="*/ 3650359 w 6282234"/>
              <a:gd name="connsiteY4224" fmla="*/ 2617398 h 4115518"/>
              <a:gd name="connsiteX4225" fmla="*/ 3660130 w 6282234"/>
              <a:gd name="connsiteY4225" fmla="*/ 2652562 h 4115518"/>
              <a:gd name="connsiteX4226" fmla="*/ 3666645 w 6282234"/>
              <a:gd name="connsiteY4226" fmla="*/ 2653889 h 4115518"/>
              <a:gd name="connsiteX4227" fmla="*/ 3676417 w 6282234"/>
              <a:gd name="connsiteY4227" fmla="*/ 2661851 h 4115518"/>
              <a:gd name="connsiteX4228" fmla="*/ 3689446 w 6282234"/>
              <a:gd name="connsiteY4228" fmla="*/ 2668817 h 4115518"/>
              <a:gd name="connsiteX4229" fmla="*/ 3695961 w 6282234"/>
              <a:gd name="connsiteY4229" fmla="*/ 2680759 h 4115518"/>
              <a:gd name="connsiteX4230" fmla="*/ 3708989 w 6282234"/>
              <a:gd name="connsiteY4230" fmla="*/ 2689053 h 4115518"/>
              <a:gd name="connsiteX4231" fmla="*/ 3708989 w 6282234"/>
              <a:gd name="connsiteY4231" fmla="*/ 2695688 h 4115518"/>
              <a:gd name="connsiteX4232" fmla="*/ 3722019 w 6282234"/>
              <a:gd name="connsiteY4232" fmla="*/ 2704976 h 4115518"/>
              <a:gd name="connsiteX4233" fmla="*/ 3728533 w 6282234"/>
              <a:gd name="connsiteY4233" fmla="*/ 2717251 h 4115518"/>
              <a:gd name="connsiteX4234" fmla="*/ 3725276 w 6282234"/>
              <a:gd name="connsiteY4234" fmla="*/ 2726540 h 4115518"/>
              <a:gd name="connsiteX4235" fmla="*/ 3741562 w 6282234"/>
              <a:gd name="connsiteY4235" fmla="*/ 2744121 h 4115518"/>
              <a:gd name="connsiteX4236" fmla="*/ 3757849 w 6282234"/>
              <a:gd name="connsiteY4236" fmla="*/ 2744121 h 4115518"/>
              <a:gd name="connsiteX4237" fmla="*/ 3767620 w 6282234"/>
              <a:gd name="connsiteY4237" fmla="*/ 2737486 h 4115518"/>
              <a:gd name="connsiteX4238" fmla="*/ 3783907 w 6282234"/>
              <a:gd name="connsiteY4238" fmla="*/ 2738813 h 4115518"/>
              <a:gd name="connsiteX4239" fmla="*/ 3796936 w 6282234"/>
              <a:gd name="connsiteY4239" fmla="*/ 2732179 h 4115518"/>
              <a:gd name="connsiteX4240" fmla="*/ 3806707 w 6282234"/>
              <a:gd name="connsiteY4240" fmla="*/ 2732179 h 4115518"/>
              <a:gd name="connsiteX4241" fmla="*/ 3842538 w 6282234"/>
              <a:gd name="connsiteY4241" fmla="*/ 2725213 h 4115518"/>
              <a:gd name="connsiteX4242" fmla="*/ 3855567 w 6282234"/>
              <a:gd name="connsiteY4242" fmla="*/ 2717251 h 4115518"/>
              <a:gd name="connsiteX4243" fmla="*/ 3865339 w 6282234"/>
              <a:gd name="connsiteY4243" fmla="*/ 2719905 h 4115518"/>
              <a:gd name="connsiteX4244" fmla="*/ 3862081 w 6282234"/>
              <a:gd name="connsiteY4244" fmla="*/ 2732179 h 4115518"/>
              <a:gd name="connsiteX4245" fmla="*/ 3865339 w 6282234"/>
              <a:gd name="connsiteY4245" fmla="*/ 2746775 h 4115518"/>
              <a:gd name="connsiteX4246" fmla="*/ 3858825 w 6282234"/>
              <a:gd name="connsiteY4246" fmla="*/ 2746775 h 4115518"/>
              <a:gd name="connsiteX4247" fmla="*/ 3855567 w 6282234"/>
              <a:gd name="connsiteY4247" fmla="*/ 2763030 h 4115518"/>
              <a:gd name="connsiteX4248" fmla="*/ 3845795 w 6282234"/>
              <a:gd name="connsiteY4248" fmla="*/ 2780612 h 4115518"/>
              <a:gd name="connsiteX4249" fmla="*/ 3839280 w 6282234"/>
              <a:gd name="connsiteY4249" fmla="*/ 2789901 h 4115518"/>
              <a:gd name="connsiteX4250" fmla="*/ 3829509 w 6282234"/>
              <a:gd name="connsiteY4250" fmla="*/ 2811464 h 4115518"/>
              <a:gd name="connsiteX4251" fmla="*/ 3826252 w 6282234"/>
              <a:gd name="connsiteY4251" fmla="*/ 2822411 h 4115518"/>
              <a:gd name="connsiteX4252" fmla="*/ 3806707 w 6282234"/>
              <a:gd name="connsiteY4252" fmla="*/ 2850609 h 4115518"/>
              <a:gd name="connsiteX4253" fmla="*/ 3783907 w 6282234"/>
              <a:gd name="connsiteY4253" fmla="*/ 2874826 h 4115518"/>
              <a:gd name="connsiteX4254" fmla="*/ 3770878 w 6282234"/>
              <a:gd name="connsiteY4254" fmla="*/ 2889754 h 4115518"/>
              <a:gd name="connsiteX4255" fmla="*/ 3748077 w 6282234"/>
              <a:gd name="connsiteY4255" fmla="*/ 2904681 h 4115518"/>
              <a:gd name="connsiteX4256" fmla="*/ 3728533 w 6282234"/>
              <a:gd name="connsiteY4256" fmla="*/ 2919278 h 4115518"/>
              <a:gd name="connsiteX4257" fmla="*/ 3702475 w 6282234"/>
              <a:gd name="connsiteY4257" fmla="*/ 2950461 h 4115518"/>
              <a:gd name="connsiteX4258" fmla="*/ 3695961 w 6282234"/>
              <a:gd name="connsiteY4258" fmla="*/ 2959750 h 4115518"/>
              <a:gd name="connsiteX4259" fmla="*/ 3686188 w 6282234"/>
              <a:gd name="connsiteY4259" fmla="*/ 2968043 h 4115518"/>
              <a:gd name="connsiteX4260" fmla="*/ 3682931 w 6282234"/>
              <a:gd name="connsiteY4260" fmla="*/ 2974678 h 4115518"/>
              <a:gd name="connsiteX4261" fmla="*/ 3669902 w 6282234"/>
              <a:gd name="connsiteY4261" fmla="*/ 2979985 h 4115518"/>
              <a:gd name="connsiteX4262" fmla="*/ 3669902 w 6282234"/>
              <a:gd name="connsiteY4262" fmla="*/ 2989607 h 4115518"/>
              <a:gd name="connsiteX4263" fmla="*/ 3660130 w 6282234"/>
              <a:gd name="connsiteY4263" fmla="*/ 3013823 h 4115518"/>
              <a:gd name="connsiteX4264" fmla="*/ 3653615 w 6282234"/>
              <a:gd name="connsiteY4264" fmla="*/ 3013823 h 4115518"/>
              <a:gd name="connsiteX4265" fmla="*/ 3647102 w 6282234"/>
              <a:gd name="connsiteY4265" fmla="*/ 3038039 h 4115518"/>
              <a:gd name="connsiteX4266" fmla="*/ 3650359 w 6282234"/>
              <a:gd name="connsiteY4266" fmla="*/ 3044674 h 4115518"/>
              <a:gd name="connsiteX4267" fmla="*/ 3660130 w 6282234"/>
              <a:gd name="connsiteY4267" fmla="*/ 3056949 h 4115518"/>
              <a:gd name="connsiteX4268" fmla="*/ 3656873 w 6282234"/>
              <a:gd name="connsiteY4268" fmla="*/ 3086473 h 4115518"/>
              <a:gd name="connsiteX4269" fmla="*/ 3660130 w 6282234"/>
              <a:gd name="connsiteY4269" fmla="*/ 3096093 h 4115518"/>
              <a:gd name="connsiteX4270" fmla="*/ 3666645 w 6282234"/>
              <a:gd name="connsiteY4270" fmla="*/ 3108036 h 4115518"/>
              <a:gd name="connsiteX4271" fmla="*/ 3676417 w 6282234"/>
              <a:gd name="connsiteY4271" fmla="*/ 3117656 h 4115518"/>
              <a:gd name="connsiteX4272" fmla="*/ 3676417 w 6282234"/>
              <a:gd name="connsiteY4272" fmla="*/ 3125618 h 4115518"/>
              <a:gd name="connsiteX4273" fmla="*/ 3676417 w 6282234"/>
              <a:gd name="connsiteY4273" fmla="*/ 3132253 h 4115518"/>
              <a:gd name="connsiteX4274" fmla="*/ 3679675 w 6282234"/>
              <a:gd name="connsiteY4274" fmla="*/ 3159455 h 4115518"/>
              <a:gd name="connsiteX4275" fmla="*/ 3676417 w 6282234"/>
              <a:gd name="connsiteY4275" fmla="*/ 3174052 h 4115518"/>
              <a:gd name="connsiteX4276" fmla="*/ 3682931 w 6282234"/>
              <a:gd name="connsiteY4276" fmla="*/ 3195614 h 4115518"/>
              <a:gd name="connsiteX4277" fmla="*/ 3676417 w 6282234"/>
              <a:gd name="connsiteY4277" fmla="*/ 3209879 h 4115518"/>
              <a:gd name="connsiteX4278" fmla="*/ 3663388 w 6282234"/>
              <a:gd name="connsiteY4278" fmla="*/ 3229784 h 4115518"/>
              <a:gd name="connsiteX4279" fmla="*/ 3653615 w 6282234"/>
              <a:gd name="connsiteY4279" fmla="*/ 3233100 h 4115518"/>
              <a:gd name="connsiteX4280" fmla="*/ 3630815 w 6282234"/>
              <a:gd name="connsiteY4280" fmla="*/ 3243052 h 4115518"/>
              <a:gd name="connsiteX4281" fmla="*/ 3621043 w 6282234"/>
              <a:gd name="connsiteY4281" fmla="*/ 3249687 h 4115518"/>
              <a:gd name="connsiteX4282" fmla="*/ 3604757 w 6282234"/>
              <a:gd name="connsiteY4282" fmla="*/ 3272909 h 4115518"/>
              <a:gd name="connsiteX4283" fmla="*/ 3591728 w 6282234"/>
              <a:gd name="connsiteY4283" fmla="*/ 3276226 h 4115518"/>
              <a:gd name="connsiteX4284" fmla="*/ 3581957 w 6282234"/>
              <a:gd name="connsiteY4284" fmla="*/ 3289496 h 4115518"/>
              <a:gd name="connsiteX4285" fmla="*/ 3578699 w 6282234"/>
              <a:gd name="connsiteY4285" fmla="*/ 3306083 h 4115518"/>
              <a:gd name="connsiteX4286" fmla="*/ 3581957 w 6282234"/>
              <a:gd name="connsiteY4286" fmla="*/ 3312718 h 4115518"/>
              <a:gd name="connsiteX4287" fmla="*/ 3591728 w 6282234"/>
              <a:gd name="connsiteY4287" fmla="*/ 3349208 h 4115518"/>
              <a:gd name="connsiteX4288" fmla="*/ 3588470 w 6282234"/>
              <a:gd name="connsiteY4288" fmla="*/ 3362478 h 4115518"/>
              <a:gd name="connsiteX4289" fmla="*/ 3588470 w 6282234"/>
              <a:gd name="connsiteY4289" fmla="*/ 3372430 h 4115518"/>
              <a:gd name="connsiteX4290" fmla="*/ 3585213 w 6282234"/>
              <a:gd name="connsiteY4290" fmla="*/ 3379065 h 4115518"/>
              <a:gd name="connsiteX4291" fmla="*/ 3559155 w 6282234"/>
              <a:gd name="connsiteY4291" fmla="*/ 3392334 h 4115518"/>
              <a:gd name="connsiteX4292" fmla="*/ 3546126 w 6282234"/>
              <a:gd name="connsiteY4292" fmla="*/ 3398969 h 4115518"/>
              <a:gd name="connsiteX4293" fmla="*/ 3539611 w 6282234"/>
              <a:gd name="connsiteY4293" fmla="*/ 3408920 h 4115518"/>
              <a:gd name="connsiteX4294" fmla="*/ 3546126 w 6282234"/>
              <a:gd name="connsiteY4294" fmla="*/ 3425507 h 4115518"/>
              <a:gd name="connsiteX4295" fmla="*/ 3533097 w 6282234"/>
              <a:gd name="connsiteY4295" fmla="*/ 3458681 h 4115518"/>
              <a:gd name="connsiteX4296" fmla="*/ 3516811 w 6282234"/>
              <a:gd name="connsiteY4296" fmla="*/ 3478586 h 4115518"/>
              <a:gd name="connsiteX4297" fmla="*/ 3500525 w 6282234"/>
              <a:gd name="connsiteY4297" fmla="*/ 3505124 h 4115518"/>
              <a:gd name="connsiteX4298" fmla="*/ 3474466 w 6282234"/>
              <a:gd name="connsiteY4298" fmla="*/ 3534980 h 4115518"/>
              <a:gd name="connsiteX4299" fmla="*/ 3458179 w 6282234"/>
              <a:gd name="connsiteY4299" fmla="*/ 3551567 h 4115518"/>
              <a:gd name="connsiteX4300" fmla="*/ 3445151 w 6282234"/>
              <a:gd name="connsiteY4300" fmla="*/ 3564837 h 4115518"/>
              <a:gd name="connsiteX4301" fmla="*/ 3432121 w 6282234"/>
              <a:gd name="connsiteY4301" fmla="*/ 3564837 h 4115518"/>
              <a:gd name="connsiteX4302" fmla="*/ 3419093 w 6282234"/>
              <a:gd name="connsiteY4302" fmla="*/ 3564837 h 4115518"/>
              <a:gd name="connsiteX4303" fmla="*/ 3402807 w 6282234"/>
              <a:gd name="connsiteY4303" fmla="*/ 3578106 h 4115518"/>
              <a:gd name="connsiteX4304" fmla="*/ 3383262 w 6282234"/>
              <a:gd name="connsiteY4304" fmla="*/ 3578106 h 4115518"/>
              <a:gd name="connsiteX4305" fmla="*/ 3366976 w 6282234"/>
              <a:gd name="connsiteY4305" fmla="*/ 3578106 h 4115518"/>
              <a:gd name="connsiteX4306" fmla="*/ 3350690 w 6282234"/>
              <a:gd name="connsiteY4306" fmla="*/ 3578106 h 4115518"/>
              <a:gd name="connsiteX4307" fmla="*/ 3340918 w 6282234"/>
              <a:gd name="connsiteY4307" fmla="*/ 3578106 h 4115518"/>
              <a:gd name="connsiteX4308" fmla="*/ 3311602 w 6282234"/>
              <a:gd name="connsiteY4308" fmla="*/ 3591375 h 4115518"/>
              <a:gd name="connsiteX4309" fmla="*/ 3295316 w 6282234"/>
              <a:gd name="connsiteY4309" fmla="*/ 3564837 h 4115518"/>
              <a:gd name="connsiteX4310" fmla="*/ 3282287 w 6282234"/>
              <a:gd name="connsiteY4310" fmla="*/ 3551567 h 4115518"/>
              <a:gd name="connsiteX4311" fmla="*/ 3288802 w 6282234"/>
              <a:gd name="connsiteY4311" fmla="*/ 3551567 h 4115518"/>
              <a:gd name="connsiteX4312" fmla="*/ 3292059 w 6282234"/>
              <a:gd name="connsiteY4312" fmla="*/ 3534980 h 4115518"/>
              <a:gd name="connsiteX4313" fmla="*/ 3288802 w 6282234"/>
              <a:gd name="connsiteY4313" fmla="*/ 3521711 h 4115518"/>
              <a:gd name="connsiteX4314" fmla="*/ 3272516 w 6282234"/>
              <a:gd name="connsiteY4314" fmla="*/ 3495172 h 4115518"/>
              <a:gd name="connsiteX4315" fmla="*/ 3266001 w 6282234"/>
              <a:gd name="connsiteY4315" fmla="*/ 3468633 h 4115518"/>
              <a:gd name="connsiteX4316" fmla="*/ 3259486 w 6282234"/>
              <a:gd name="connsiteY4316" fmla="*/ 3458681 h 4115518"/>
              <a:gd name="connsiteX4317" fmla="*/ 3246457 w 6282234"/>
              <a:gd name="connsiteY4317" fmla="*/ 3448729 h 4115518"/>
              <a:gd name="connsiteX4318" fmla="*/ 3239943 w 6282234"/>
              <a:gd name="connsiteY4318" fmla="*/ 3435459 h 4115518"/>
              <a:gd name="connsiteX4319" fmla="*/ 3230171 w 6282234"/>
              <a:gd name="connsiteY4319" fmla="*/ 3405603 h 4115518"/>
              <a:gd name="connsiteX4320" fmla="*/ 3230171 w 6282234"/>
              <a:gd name="connsiteY4320" fmla="*/ 3385699 h 4115518"/>
              <a:gd name="connsiteX4321" fmla="*/ 3223657 w 6282234"/>
              <a:gd name="connsiteY4321" fmla="*/ 3372430 h 4115518"/>
              <a:gd name="connsiteX4322" fmla="*/ 3223657 w 6282234"/>
              <a:gd name="connsiteY4322" fmla="*/ 3352525 h 4115518"/>
              <a:gd name="connsiteX4323" fmla="*/ 3223657 w 6282234"/>
              <a:gd name="connsiteY4323" fmla="*/ 3342573 h 4115518"/>
              <a:gd name="connsiteX4324" fmla="*/ 3207370 w 6282234"/>
              <a:gd name="connsiteY4324" fmla="*/ 3309400 h 4115518"/>
              <a:gd name="connsiteX4325" fmla="*/ 3191084 w 6282234"/>
              <a:gd name="connsiteY4325" fmla="*/ 3276226 h 4115518"/>
              <a:gd name="connsiteX4326" fmla="*/ 3178055 w 6282234"/>
              <a:gd name="connsiteY4326" fmla="*/ 3253004 h 4115518"/>
              <a:gd name="connsiteX4327" fmla="*/ 3178055 w 6282234"/>
              <a:gd name="connsiteY4327" fmla="*/ 3239735 h 4115518"/>
              <a:gd name="connsiteX4328" fmla="*/ 3178055 w 6282234"/>
              <a:gd name="connsiteY4328" fmla="*/ 3216514 h 4115518"/>
              <a:gd name="connsiteX4329" fmla="*/ 3181311 w 6282234"/>
              <a:gd name="connsiteY4329" fmla="*/ 3209879 h 4115518"/>
              <a:gd name="connsiteX4330" fmla="*/ 3187826 w 6282234"/>
              <a:gd name="connsiteY4330" fmla="*/ 3195614 h 4115518"/>
              <a:gd name="connsiteX4331" fmla="*/ 3187826 w 6282234"/>
              <a:gd name="connsiteY4331" fmla="*/ 3171398 h 4115518"/>
              <a:gd name="connsiteX4332" fmla="*/ 3204113 w 6282234"/>
              <a:gd name="connsiteY4332" fmla="*/ 3156470 h 4115518"/>
              <a:gd name="connsiteX4333" fmla="*/ 3213884 w 6282234"/>
              <a:gd name="connsiteY4333" fmla="*/ 3141873 h 4115518"/>
              <a:gd name="connsiteX4334" fmla="*/ 3213884 w 6282234"/>
              <a:gd name="connsiteY4334" fmla="*/ 3126945 h 4115518"/>
              <a:gd name="connsiteX4335" fmla="*/ 3204113 w 6282234"/>
              <a:gd name="connsiteY4335" fmla="*/ 3108036 h 4115518"/>
              <a:gd name="connsiteX4336" fmla="*/ 3200855 w 6282234"/>
              <a:gd name="connsiteY4336" fmla="*/ 3093439 h 4115518"/>
              <a:gd name="connsiteX4337" fmla="*/ 3207370 w 6282234"/>
              <a:gd name="connsiteY4337" fmla="*/ 3081166 h 4115518"/>
              <a:gd name="connsiteX4338" fmla="*/ 3187826 w 6282234"/>
              <a:gd name="connsiteY4338" fmla="*/ 3040694 h 4115518"/>
              <a:gd name="connsiteX4339" fmla="*/ 3200855 w 6282234"/>
              <a:gd name="connsiteY4339" fmla="*/ 3035386 h 4115518"/>
              <a:gd name="connsiteX4340" fmla="*/ 3187826 w 6282234"/>
              <a:gd name="connsiteY4340" fmla="*/ 3038039 h 4115518"/>
              <a:gd name="connsiteX4341" fmla="*/ 3184569 w 6282234"/>
              <a:gd name="connsiteY4341" fmla="*/ 3032732 h 4115518"/>
              <a:gd name="connsiteX4342" fmla="*/ 3181311 w 6282234"/>
              <a:gd name="connsiteY4342" fmla="*/ 3020457 h 4115518"/>
              <a:gd name="connsiteX4343" fmla="*/ 3178055 w 6282234"/>
              <a:gd name="connsiteY4343" fmla="*/ 3011169 h 4115518"/>
              <a:gd name="connsiteX4344" fmla="*/ 3165025 w 6282234"/>
              <a:gd name="connsiteY4344" fmla="*/ 3001549 h 4115518"/>
              <a:gd name="connsiteX4345" fmla="*/ 3155253 w 6282234"/>
              <a:gd name="connsiteY4345" fmla="*/ 2989607 h 4115518"/>
              <a:gd name="connsiteX4346" fmla="*/ 3142224 w 6282234"/>
              <a:gd name="connsiteY4346" fmla="*/ 2977332 h 4115518"/>
              <a:gd name="connsiteX4347" fmla="*/ 3135710 w 6282234"/>
              <a:gd name="connsiteY4347" fmla="*/ 2965390 h 4115518"/>
              <a:gd name="connsiteX4348" fmla="*/ 3125937 w 6282234"/>
              <a:gd name="connsiteY4348" fmla="*/ 2945153 h 4115518"/>
              <a:gd name="connsiteX4349" fmla="*/ 3135710 w 6282234"/>
              <a:gd name="connsiteY4349" fmla="*/ 2938187 h 4115518"/>
              <a:gd name="connsiteX4350" fmla="*/ 3135710 w 6282234"/>
              <a:gd name="connsiteY4350" fmla="*/ 2920605 h 4115518"/>
              <a:gd name="connsiteX4351" fmla="*/ 3142224 w 6282234"/>
              <a:gd name="connsiteY4351" fmla="*/ 2913970 h 4115518"/>
              <a:gd name="connsiteX4352" fmla="*/ 3135710 w 6282234"/>
              <a:gd name="connsiteY4352" fmla="*/ 2911316 h 4115518"/>
              <a:gd name="connsiteX4353" fmla="*/ 3142224 w 6282234"/>
              <a:gd name="connsiteY4353" fmla="*/ 2896388 h 4115518"/>
              <a:gd name="connsiteX4354" fmla="*/ 3142224 w 6282234"/>
              <a:gd name="connsiteY4354" fmla="*/ 2889754 h 4115518"/>
              <a:gd name="connsiteX4355" fmla="*/ 3145482 w 6282234"/>
              <a:gd name="connsiteY4355" fmla="*/ 2877479 h 4115518"/>
              <a:gd name="connsiteX4356" fmla="*/ 3138967 w 6282234"/>
              <a:gd name="connsiteY4356" fmla="*/ 2862883 h 4115518"/>
              <a:gd name="connsiteX4357" fmla="*/ 3129195 w 6282234"/>
              <a:gd name="connsiteY4357" fmla="*/ 2858902 h 4115518"/>
              <a:gd name="connsiteX4358" fmla="*/ 3122681 w 6282234"/>
              <a:gd name="connsiteY4358" fmla="*/ 2846627 h 4115518"/>
              <a:gd name="connsiteX4359" fmla="*/ 3116166 w 6282234"/>
              <a:gd name="connsiteY4359" fmla="*/ 2850609 h 4115518"/>
              <a:gd name="connsiteX4360" fmla="*/ 3096623 w 6282234"/>
              <a:gd name="connsiteY4360" fmla="*/ 2850609 h 4115518"/>
              <a:gd name="connsiteX4361" fmla="*/ 3093365 w 6282234"/>
              <a:gd name="connsiteY4361" fmla="*/ 2853262 h 4115518"/>
              <a:gd name="connsiteX4362" fmla="*/ 3080337 w 6282234"/>
              <a:gd name="connsiteY4362" fmla="*/ 2855916 h 4115518"/>
              <a:gd name="connsiteX4363" fmla="*/ 3067307 w 6282234"/>
              <a:gd name="connsiteY4363" fmla="*/ 2846627 h 4115518"/>
              <a:gd name="connsiteX4364" fmla="*/ 3067307 w 6282234"/>
              <a:gd name="connsiteY4364" fmla="*/ 2836012 h 4115518"/>
              <a:gd name="connsiteX4365" fmla="*/ 3048415 w 6282234"/>
              <a:gd name="connsiteY4365" fmla="*/ 2819757 h 4115518"/>
              <a:gd name="connsiteX4366" fmla="*/ 3035385 w 6282234"/>
              <a:gd name="connsiteY4366" fmla="*/ 2817104 h 4115518"/>
              <a:gd name="connsiteX4367" fmla="*/ 3020729 w 6282234"/>
              <a:gd name="connsiteY4367" fmla="*/ 2819757 h 4115518"/>
              <a:gd name="connsiteX4368" fmla="*/ 3000859 w 6282234"/>
              <a:gd name="connsiteY4368" fmla="*/ 2822411 h 4115518"/>
              <a:gd name="connsiteX4369" fmla="*/ 2994344 w 6282234"/>
              <a:gd name="connsiteY4369" fmla="*/ 2822411 h 4115518"/>
              <a:gd name="connsiteX4370" fmla="*/ 2988807 w 6282234"/>
              <a:gd name="connsiteY4370" fmla="*/ 2826392 h 4115518"/>
              <a:gd name="connsiteX4371" fmla="*/ 2977081 w 6282234"/>
              <a:gd name="connsiteY4371" fmla="*/ 2829046 h 4115518"/>
              <a:gd name="connsiteX4372" fmla="*/ 2958515 w 6282234"/>
              <a:gd name="connsiteY4372" fmla="*/ 2838666 h 4115518"/>
              <a:gd name="connsiteX4373" fmla="*/ 2943857 w 6282234"/>
              <a:gd name="connsiteY4373" fmla="*/ 2841320 h 4115518"/>
              <a:gd name="connsiteX4374" fmla="*/ 2939948 w 6282234"/>
              <a:gd name="connsiteY4374" fmla="*/ 2846627 h 4115518"/>
              <a:gd name="connsiteX4375" fmla="*/ 2922684 w 6282234"/>
              <a:gd name="connsiteY4375" fmla="*/ 2841320 h 4115518"/>
              <a:gd name="connsiteX4376" fmla="*/ 2893695 w 6282234"/>
              <a:gd name="connsiteY4376" fmla="*/ 2836012 h 4115518"/>
              <a:gd name="connsiteX4377" fmla="*/ 2869917 w 6282234"/>
              <a:gd name="connsiteY4377" fmla="*/ 2841320 h 4115518"/>
              <a:gd name="connsiteX4378" fmla="*/ 2841904 w 6282234"/>
              <a:gd name="connsiteY4378" fmla="*/ 2853262 h 4115518"/>
              <a:gd name="connsiteX4379" fmla="*/ 2812914 w 6282234"/>
              <a:gd name="connsiteY4379" fmla="*/ 2841320 h 4115518"/>
              <a:gd name="connsiteX4380" fmla="*/ 2791742 w 6282234"/>
              <a:gd name="connsiteY4380" fmla="*/ 2822411 h 4115518"/>
              <a:gd name="connsiteX4381" fmla="*/ 2774478 w 6282234"/>
              <a:gd name="connsiteY4381" fmla="*/ 2811464 h 4115518"/>
              <a:gd name="connsiteX4382" fmla="*/ 2773176 w 6282234"/>
              <a:gd name="connsiteY4382" fmla="*/ 2807483 h 4115518"/>
              <a:gd name="connsiteX4383" fmla="*/ 2755912 w 6282234"/>
              <a:gd name="connsiteY4383" fmla="*/ 2799522 h 4115518"/>
              <a:gd name="connsiteX4384" fmla="*/ 2749397 w 6282234"/>
              <a:gd name="connsiteY4384" fmla="*/ 2787247 h 4115518"/>
              <a:gd name="connsiteX4385" fmla="*/ 2741580 w 6282234"/>
              <a:gd name="connsiteY4385" fmla="*/ 2780612 h 4115518"/>
              <a:gd name="connsiteX4386" fmla="*/ 2741580 w 6282234"/>
              <a:gd name="connsiteY4386" fmla="*/ 2770992 h 4115518"/>
              <a:gd name="connsiteX4387" fmla="*/ 2737346 w 6282234"/>
              <a:gd name="connsiteY4387" fmla="*/ 2756395 h 4115518"/>
              <a:gd name="connsiteX4388" fmla="*/ 2725619 w 6282234"/>
              <a:gd name="connsiteY4388" fmla="*/ 2751088 h 4115518"/>
              <a:gd name="connsiteX4389" fmla="*/ 2710961 w 6282234"/>
              <a:gd name="connsiteY4389" fmla="*/ 2737486 h 4115518"/>
              <a:gd name="connsiteX4390" fmla="*/ 2703144 w 6282234"/>
              <a:gd name="connsiteY4390" fmla="*/ 2732179 h 4115518"/>
              <a:gd name="connsiteX4391" fmla="*/ 2703144 w 6282234"/>
              <a:gd name="connsiteY4391" fmla="*/ 2722558 h 4115518"/>
              <a:gd name="connsiteX4392" fmla="*/ 2693698 w 6282234"/>
              <a:gd name="connsiteY4392" fmla="*/ 2722558 h 4115518"/>
              <a:gd name="connsiteX4393" fmla="*/ 2681972 w 6282234"/>
              <a:gd name="connsiteY4393" fmla="*/ 2710616 h 4115518"/>
              <a:gd name="connsiteX4394" fmla="*/ 2681972 w 6282234"/>
              <a:gd name="connsiteY4394" fmla="*/ 2698341 h 4115518"/>
              <a:gd name="connsiteX4395" fmla="*/ 2684578 w 6282234"/>
              <a:gd name="connsiteY4395" fmla="*/ 2689053 h 4115518"/>
              <a:gd name="connsiteX4396" fmla="*/ 2675458 w 6282234"/>
              <a:gd name="connsiteY4396" fmla="*/ 2664504 h 4115518"/>
              <a:gd name="connsiteX4397" fmla="*/ 2684578 w 6282234"/>
              <a:gd name="connsiteY4397" fmla="*/ 2649909 h 4115518"/>
              <a:gd name="connsiteX4398" fmla="*/ 2684578 w 6282234"/>
              <a:gd name="connsiteY4398" fmla="*/ 2641615 h 4115518"/>
              <a:gd name="connsiteX4399" fmla="*/ 2687183 w 6282234"/>
              <a:gd name="connsiteY4399" fmla="*/ 2632327 h 4115518"/>
              <a:gd name="connsiteX4400" fmla="*/ 2693698 w 6282234"/>
              <a:gd name="connsiteY4400" fmla="*/ 2610764 h 4115518"/>
              <a:gd name="connsiteX4401" fmla="*/ 2693698 w 6282234"/>
              <a:gd name="connsiteY4401" fmla="*/ 2598489 h 4115518"/>
              <a:gd name="connsiteX4402" fmla="*/ 2689790 w 6282234"/>
              <a:gd name="connsiteY4402" fmla="*/ 2586547 h 4115518"/>
              <a:gd name="connsiteX4403" fmla="*/ 2691092 w 6282234"/>
              <a:gd name="connsiteY4403" fmla="*/ 2564983 h 4115518"/>
              <a:gd name="connsiteX4404" fmla="*/ 2687183 w 6282234"/>
              <a:gd name="connsiteY4404" fmla="*/ 2556690 h 4115518"/>
              <a:gd name="connsiteX4405" fmla="*/ 2675458 w 6282234"/>
              <a:gd name="connsiteY4405" fmla="*/ 2555363 h 4115518"/>
              <a:gd name="connsiteX4406" fmla="*/ 2678063 w 6282234"/>
              <a:gd name="connsiteY4406" fmla="*/ 2535128 h 4115518"/>
              <a:gd name="connsiteX4407" fmla="*/ 2687183 w 6282234"/>
              <a:gd name="connsiteY4407" fmla="*/ 2525839 h 4115518"/>
              <a:gd name="connsiteX4408" fmla="*/ 2699236 w 6282234"/>
              <a:gd name="connsiteY4408" fmla="*/ 2494988 h 4115518"/>
              <a:gd name="connsiteX4409" fmla="*/ 2713568 w 6282234"/>
              <a:gd name="connsiteY4409" fmla="*/ 2480059 h 4115518"/>
              <a:gd name="connsiteX4410" fmla="*/ 2714871 w 6282234"/>
              <a:gd name="connsiteY4410" fmla="*/ 2465131 h 4115518"/>
              <a:gd name="connsiteX4411" fmla="*/ 2720408 w 6282234"/>
              <a:gd name="connsiteY4411" fmla="*/ 2450204 h 4115518"/>
              <a:gd name="connsiteX4412" fmla="*/ 2737346 w 6282234"/>
              <a:gd name="connsiteY4412" fmla="*/ 2438261 h 4115518"/>
              <a:gd name="connsiteX4413" fmla="*/ 2744185 w 6282234"/>
              <a:gd name="connsiteY4413" fmla="*/ 2422005 h 4115518"/>
              <a:gd name="connsiteX4414" fmla="*/ 2749397 w 6282234"/>
              <a:gd name="connsiteY4414" fmla="*/ 2414044 h 4115518"/>
              <a:gd name="connsiteX4415" fmla="*/ 2773176 w 6282234"/>
              <a:gd name="connsiteY4415" fmla="*/ 2407077 h 4115518"/>
              <a:gd name="connsiteX4416" fmla="*/ 2796954 w 6282234"/>
              <a:gd name="connsiteY4416" fmla="*/ 2385515 h 4115518"/>
              <a:gd name="connsiteX4417" fmla="*/ 2803794 w 6282234"/>
              <a:gd name="connsiteY4417" fmla="*/ 2370918 h 4115518"/>
              <a:gd name="connsiteX4418" fmla="*/ 2800863 w 6282234"/>
              <a:gd name="connsiteY4418" fmla="*/ 2361298 h 4115518"/>
              <a:gd name="connsiteX4419" fmla="*/ 2800863 w 6282234"/>
              <a:gd name="connsiteY4419" fmla="*/ 2344048 h 4115518"/>
              <a:gd name="connsiteX4420" fmla="*/ 2810309 w 6282234"/>
              <a:gd name="connsiteY4420" fmla="*/ 2329120 h 4115518"/>
              <a:gd name="connsiteX4421" fmla="*/ 2810309 w 6282234"/>
              <a:gd name="connsiteY4421" fmla="*/ 2322153 h 4115518"/>
              <a:gd name="connsiteX4422" fmla="*/ 2824966 w 6282234"/>
              <a:gd name="connsiteY4422" fmla="*/ 2304903 h 4115518"/>
              <a:gd name="connsiteX4423" fmla="*/ 2841904 w 6282234"/>
              <a:gd name="connsiteY4423" fmla="*/ 2297936 h 4115518"/>
              <a:gd name="connsiteX4424" fmla="*/ 2853956 w 6282234"/>
              <a:gd name="connsiteY4424" fmla="*/ 2288648 h 4115518"/>
              <a:gd name="connsiteX4425" fmla="*/ 2863076 w 6282234"/>
              <a:gd name="connsiteY4425" fmla="*/ 2273719 h 4115518"/>
              <a:gd name="connsiteX4426" fmla="*/ 2869917 w 6282234"/>
              <a:gd name="connsiteY4426" fmla="*/ 2252157 h 4115518"/>
              <a:gd name="connsiteX4427" fmla="*/ 2880339 w 6282234"/>
              <a:gd name="connsiteY4427" fmla="*/ 2249502 h 4115518"/>
              <a:gd name="connsiteX4428" fmla="*/ 2881642 w 6282234"/>
              <a:gd name="connsiteY4428" fmla="*/ 2256137 h 4115518"/>
              <a:gd name="connsiteX4429" fmla="*/ 2892392 w 6282234"/>
              <a:gd name="connsiteY4429" fmla="*/ 2264431 h 4115518"/>
              <a:gd name="connsiteX4430" fmla="*/ 2908353 w 6282234"/>
              <a:gd name="connsiteY4430" fmla="*/ 2264431 h 4115518"/>
              <a:gd name="connsiteX4431" fmla="*/ 2934736 w 6282234"/>
              <a:gd name="connsiteY4431" fmla="*/ 2267084 h 4115518"/>
              <a:gd name="connsiteX4432" fmla="*/ 2941251 w 6282234"/>
              <a:gd name="connsiteY4432" fmla="*/ 2267084 h 4115518"/>
              <a:gd name="connsiteX4433" fmla="*/ 2953303 w 6282234"/>
              <a:gd name="connsiteY4433" fmla="*/ 2254811 h 4115518"/>
              <a:gd name="connsiteX4434" fmla="*/ 2970566 w 6282234"/>
              <a:gd name="connsiteY4434" fmla="*/ 2252157 h 4115518"/>
              <a:gd name="connsiteX4435" fmla="*/ 2975778 w 6282234"/>
              <a:gd name="connsiteY4435" fmla="*/ 2244195 h 4115518"/>
              <a:gd name="connsiteX4436" fmla="*/ 2994344 w 6282234"/>
              <a:gd name="connsiteY4436" fmla="*/ 2234575 h 4115518"/>
              <a:gd name="connsiteX4437" fmla="*/ 3015517 w 6282234"/>
              <a:gd name="connsiteY4437" fmla="*/ 2234575 h 4115518"/>
              <a:gd name="connsiteX4438" fmla="*/ 3023334 w 6282234"/>
              <a:gd name="connsiteY4438" fmla="*/ 2230594 h 4115518"/>
              <a:gd name="connsiteX4439" fmla="*/ 3056558 w 6282234"/>
              <a:gd name="connsiteY4439" fmla="*/ 2227940 h 4115518"/>
              <a:gd name="connsiteX4440" fmla="*/ 3067307 w 6282234"/>
              <a:gd name="connsiteY4440" fmla="*/ 2231921 h 4115518"/>
              <a:gd name="connsiteX4441" fmla="*/ 3083593 w 6282234"/>
              <a:gd name="connsiteY4441" fmla="*/ 2222632 h 4115518"/>
              <a:gd name="connsiteX4442" fmla="*/ 3093365 w 6282234"/>
              <a:gd name="connsiteY4442" fmla="*/ 2227940 h 4115518"/>
              <a:gd name="connsiteX4443" fmla="*/ 3099879 w 6282234"/>
              <a:gd name="connsiteY4443" fmla="*/ 2222632 h 4115518"/>
              <a:gd name="connsiteX4444" fmla="*/ 3122681 w 6282234"/>
              <a:gd name="connsiteY4444" fmla="*/ 2225286 h 4115518"/>
              <a:gd name="connsiteX4445" fmla="*/ 3142224 w 6282234"/>
              <a:gd name="connsiteY4445" fmla="*/ 2218652 h 4115518"/>
              <a:gd name="connsiteX4446" fmla="*/ 3148739 w 6282234"/>
              <a:gd name="connsiteY4446" fmla="*/ 2219979 h 4115518"/>
              <a:gd name="connsiteX4447" fmla="*/ 3155253 w 6282234"/>
              <a:gd name="connsiteY4447" fmla="*/ 2249502 h 4115518"/>
              <a:gd name="connsiteX4448" fmla="*/ 3165025 w 6282234"/>
              <a:gd name="connsiteY4448" fmla="*/ 2254811 h 4115518"/>
              <a:gd name="connsiteX4449" fmla="*/ 3165025 w 6282234"/>
              <a:gd name="connsiteY4449" fmla="*/ 2264431 h 4115518"/>
              <a:gd name="connsiteX4450" fmla="*/ 3155253 w 6282234"/>
              <a:gd name="connsiteY4450" fmla="*/ 2279027 h 4115518"/>
              <a:gd name="connsiteX4451" fmla="*/ 3145482 w 6282234"/>
              <a:gd name="connsiteY4451" fmla="*/ 2285994 h 4115518"/>
              <a:gd name="connsiteX4452" fmla="*/ 3148739 w 6282234"/>
              <a:gd name="connsiteY4452" fmla="*/ 2292629 h 4115518"/>
              <a:gd name="connsiteX4453" fmla="*/ 3168283 w 6282234"/>
              <a:gd name="connsiteY4453" fmla="*/ 2307556 h 4115518"/>
              <a:gd name="connsiteX4454" fmla="*/ 3171540 w 6282234"/>
              <a:gd name="connsiteY4454" fmla="*/ 2307556 h 4115518"/>
              <a:gd name="connsiteX4455" fmla="*/ 3187826 w 6282234"/>
              <a:gd name="connsiteY4455" fmla="*/ 2315518 h 4115518"/>
              <a:gd name="connsiteX4456" fmla="*/ 3204113 w 6282234"/>
              <a:gd name="connsiteY4456" fmla="*/ 2312864 h 4115518"/>
              <a:gd name="connsiteX4457" fmla="*/ 3236685 w 6282234"/>
              <a:gd name="connsiteY4457" fmla="*/ 2325138 h 4115518"/>
              <a:gd name="connsiteX4458" fmla="*/ 3243200 w 6282234"/>
              <a:gd name="connsiteY4458" fmla="*/ 2344048 h 4115518"/>
              <a:gd name="connsiteX4459" fmla="*/ 3249715 w 6282234"/>
              <a:gd name="connsiteY4459" fmla="*/ 2346701 h 4115518"/>
              <a:gd name="connsiteX4460" fmla="*/ 3275773 w 6282234"/>
              <a:gd name="connsiteY4460" fmla="*/ 2352010 h 4115518"/>
              <a:gd name="connsiteX4461" fmla="*/ 3288802 w 6282234"/>
              <a:gd name="connsiteY4461" fmla="*/ 2358645 h 4115518"/>
              <a:gd name="connsiteX4462" fmla="*/ 3301831 w 6282234"/>
              <a:gd name="connsiteY4462" fmla="*/ 2368265 h 4115518"/>
              <a:gd name="connsiteX4463" fmla="*/ 3311602 w 6282234"/>
              <a:gd name="connsiteY4463" fmla="*/ 2365610 h 4115518"/>
              <a:gd name="connsiteX4464" fmla="*/ 3321375 w 6282234"/>
              <a:gd name="connsiteY4464" fmla="*/ 2349355 h 4115518"/>
              <a:gd name="connsiteX4465" fmla="*/ 3321375 w 6282234"/>
              <a:gd name="connsiteY4465" fmla="*/ 2334428 h 4115518"/>
              <a:gd name="connsiteX4466" fmla="*/ 3331147 w 6282234"/>
              <a:gd name="connsiteY4466" fmla="*/ 2319499 h 4115518"/>
              <a:gd name="connsiteX4467" fmla="*/ 3347433 w 6282234"/>
              <a:gd name="connsiteY4467" fmla="*/ 2312864 h 4115518"/>
              <a:gd name="connsiteX4468" fmla="*/ 3360461 w 6282234"/>
              <a:gd name="connsiteY4468" fmla="*/ 2315518 h 4115518"/>
              <a:gd name="connsiteX4469" fmla="*/ 3376747 w 6282234"/>
              <a:gd name="connsiteY4469" fmla="*/ 2319499 h 4115518"/>
              <a:gd name="connsiteX4470" fmla="*/ 3376747 w 6282234"/>
              <a:gd name="connsiteY4470" fmla="*/ 2327793 h 4115518"/>
              <a:gd name="connsiteX4471" fmla="*/ 3389777 w 6282234"/>
              <a:gd name="connsiteY4471" fmla="*/ 2331773 h 4115518"/>
              <a:gd name="connsiteX4472" fmla="*/ 3406063 w 6282234"/>
              <a:gd name="connsiteY4472" fmla="*/ 2334428 h 4115518"/>
              <a:gd name="connsiteX4473" fmla="*/ 3412578 w 6282234"/>
              <a:gd name="connsiteY4473" fmla="*/ 2339735 h 4115518"/>
              <a:gd name="connsiteX4474" fmla="*/ 3448408 w 6282234"/>
              <a:gd name="connsiteY4474" fmla="*/ 2346701 h 4115518"/>
              <a:gd name="connsiteX4475" fmla="*/ 3458179 w 6282234"/>
              <a:gd name="connsiteY4475" fmla="*/ 2352010 h 4115518"/>
              <a:gd name="connsiteX4476" fmla="*/ 3467952 w 6282234"/>
              <a:gd name="connsiteY4476" fmla="*/ 2352010 h 4115518"/>
              <a:gd name="connsiteX4477" fmla="*/ 3477723 w 6282234"/>
              <a:gd name="connsiteY4477" fmla="*/ 2355990 h 4115518"/>
              <a:gd name="connsiteX4478" fmla="*/ 3484238 w 6282234"/>
              <a:gd name="connsiteY4478" fmla="*/ 2353336 h 4115518"/>
              <a:gd name="connsiteX4479" fmla="*/ 3500525 w 6282234"/>
              <a:gd name="connsiteY4479" fmla="*/ 2344048 h 4115518"/>
              <a:gd name="connsiteX4480" fmla="*/ 3523325 w 6282234"/>
              <a:gd name="connsiteY4480" fmla="*/ 2344048 h 4115518"/>
              <a:gd name="connsiteX4481" fmla="*/ 3529839 w 6282234"/>
              <a:gd name="connsiteY4481" fmla="*/ 2352010 h 4115518"/>
              <a:gd name="connsiteX4482" fmla="*/ 3559155 w 6282234"/>
              <a:gd name="connsiteY4482" fmla="*/ 2352010 h 4115518"/>
              <a:gd name="connsiteX4483" fmla="*/ 3568927 w 6282234"/>
              <a:gd name="connsiteY4483" fmla="*/ 2346701 h 4115518"/>
              <a:gd name="connsiteX4484" fmla="*/ 3572184 w 6282234"/>
              <a:gd name="connsiteY4484" fmla="*/ 2341062 h 4115518"/>
              <a:gd name="connsiteX4485" fmla="*/ 3581957 w 6282234"/>
              <a:gd name="connsiteY4485" fmla="*/ 2310211 h 4115518"/>
              <a:gd name="connsiteX4486" fmla="*/ 3598243 w 6282234"/>
              <a:gd name="connsiteY4486" fmla="*/ 2276374 h 4115518"/>
              <a:gd name="connsiteX4487" fmla="*/ 3594985 w 6282234"/>
              <a:gd name="connsiteY4487" fmla="*/ 2252157 h 4115518"/>
              <a:gd name="connsiteX4488" fmla="*/ 3594985 w 6282234"/>
              <a:gd name="connsiteY4488" fmla="*/ 2240214 h 4115518"/>
              <a:gd name="connsiteX4489" fmla="*/ 3601500 w 6282234"/>
              <a:gd name="connsiteY4489" fmla="*/ 2234575 h 4115518"/>
              <a:gd name="connsiteX4490" fmla="*/ 3598243 w 6282234"/>
              <a:gd name="connsiteY4490" fmla="*/ 2227940 h 4115518"/>
              <a:gd name="connsiteX4491" fmla="*/ 3588470 w 6282234"/>
              <a:gd name="connsiteY4491" fmla="*/ 2234575 h 4115518"/>
              <a:gd name="connsiteX4492" fmla="*/ 3572184 w 6282234"/>
              <a:gd name="connsiteY4492" fmla="*/ 2230594 h 4115518"/>
              <a:gd name="connsiteX4493" fmla="*/ 3562412 w 6282234"/>
              <a:gd name="connsiteY4493" fmla="*/ 2242869 h 4115518"/>
              <a:gd name="connsiteX4494" fmla="*/ 3542869 w 6282234"/>
              <a:gd name="connsiteY4494" fmla="*/ 2246849 h 4115518"/>
              <a:gd name="connsiteX4495" fmla="*/ 3529839 w 6282234"/>
              <a:gd name="connsiteY4495" fmla="*/ 2234575 h 4115518"/>
              <a:gd name="connsiteX4496" fmla="*/ 3516811 w 6282234"/>
              <a:gd name="connsiteY4496" fmla="*/ 2230594 h 4115518"/>
              <a:gd name="connsiteX4497" fmla="*/ 3503781 w 6282234"/>
              <a:gd name="connsiteY4497" fmla="*/ 2230594 h 4115518"/>
              <a:gd name="connsiteX4498" fmla="*/ 3503781 w 6282234"/>
              <a:gd name="connsiteY4498" fmla="*/ 2240214 h 4115518"/>
              <a:gd name="connsiteX4499" fmla="*/ 3490752 w 6282234"/>
              <a:gd name="connsiteY4499" fmla="*/ 2244195 h 4115518"/>
              <a:gd name="connsiteX4500" fmla="*/ 3480981 w 6282234"/>
              <a:gd name="connsiteY4500" fmla="*/ 2240214 h 4115518"/>
              <a:gd name="connsiteX4501" fmla="*/ 3477723 w 6282234"/>
              <a:gd name="connsiteY4501" fmla="*/ 2231921 h 4115518"/>
              <a:gd name="connsiteX4502" fmla="*/ 3467952 w 6282234"/>
              <a:gd name="connsiteY4502" fmla="*/ 2227940 h 4115518"/>
              <a:gd name="connsiteX4503" fmla="*/ 3451665 w 6282234"/>
              <a:gd name="connsiteY4503" fmla="*/ 2225286 h 4115518"/>
              <a:gd name="connsiteX4504" fmla="*/ 3448408 w 6282234"/>
              <a:gd name="connsiteY4504" fmla="*/ 2218652 h 4115518"/>
              <a:gd name="connsiteX4505" fmla="*/ 3448408 w 6282234"/>
              <a:gd name="connsiteY4505" fmla="*/ 2203723 h 4115518"/>
              <a:gd name="connsiteX4506" fmla="*/ 3432121 w 6282234"/>
              <a:gd name="connsiteY4506" fmla="*/ 2198415 h 4115518"/>
              <a:gd name="connsiteX4507" fmla="*/ 3438636 w 6282234"/>
              <a:gd name="connsiteY4507" fmla="*/ 2176853 h 4115518"/>
              <a:gd name="connsiteX4508" fmla="*/ 3438636 w 6282234"/>
              <a:gd name="connsiteY4508" fmla="*/ 2167232 h 4115518"/>
              <a:gd name="connsiteX4509" fmla="*/ 3425607 w 6282234"/>
              <a:gd name="connsiteY4509" fmla="*/ 2169886 h 4115518"/>
              <a:gd name="connsiteX4510" fmla="*/ 3425607 w 6282234"/>
              <a:gd name="connsiteY4510" fmla="*/ 2159270 h 4115518"/>
              <a:gd name="connsiteX4511" fmla="*/ 3438636 w 6282234"/>
              <a:gd name="connsiteY4511" fmla="*/ 2146996 h 4115518"/>
              <a:gd name="connsiteX4512" fmla="*/ 3454923 w 6282234"/>
              <a:gd name="connsiteY4512" fmla="*/ 2145670 h 4115518"/>
              <a:gd name="connsiteX4513" fmla="*/ 3471209 w 6282234"/>
              <a:gd name="connsiteY4513" fmla="*/ 2146996 h 4115518"/>
              <a:gd name="connsiteX4514" fmla="*/ 3477723 w 6282234"/>
              <a:gd name="connsiteY4514" fmla="*/ 2143016 h 4115518"/>
              <a:gd name="connsiteX4515" fmla="*/ 3480981 w 6282234"/>
              <a:gd name="connsiteY4515" fmla="*/ 2128088 h 4115518"/>
              <a:gd name="connsiteX4516" fmla="*/ 3516811 w 6282234"/>
              <a:gd name="connsiteY4516" fmla="*/ 2131073 h 4115518"/>
              <a:gd name="connsiteX4517" fmla="*/ 3533097 w 6282234"/>
              <a:gd name="connsiteY4517" fmla="*/ 2116145 h 4115518"/>
              <a:gd name="connsiteX4518" fmla="*/ 3552641 w 6282234"/>
              <a:gd name="connsiteY4518" fmla="*/ 2109510 h 4115518"/>
              <a:gd name="connsiteX4519" fmla="*/ 3575442 w 6282234"/>
              <a:gd name="connsiteY4519" fmla="*/ 2110838 h 4115518"/>
              <a:gd name="connsiteX4520" fmla="*/ 3588470 w 6282234"/>
              <a:gd name="connsiteY4520" fmla="*/ 2116145 h 4115518"/>
              <a:gd name="connsiteX4521" fmla="*/ 3598243 w 6282234"/>
              <a:gd name="connsiteY4521" fmla="*/ 2116145 h 4115518"/>
              <a:gd name="connsiteX4522" fmla="*/ 3604757 w 6282234"/>
              <a:gd name="connsiteY4522" fmla="*/ 2128088 h 4115518"/>
              <a:gd name="connsiteX4523" fmla="*/ 3614529 w 6282234"/>
              <a:gd name="connsiteY4523" fmla="*/ 2125433 h 4115518"/>
              <a:gd name="connsiteX4524" fmla="*/ 3624301 w 6282234"/>
              <a:gd name="connsiteY4524" fmla="*/ 2133727 h 4115518"/>
              <a:gd name="connsiteX4525" fmla="*/ 3640587 w 6282234"/>
              <a:gd name="connsiteY4525" fmla="*/ 2135054 h 4115518"/>
              <a:gd name="connsiteX4526" fmla="*/ 3660130 w 6282234"/>
              <a:gd name="connsiteY4526" fmla="*/ 2131073 h 4115518"/>
              <a:gd name="connsiteX4527" fmla="*/ 3669902 w 6282234"/>
              <a:gd name="connsiteY4527" fmla="*/ 2135054 h 4115518"/>
              <a:gd name="connsiteX4528" fmla="*/ 3692703 w 6282234"/>
              <a:gd name="connsiteY4528" fmla="*/ 2125433 h 4115518"/>
              <a:gd name="connsiteX4529" fmla="*/ 3695961 w 6282234"/>
              <a:gd name="connsiteY4529" fmla="*/ 2121453 h 4115518"/>
              <a:gd name="connsiteX4530" fmla="*/ 3699218 w 6282234"/>
              <a:gd name="connsiteY4530" fmla="*/ 2110838 h 4115518"/>
              <a:gd name="connsiteX4531" fmla="*/ 3692703 w 6282234"/>
              <a:gd name="connsiteY4531" fmla="*/ 2091928 h 4115518"/>
              <a:gd name="connsiteX4532" fmla="*/ 3666645 w 6282234"/>
              <a:gd name="connsiteY4532" fmla="*/ 2077001 h 4115518"/>
              <a:gd name="connsiteX4533" fmla="*/ 3650359 w 6282234"/>
              <a:gd name="connsiteY4533" fmla="*/ 2058091 h 4115518"/>
              <a:gd name="connsiteX4534" fmla="*/ 3624301 w 6282234"/>
              <a:gd name="connsiteY4534" fmla="*/ 2046149 h 4115518"/>
              <a:gd name="connsiteX4535" fmla="*/ 3611271 w 6282234"/>
              <a:gd name="connsiteY4535" fmla="*/ 2031221 h 4115518"/>
              <a:gd name="connsiteX4536" fmla="*/ 3624301 w 6282234"/>
              <a:gd name="connsiteY4536" fmla="*/ 2025912 h 4115518"/>
              <a:gd name="connsiteX4537" fmla="*/ 3630815 w 6282234"/>
              <a:gd name="connsiteY4537" fmla="*/ 2012312 h 4115518"/>
              <a:gd name="connsiteX4538" fmla="*/ 3630815 w 6282234"/>
              <a:gd name="connsiteY4538" fmla="*/ 2000037 h 4115518"/>
              <a:gd name="connsiteX4539" fmla="*/ 3640587 w 6282234"/>
              <a:gd name="connsiteY4539" fmla="*/ 1989422 h 4115518"/>
              <a:gd name="connsiteX4540" fmla="*/ 3637329 w 6282234"/>
              <a:gd name="connsiteY4540" fmla="*/ 1982787 h 4115518"/>
              <a:gd name="connsiteX4541" fmla="*/ 3624301 w 6282234"/>
              <a:gd name="connsiteY4541" fmla="*/ 1985441 h 4115518"/>
              <a:gd name="connsiteX4542" fmla="*/ 3611271 w 6282234"/>
              <a:gd name="connsiteY4542" fmla="*/ 1992075 h 4115518"/>
              <a:gd name="connsiteX4543" fmla="*/ 3594985 w 6282234"/>
              <a:gd name="connsiteY4543" fmla="*/ 1994730 h 4115518"/>
              <a:gd name="connsiteX4544" fmla="*/ 3588470 w 6282234"/>
              <a:gd name="connsiteY4544" fmla="*/ 2001696 h 4115518"/>
              <a:gd name="connsiteX4545" fmla="*/ 3575442 w 6282234"/>
              <a:gd name="connsiteY4545" fmla="*/ 2007004 h 4115518"/>
              <a:gd name="connsiteX4546" fmla="*/ 3575442 w 6282234"/>
              <a:gd name="connsiteY4546" fmla="*/ 2016292 h 4115518"/>
              <a:gd name="connsiteX4547" fmla="*/ 3588470 w 6282234"/>
              <a:gd name="connsiteY4547" fmla="*/ 2028567 h 4115518"/>
              <a:gd name="connsiteX4548" fmla="*/ 3601500 w 6282234"/>
              <a:gd name="connsiteY4548" fmla="*/ 2025912 h 4115518"/>
              <a:gd name="connsiteX4549" fmla="*/ 3608015 w 6282234"/>
              <a:gd name="connsiteY4549" fmla="*/ 2025912 h 4115518"/>
              <a:gd name="connsiteX4550" fmla="*/ 3604757 w 6282234"/>
              <a:gd name="connsiteY4550" fmla="*/ 2036529 h 4115518"/>
              <a:gd name="connsiteX4551" fmla="*/ 3588470 w 6282234"/>
              <a:gd name="connsiteY4551" fmla="*/ 2033874 h 4115518"/>
              <a:gd name="connsiteX4552" fmla="*/ 3585213 w 6282234"/>
              <a:gd name="connsiteY4552" fmla="*/ 2037855 h 4115518"/>
              <a:gd name="connsiteX4553" fmla="*/ 3568927 w 6282234"/>
              <a:gd name="connsiteY4553" fmla="*/ 2043163 h 4115518"/>
              <a:gd name="connsiteX4554" fmla="*/ 3562412 w 6282234"/>
              <a:gd name="connsiteY4554" fmla="*/ 2052784 h 4115518"/>
              <a:gd name="connsiteX4555" fmla="*/ 3555897 w 6282234"/>
              <a:gd name="connsiteY4555" fmla="*/ 2050129 h 4115518"/>
              <a:gd name="connsiteX4556" fmla="*/ 3555897 w 6282234"/>
              <a:gd name="connsiteY4556" fmla="*/ 2033874 h 4115518"/>
              <a:gd name="connsiteX4557" fmla="*/ 3539611 w 6282234"/>
              <a:gd name="connsiteY4557" fmla="*/ 2025912 h 4115518"/>
              <a:gd name="connsiteX4558" fmla="*/ 3559155 w 6282234"/>
              <a:gd name="connsiteY4558" fmla="*/ 2013639 h 4115518"/>
              <a:gd name="connsiteX4559" fmla="*/ 3552641 w 6282234"/>
              <a:gd name="connsiteY4559" fmla="*/ 2009657 h 4115518"/>
              <a:gd name="connsiteX4560" fmla="*/ 3533097 w 6282234"/>
              <a:gd name="connsiteY4560" fmla="*/ 2009657 h 4115518"/>
              <a:gd name="connsiteX4561" fmla="*/ 3526583 w 6282234"/>
              <a:gd name="connsiteY4561" fmla="*/ 1994730 h 4115518"/>
              <a:gd name="connsiteX4562" fmla="*/ 3516811 w 6282234"/>
              <a:gd name="connsiteY4562" fmla="*/ 1994730 h 4115518"/>
              <a:gd name="connsiteX4563" fmla="*/ 3510296 w 6282234"/>
              <a:gd name="connsiteY4563" fmla="*/ 2001696 h 4115518"/>
              <a:gd name="connsiteX4564" fmla="*/ 3497267 w 6282234"/>
              <a:gd name="connsiteY4564" fmla="*/ 2013639 h 4115518"/>
              <a:gd name="connsiteX4565" fmla="*/ 3487495 w 6282234"/>
              <a:gd name="connsiteY4565" fmla="*/ 2018947 h 4115518"/>
              <a:gd name="connsiteX4566" fmla="*/ 3490752 w 6282234"/>
              <a:gd name="connsiteY4566" fmla="*/ 2031221 h 4115518"/>
              <a:gd name="connsiteX4567" fmla="*/ 3487495 w 6282234"/>
              <a:gd name="connsiteY4567" fmla="*/ 2040509 h 4115518"/>
              <a:gd name="connsiteX4568" fmla="*/ 3474466 w 6282234"/>
              <a:gd name="connsiteY4568" fmla="*/ 2043163 h 4115518"/>
              <a:gd name="connsiteX4569" fmla="*/ 3471209 w 6282234"/>
              <a:gd name="connsiteY4569" fmla="*/ 2067711 h 4115518"/>
              <a:gd name="connsiteX4570" fmla="*/ 3467952 w 6282234"/>
              <a:gd name="connsiteY4570" fmla="*/ 2077001 h 4115518"/>
              <a:gd name="connsiteX4571" fmla="*/ 3461437 w 6282234"/>
              <a:gd name="connsiteY4571" fmla="*/ 2077001 h 4115518"/>
              <a:gd name="connsiteX4572" fmla="*/ 3454923 w 6282234"/>
              <a:gd name="connsiteY4572" fmla="*/ 2094582 h 4115518"/>
              <a:gd name="connsiteX4573" fmla="*/ 3454923 w 6282234"/>
              <a:gd name="connsiteY4573" fmla="*/ 2098563 h 4115518"/>
              <a:gd name="connsiteX4574" fmla="*/ 3461437 w 6282234"/>
              <a:gd name="connsiteY4574" fmla="*/ 2110838 h 4115518"/>
              <a:gd name="connsiteX4575" fmla="*/ 3461437 w 6282234"/>
              <a:gd name="connsiteY4575" fmla="*/ 2133727 h 4115518"/>
              <a:gd name="connsiteX4576" fmla="*/ 3451665 w 6282234"/>
              <a:gd name="connsiteY4576" fmla="*/ 2135054 h 4115518"/>
              <a:gd name="connsiteX4577" fmla="*/ 3445151 w 6282234"/>
              <a:gd name="connsiteY4577" fmla="*/ 2143016 h 4115518"/>
              <a:gd name="connsiteX4578" fmla="*/ 3438636 w 6282234"/>
              <a:gd name="connsiteY4578" fmla="*/ 2145670 h 4115518"/>
              <a:gd name="connsiteX4579" fmla="*/ 3428865 w 6282234"/>
              <a:gd name="connsiteY4579" fmla="*/ 2155290 h 4115518"/>
              <a:gd name="connsiteX4580" fmla="*/ 3425607 w 6282234"/>
              <a:gd name="connsiteY4580" fmla="*/ 2140361 h 4115518"/>
              <a:gd name="connsiteX4581" fmla="*/ 3409320 w 6282234"/>
              <a:gd name="connsiteY4581" fmla="*/ 2133727 h 4115518"/>
              <a:gd name="connsiteX4582" fmla="*/ 3396292 w 6282234"/>
              <a:gd name="connsiteY4582" fmla="*/ 2135054 h 4115518"/>
              <a:gd name="connsiteX4583" fmla="*/ 3386520 w 6282234"/>
              <a:gd name="connsiteY4583" fmla="*/ 2146996 h 4115518"/>
              <a:gd name="connsiteX4584" fmla="*/ 3376747 w 6282234"/>
              <a:gd name="connsiteY4584" fmla="*/ 2152636 h 4115518"/>
              <a:gd name="connsiteX4585" fmla="*/ 3366976 w 6282234"/>
              <a:gd name="connsiteY4585" fmla="*/ 2146996 h 4115518"/>
              <a:gd name="connsiteX4586" fmla="*/ 3366976 w 6282234"/>
              <a:gd name="connsiteY4586" fmla="*/ 2155290 h 4115518"/>
              <a:gd name="connsiteX4587" fmla="*/ 3370234 w 6282234"/>
              <a:gd name="connsiteY4587" fmla="*/ 2161925 h 4115518"/>
              <a:gd name="connsiteX4588" fmla="*/ 3373491 w 6282234"/>
              <a:gd name="connsiteY4588" fmla="*/ 2186142 h 4115518"/>
              <a:gd name="connsiteX4589" fmla="*/ 3389777 w 6282234"/>
              <a:gd name="connsiteY4589" fmla="*/ 2195762 h 4115518"/>
              <a:gd name="connsiteX4590" fmla="*/ 3389777 w 6282234"/>
              <a:gd name="connsiteY4590" fmla="*/ 2210358 h 4115518"/>
              <a:gd name="connsiteX4591" fmla="*/ 3383262 w 6282234"/>
              <a:gd name="connsiteY4591" fmla="*/ 2203723 h 4115518"/>
              <a:gd name="connsiteX4592" fmla="*/ 3376747 w 6282234"/>
              <a:gd name="connsiteY4592" fmla="*/ 2206377 h 4115518"/>
              <a:gd name="connsiteX4593" fmla="*/ 3376747 w 6282234"/>
              <a:gd name="connsiteY4593" fmla="*/ 2215997 h 4115518"/>
              <a:gd name="connsiteX4594" fmla="*/ 3366976 w 6282234"/>
              <a:gd name="connsiteY4594" fmla="*/ 2213012 h 4115518"/>
              <a:gd name="connsiteX4595" fmla="*/ 3376747 w 6282234"/>
              <a:gd name="connsiteY4595" fmla="*/ 2230594 h 4115518"/>
              <a:gd name="connsiteX4596" fmla="*/ 3360461 w 6282234"/>
              <a:gd name="connsiteY4596" fmla="*/ 2231921 h 4115518"/>
              <a:gd name="connsiteX4597" fmla="*/ 3357205 w 6282234"/>
              <a:gd name="connsiteY4597" fmla="*/ 2225286 h 4115518"/>
              <a:gd name="connsiteX4598" fmla="*/ 3347433 w 6282234"/>
              <a:gd name="connsiteY4598" fmla="*/ 2230594 h 4115518"/>
              <a:gd name="connsiteX4599" fmla="*/ 3347433 w 6282234"/>
              <a:gd name="connsiteY4599" fmla="*/ 2215997 h 4115518"/>
              <a:gd name="connsiteX4600" fmla="*/ 3340918 w 6282234"/>
              <a:gd name="connsiteY4600" fmla="*/ 2207704 h 4115518"/>
              <a:gd name="connsiteX4601" fmla="*/ 3344175 w 6282234"/>
              <a:gd name="connsiteY4601" fmla="*/ 2198415 h 4115518"/>
              <a:gd name="connsiteX4602" fmla="*/ 3353947 w 6282234"/>
              <a:gd name="connsiteY4602" fmla="*/ 2195762 h 4115518"/>
              <a:gd name="connsiteX4603" fmla="*/ 3370234 w 6282234"/>
              <a:gd name="connsiteY4603" fmla="*/ 2203723 h 4115518"/>
              <a:gd name="connsiteX4604" fmla="*/ 3366976 w 6282234"/>
              <a:gd name="connsiteY4604" fmla="*/ 2195762 h 4115518"/>
              <a:gd name="connsiteX4605" fmla="*/ 3353947 w 6282234"/>
              <a:gd name="connsiteY4605" fmla="*/ 2194435 h 4115518"/>
              <a:gd name="connsiteX4606" fmla="*/ 3340918 w 6282234"/>
              <a:gd name="connsiteY4606" fmla="*/ 2194435 h 4115518"/>
              <a:gd name="connsiteX4607" fmla="*/ 3331147 w 6282234"/>
              <a:gd name="connsiteY4607" fmla="*/ 2183487 h 4115518"/>
              <a:gd name="connsiteX4608" fmla="*/ 3331147 w 6282234"/>
              <a:gd name="connsiteY4608" fmla="*/ 2179507 h 4115518"/>
              <a:gd name="connsiteX4609" fmla="*/ 3321375 w 6282234"/>
              <a:gd name="connsiteY4609" fmla="*/ 2164578 h 4115518"/>
              <a:gd name="connsiteX4610" fmla="*/ 3318117 w 6282234"/>
              <a:gd name="connsiteY4610" fmla="*/ 2157943 h 4115518"/>
              <a:gd name="connsiteX4611" fmla="*/ 3311602 w 6282234"/>
              <a:gd name="connsiteY4611" fmla="*/ 2152636 h 4115518"/>
              <a:gd name="connsiteX4612" fmla="*/ 3308345 w 6282234"/>
              <a:gd name="connsiteY4612" fmla="*/ 2143016 h 4115518"/>
              <a:gd name="connsiteX4613" fmla="*/ 3311602 w 6282234"/>
              <a:gd name="connsiteY4613" fmla="*/ 2113491 h 4115518"/>
              <a:gd name="connsiteX4614" fmla="*/ 3308345 w 6282234"/>
              <a:gd name="connsiteY4614" fmla="*/ 2113491 h 4115518"/>
              <a:gd name="connsiteX4615" fmla="*/ 3301831 w 6282234"/>
              <a:gd name="connsiteY4615" fmla="*/ 2103871 h 4115518"/>
              <a:gd name="connsiteX4616" fmla="*/ 3295316 w 6282234"/>
              <a:gd name="connsiteY4616" fmla="*/ 2098563 h 4115518"/>
              <a:gd name="connsiteX4617" fmla="*/ 3279029 w 6282234"/>
              <a:gd name="connsiteY4617" fmla="*/ 2089274 h 4115518"/>
              <a:gd name="connsiteX4618" fmla="*/ 3279029 w 6282234"/>
              <a:gd name="connsiteY4618" fmla="*/ 2086289 h 4115518"/>
              <a:gd name="connsiteX4619" fmla="*/ 3266001 w 6282234"/>
              <a:gd name="connsiteY4619" fmla="*/ 2077001 h 4115518"/>
              <a:gd name="connsiteX4620" fmla="*/ 3249715 w 6282234"/>
              <a:gd name="connsiteY4620" fmla="*/ 2070366 h 4115518"/>
              <a:gd name="connsiteX4621" fmla="*/ 3236685 w 6282234"/>
              <a:gd name="connsiteY4621" fmla="*/ 2058091 h 4115518"/>
              <a:gd name="connsiteX4622" fmla="*/ 3236685 w 6282234"/>
              <a:gd name="connsiteY4622" fmla="*/ 2052784 h 4115518"/>
              <a:gd name="connsiteX4623" fmla="*/ 3233428 w 6282234"/>
              <a:gd name="connsiteY4623" fmla="*/ 2046149 h 4115518"/>
              <a:gd name="connsiteX4624" fmla="*/ 3230171 w 6282234"/>
              <a:gd name="connsiteY4624" fmla="*/ 2033874 h 4115518"/>
              <a:gd name="connsiteX4625" fmla="*/ 3223657 w 6282234"/>
              <a:gd name="connsiteY4625" fmla="*/ 2028567 h 4115518"/>
              <a:gd name="connsiteX4626" fmla="*/ 3217142 w 6282234"/>
              <a:gd name="connsiteY4626" fmla="*/ 2036529 h 4115518"/>
              <a:gd name="connsiteX4627" fmla="*/ 3213884 w 6282234"/>
              <a:gd name="connsiteY4627" fmla="*/ 2040509 h 4115518"/>
              <a:gd name="connsiteX4628" fmla="*/ 3207370 w 6282234"/>
              <a:gd name="connsiteY4628" fmla="*/ 2024586 h 4115518"/>
              <a:gd name="connsiteX4629" fmla="*/ 3210627 w 6282234"/>
              <a:gd name="connsiteY4629" fmla="*/ 2021600 h 4115518"/>
              <a:gd name="connsiteX4630" fmla="*/ 3200855 w 6282234"/>
              <a:gd name="connsiteY4630" fmla="*/ 2016292 h 4115518"/>
              <a:gd name="connsiteX4631" fmla="*/ 3184569 w 6282234"/>
              <a:gd name="connsiteY4631" fmla="*/ 2031221 h 4115518"/>
              <a:gd name="connsiteX4632" fmla="*/ 3191084 w 6282234"/>
              <a:gd name="connsiteY4632" fmla="*/ 2037855 h 4115518"/>
              <a:gd name="connsiteX4633" fmla="*/ 3184569 w 6282234"/>
              <a:gd name="connsiteY4633" fmla="*/ 2046149 h 4115518"/>
              <a:gd name="connsiteX4634" fmla="*/ 3187826 w 6282234"/>
              <a:gd name="connsiteY4634" fmla="*/ 2055437 h 4115518"/>
              <a:gd name="connsiteX4635" fmla="*/ 3204113 w 6282234"/>
              <a:gd name="connsiteY4635" fmla="*/ 2070366 h 4115518"/>
              <a:gd name="connsiteX4636" fmla="*/ 3207370 w 6282234"/>
              <a:gd name="connsiteY4636" fmla="*/ 2073019 h 4115518"/>
              <a:gd name="connsiteX4637" fmla="*/ 3213884 w 6282234"/>
              <a:gd name="connsiteY4637" fmla="*/ 2094582 h 4115518"/>
              <a:gd name="connsiteX4638" fmla="*/ 3230171 w 6282234"/>
              <a:gd name="connsiteY4638" fmla="*/ 2109510 h 4115518"/>
              <a:gd name="connsiteX4639" fmla="*/ 3236685 w 6282234"/>
              <a:gd name="connsiteY4639" fmla="*/ 2110838 h 4115518"/>
              <a:gd name="connsiteX4640" fmla="*/ 3249715 w 6282234"/>
              <a:gd name="connsiteY4640" fmla="*/ 2110838 h 4115518"/>
              <a:gd name="connsiteX4641" fmla="*/ 3249715 w 6282234"/>
              <a:gd name="connsiteY4641" fmla="*/ 2122780 h 4115518"/>
              <a:gd name="connsiteX4642" fmla="*/ 3269258 w 6282234"/>
              <a:gd name="connsiteY4642" fmla="*/ 2133727 h 4115518"/>
              <a:gd name="connsiteX4643" fmla="*/ 3285544 w 6282234"/>
              <a:gd name="connsiteY4643" fmla="*/ 2143016 h 4115518"/>
              <a:gd name="connsiteX4644" fmla="*/ 3295316 w 6282234"/>
              <a:gd name="connsiteY4644" fmla="*/ 2155290 h 4115518"/>
              <a:gd name="connsiteX4645" fmla="*/ 3292059 w 6282234"/>
              <a:gd name="connsiteY4645" fmla="*/ 2161925 h 4115518"/>
              <a:gd name="connsiteX4646" fmla="*/ 3285544 w 6282234"/>
              <a:gd name="connsiteY4646" fmla="*/ 2152636 h 4115518"/>
              <a:gd name="connsiteX4647" fmla="*/ 3269258 w 6282234"/>
              <a:gd name="connsiteY4647" fmla="*/ 2145670 h 4115518"/>
              <a:gd name="connsiteX4648" fmla="*/ 3266001 w 6282234"/>
              <a:gd name="connsiteY4648" fmla="*/ 2149650 h 4115518"/>
              <a:gd name="connsiteX4649" fmla="*/ 3259486 w 6282234"/>
              <a:gd name="connsiteY4649" fmla="*/ 2161925 h 4115518"/>
              <a:gd name="connsiteX4650" fmla="*/ 3269258 w 6282234"/>
              <a:gd name="connsiteY4650" fmla="*/ 2171213 h 4115518"/>
              <a:gd name="connsiteX4651" fmla="*/ 3269258 w 6282234"/>
              <a:gd name="connsiteY4651" fmla="*/ 2182160 h 4115518"/>
              <a:gd name="connsiteX4652" fmla="*/ 3259486 w 6282234"/>
              <a:gd name="connsiteY4652" fmla="*/ 2186142 h 4115518"/>
              <a:gd name="connsiteX4653" fmla="*/ 3259486 w 6282234"/>
              <a:gd name="connsiteY4653" fmla="*/ 2194435 h 4115518"/>
              <a:gd name="connsiteX4654" fmla="*/ 3249715 w 6282234"/>
              <a:gd name="connsiteY4654" fmla="*/ 2203723 h 4115518"/>
              <a:gd name="connsiteX4655" fmla="*/ 3243200 w 6282234"/>
              <a:gd name="connsiteY4655" fmla="*/ 2203723 h 4115518"/>
              <a:gd name="connsiteX4656" fmla="*/ 3252971 w 6282234"/>
              <a:gd name="connsiteY4656" fmla="*/ 2179507 h 4115518"/>
              <a:gd name="connsiteX4657" fmla="*/ 3243200 w 6282234"/>
              <a:gd name="connsiteY4657" fmla="*/ 2157943 h 4115518"/>
              <a:gd name="connsiteX4658" fmla="*/ 3239943 w 6282234"/>
              <a:gd name="connsiteY4658" fmla="*/ 2157943 h 4115518"/>
              <a:gd name="connsiteX4659" fmla="*/ 3233428 w 6282234"/>
              <a:gd name="connsiteY4659" fmla="*/ 2149650 h 4115518"/>
              <a:gd name="connsiteX4660" fmla="*/ 3230171 w 6282234"/>
              <a:gd name="connsiteY4660" fmla="*/ 2140361 h 4115518"/>
              <a:gd name="connsiteX4661" fmla="*/ 3217142 w 6282234"/>
              <a:gd name="connsiteY4661" fmla="*/ 2137708 h 4115518"/>
              <a:gd name="connsiteX4662" fmla="*/ 3210627 w 6282234"/>
              <a:gd name="connsiteY4662" fmla="*/ 2128088 h 4115518"/>
              <a:gd name="connsiteX4663" fmla="*/ 3200855 w 6282234"/>
              <a:gd name="connsiteY4663" fmla="*/ 2128088 h 4115518"/>
              <a:gd name="connsiteX4664" fmla="*/ 3178055 w 6282234"/>
              <a:gd name="connsiteY4664" fmla="*/ 2109510 h 4115518"/>
              <a:gd name="connsiteX4665" fmla="*/ 3174798 w 6282234"/>
              <a:gd name="connsiteY4665" fmla="*/ 2103871 h 4115518"/>
              <a:gd name="connsiteX4666" fmla="*/ 3155253 w 6282234"/>
              <a:gd name="connsiteY4666" fmla="*/ 2086289 h 4115518"/>
              <a:gd name="connsiteX4667" fmla="*/ 3151997 w 6282234"/>
              <a:gd name="connsiteY4667" fmla="*/ 2064726 h 4115518"/>
              <a:gd name="connsiteX4668" fmla="*/ 3132452 w 6282234"/>
              <a:gd name="connsiteY4668" fmla="*/ 2052784 h 4115518"/>
              <a:gd name="connsiteX4669" fmla="*/ 3125937 w 6282234"/>
              <a:gd name="connsiteY4669" fmla="*/ 2050129 h 4115518"/>
              <a:gd name="connsiteX4670" fmla="*/ 3112909 w 6282234"/>
              <a:gd name="connsiteY4670" fmla="*/ 2064726 h 4115518"/>
              <a:gd name="connsiteX4671" fmla="*/ 3103137 w 6282234"/>
              <a:gd name="connsiteY4671" fmla="*/ 2067711 h 4115518"/>
              <a:gd name="connsiteX4672" fmla="*/ 3086851 w 6282234"/>
              <a:gd name="connsiteY4672" fmla="*/ 2082308 h 4115518"/>
              <a:gd name="connsiteX4673" fmla="*/ 3077079 w 6282234"/>
              <a:gd name="connsiteY4673" fmla="*/ 2084962 h 4115518"/>
              <a:gd name="connsiteX4674" fmla="*/ 3053953 w 6282234"/>
              <a:gd name="connsiteY4674" fmla="*/ 2077001 h 4115518"/>
              <a:gd name="connsiteX4675" fmla="*/ 3044506 w 6282234"/>
              <a:gd name="connsiteY4675" fmla="*/ 2073019 h 4115518"/>
              <a:gd name="connsiteX4676" fmla="*/ 3027243 w 6282234"/>
              <a:gd name="connsiteY4676" fmla="*/ 2082308 h 4115518"/>
              <a:gd name="connsiteX4677" fmla="*/ 3024637 w 6282234"/>
              <a:gd name="connsiteY4677" fmla="*/ 2089274 h 4115518"/>
              <a:gd name="connsiteX4678" fmla="*/ 3027243 w 6282234"/>
              <a:gd name="connsiteY4678" fmla="*/ 2098563 h 4115518"/>
              <a:gd name="connsiteX4679" fmla="*/ 3027243 w 6282234"/>
              <a:gd name="connsiteY4679" fmla="*/ 2113491 h 4115518"/>
              <a:gd name="connsiteX4680" fmla="*/ 3012911 w 6282234"/>
              <a:gd name="connsiteY4680" fmla="*/ 2122780 h 4115518"/>
              <a:gd name="connsiteX4681" fmla="*/ 3008676 w 6282234"/>
              <a:gd name="connsiteY4681" fmla="*/ 2128088 h 4115518"/>
              <a:gd name="connsiteX4682" fmla="*/ 2988807 w 6282234"/>
              <a:gd name="connsiteY4682" fmla="*/ 2133727 h 4115518"/>
              <a:gd name="connsiteX4683" fmla="*/ 2973172 w 6282234"/>
              <a:gd name="connsiteY4683" fmla="*/ 2157943 h 4115518"/>
              <a:gd name="connsiteX4684" fmla="*/ 2967635 w 6282234"/>
              <a:gd name="connsiteY4684" fmla="*/ 2169886 h 4115518"/>
              <a:gd name="connsiteX4685" fmla="*/ 2973172 w 6282234"/>
              <a:gd name="connsiteY4685" fmla="*/ 2182160 h 4115518"/>
              <a:gd name="connsiteX4686" fmla="*/ 2977081 w 6282234"/>
              <a:gd name="connsiteY4686" fmla="*/ 2186142 h 4115518"/>
              <a:gd name="connsiteX4687" fmla="*/ 2963727 w 6282234"/>
              <a:gd name="connsiteY4687" fmla="*/ 2195762 h 4115518"/>
              <a:gd name="connsiteX4688" fmla="*/ 2955909 w 6282234"/>
              <a:gd name="connsiteY4688" fmla="*/ 2213012 h 4115518"/>
              <a:gd name="connsiteX4689" fmla="*/ 2952000 w 6282234"/>
              <a:gd name="connsiteY4689" fmla="*/ 2213012 h 4115518"/>
              <a:gd name="connsiteX4690" fmla="*/ 2943857 w 6282234"/>
              <a:gd name="connsiteY4690" fmla="*/ 2218652 h 4115518"/>
              <a:gd name="connsiteX4691" fmla="*/ 2934736 w 6282234"/>
              <a:gd name="connsiteY4691" fmla="*/ 2230594 h 4115518"/>
              <a:gd name="connsiteX4692" fmla="*/ 2896300 w 6282234"/>
              <a:gd name="connsiteY4692" fmla="*/ 2230594 h 4115518"/>
              <a:gd name="connsiteX4693" fmla="*/ 2892392 w 6282234"/>
              <a:gd name="connsiteY4693" fmla="*/ 2234575 h 4115518"/>
              <a:gd name="connsiteX4694" fmla="*/ 2881642 w 6282234"/>
              <a:gd name="connsiteY4694" fmla="*/ 2237560 h 4115518"/>
              <a:gd name="connsiteX4695" fmla="*/ 2880339 w 6282234"/>
              <a:gd name="connsiteY4695" fmla="*/ 2244195 h 4115518"/>
              <a:gd name="connsiteX4696" fmla="*/ 2875129 w 6282234"/>
              <a:gd name="connsiteY4696" fmla="*/ 2246849 h 4115518"/>
              <a:gd name="connsiteX4697" fmla="*/ 2868614 w 6282234"/>
              <a:gd name="connsiteY4697" fmla="*/ 2242869 h 4115518"/>
              <a:gd name="connsiteX4698" fmla="*/ 2857865 w 6282234"/>
              <a:gd name="connsiteY4698" fmla="*/ 2225286 h 4115518"/>
              <a:gd name="connsiteX4699" fmla="*/ 2844836 w 6282234"/>
              <a:gd name="connsiteY4699" fmla="*/ 2219979 h 4115518"/>
              <a:gd name="connsiteX4700" fmla="*/ 2836693 w 6282234"/>
              <a:gd name="connsiteY4700" fmla="*/ 2225286 h 4115518"/>
              <a:gd name="connsiteX4701" fmla="*/ 2822360 w 6282234"/>
              <a:gd name="connsiteY4701" fmla="*/ 2222632 h 4115518"/>
              <a:gd name="connsiteX4702" fmla="*/ 2820732 w 6282234"/>
              <a:gd name="connsiteY4702" fmla="*/ 2215997 h 4115518"/>
              <a:gd name="connsiteX4703" fmla="*/ 2820732 w 6282234"/>
              <a:gd name="connsiteY4703" fmla="*/ 2194435 h 4115518"/>
              <a:gd name="connsiteX4704" fmla="*/ 2809006 w 6282234"/>
              <a:gd name="connsiteY4704" fmla="*/ 2186142 h 4115518"/>
              <a:gd name="connsiteX4705" fmla="*/ 2810309 w 6282234"/>
              <a:gd name="connsiteY4705" fmla="*/ 2171213 h 4115518"/>
              <a:gd name="connsiteX4706" fmla="*/ 2815520 w 6282234"/>
              <a:gd name="connsiteY4706" fmla="*/ 2167232 h 4115518"/>
              <a:gd name="connsiteX4707" fmla="*/ 2822360 w 6282234"/>
              <a:gd name="connsiteY4707" fmla="*/ 2133727 h 4115518"/>
              <a:gd name="connsiteX4708" fmla="*/ 2818126 w 6282234"/>
              <a:gd name="connsiteY4708" fmla="*/ 2113491 h 4115518"/>
              <a:gd name="connsiteX4709" fmla="*/ 2820732 w 6282234"/>
              <a:gd name="connsiteY4709" fmla="*/ 2110838 h 4115518"/>
              <a:gd name="connsiteX4710" fmla="*/ 2818126 w 6282234"/>
              <a:gd name="connsiteY4710" fmla="*/ 2106524 h 4115518"/>
              <a:gd name="connsiteX4711" fmla="*/ 2812914 w 6282234"/>
              <a:gd name="connsiteY4711" fmla="*/ 2082308 h 4115518"/>
              <a:gd name="connsiteX4712" fmla="*/ 2827572 w 6282234"/>
              <a:gd name="connsiteY4712" fmla="*/ 2077001 h 4115518"/>
              <a:gd name="connsiteX4713" fmla="*/ 2834087 w 6282234"/>
              <a:gd name="connsiteY4713" fmla="*/ 2067711 h 4115518"/>
              <a:gd name="connsiteX4714" fmla="*/ 2846139 w 6282234"/>
              <a:gd name="connsiteY4714" fmla="*/ 2073019 h 4115518"/>
              <a:gd name="connsiteX4715" fmla="*/ 2875129 w 6282234"/>
              <a:gd name="connsiteY4715" fmla="*/ 2073019 h 4115518"/>
              <a:gd name="connsiteX4716" fmla="*/ 2898907 w 6282234"/>
              <a:gd name="connsiteY4716" fmla="*/ 2077001 h 4115518"/>
              <a:gd name="connsiteX4717" fmla="*/ 2910958 w 6282234"/>
              <a:gd name="connsiteY4717" fmla="*/ 2074346 h 4115518"/>
              <a:gd name="connsiteX4718" fmla="*/ 2934736 w 6282234"/>
              <a:gd name="connsiteY4718" fmla="*/ 2079654 h 4115518"/>
              <a:gd name="connsiteX4719" fmla="*/ 2941251 w 6282234"/>
              <a:gd name="connsiteY4719" fmla="*/ 2077001 h 4115518"/>
              <a:gd name="connsiteX4720" fmla="*/ 2946462 w 6282234"/>
              <a:gd name="connsiteY4720" fmla="*/ 2070366 h 4115518"/>
              <a:gd name="connsiteX4721" fmla="*/ 2952000 w 6282234"/>
              <a:gd name="connsiteY4721" fmla="*/ 2046149 h 4115518"/>
              <a:gd name="connsiteX4722" fmla="*/ 2953303 w 6282234"/>
              <a:gd name="connsiteY4722" fmla="*/ 2012312 h 4115518"/>
              <a:gd name="connsiteX4723" fmla="*/ 2952000 w 6282234"/>
              <a:gd name="connsiteY4723" fmla="*/ 2004350 h 4115518"/>
              <a:gd name="connsiteX4724" fmla="*/ 2941251 w 6282234"/>
              <a:gd name="connsiteY4724" fmla="*/ 2000037 h 4115518"/>
              <a:gd name="connsiteX4725" fmla="*/ 2937342 w 6282234"/>
              <a:gd name="connsiteY4725" fmla="*/ 1989422 h 4115518"/>
              <a:gd name="connsiteX4726" fmla="*/ 2937342 w 6282234"/>
              <a:gd name="connsiteY4726" fmla="*/ 1985441 h 4115518"/>
              <a:gd name="connsiteX4727" fmla="*/ 2928221 w 6282234"/>
              <a:gd name="connsiteY4727" fmla="*/ 1977148 h 4115518"/>
              <a:gd name="connsiteX4728" fmla="*/ 2925290 w 6282234"/>
              <a:gd name="connsiteY4728" fmla="*/ 1970513 h 4115518"/>
              <a:gd name="connsiteX4729" fmla="*/ 2917473 w 6282234"/>
              <a:gd name="connsiteY4729" fmla="*/ 1970513 h 4115518"/>
              <a:gd name="connsiteX4730" fmla="*/ 2910958 w 6282234"/>
              <a:gd name="connsiteY4730" fmla="*/ 1965205 h 4115518"/>
              <a:gd name="connsiteX4731" fmla="*/ 2898907 w 6282234"/>
              <a:gd name="connsiteY4731" fmla="*/ 1965205 h 4115518"/>
              <a:gd name="connsiteX4732" fmla="*/ 2896300 w 6282234"/>
              <a:gd name="connsiteY4732" fmla="*/ 1952930 h 4115518"/>
              <a:gd name="connsiteX4733" fmla="*/ 2889785 w 6282234"/>
              <a:gd name="connsiteY4733" fmla="*/ 1951603 h 4115518"/>
              <a:gd name="connsiteX4734" fmla="*/ 2893695 w 6282234"/>
              <a:gd name="connsiteY4734" fmla="*/ 1943642 h 4115518"/>
              <a:gd name="connsiteX4735" fmla="*/ 2917473 w 6282234"/>
              <a:gd name="connsiteY4735" fmla="*/ 1936676 h 4115518"/>
              <a:gd name="connsiteX4736" fmla="*/ 2925290 w 6282234"/>
              <a:gd name="connsiteY4736" fmla="*/ 1946296 h 4115518"/>
              <a:gd name="connsiteX4737" fmla="*/ 2932131 w 6282234"/>
              <a:gd name="connsiteY4737" fmla="*/ 1940988 h 4115518"/>
              <a:gd name="connsiteX4738" fmla="*/ 2943857 w 6282234"/>
              <a:gd name="connsiteY4738" fmla="*/ 1943642 h 4115518"/>
              <a:gd name="connsiteX4739" fmla="*/ 2943857 w 6282234"/>
              <a:gd name="connsiteY4739" fmla="*/ 1927388 h 4115518"/>
              <a:gd name="connsiteX4740" fmla="*/ 2941251 w 6282234"/>
              <a:gd name="connsiteY4740" fmla="*/ 1915113 h 4115518"/>
              <a:gd name="connsiteX4741" fmla="*/ 2949394 w 6282234"/>
              <a:gd name="connsiteY4741" fmla="*/ 1915113 h 4115518"/>
              <a:gd name="connsiteX4742" fmla="*/ 2953303 w 6282234"/>
              <a:gd name="connsiteY4742" fmla="*/ 1922079 h 4115518"/>
              <a:gd name="connsiteX4743" fmla="*/ 2975778 w 6282234"/>
              <a:gd name="connsiteY4743" fmla="*/ 1924733 h 4115518"/>
              <a:gd name="connsiteX4744" fmla="*/ 2975778 w 6282234"/>
              <a:gd name="connsiteY4744" fmla="*/ 1915113 h 4115518"/>
              <a:gd name="connsiteX4745" fmla="*/ 2991739 w 6282234"/>
              <a:gd name="connsiteY4745" fmla="*/ 1907151 h 4115518"/>
              <a:gd name="connsiteX4746" fmla="*/ 2999556 w 6282234"/>
              <a:gd name="connsiteY4746" fmla="*/ 1900516 h 4115518"/>
              <a:gd name="connsiteX4747" fmla="*/ 3000859 w 6282234"/>
              <a:gd name="connsiteY4747" fmla="*/ 1880281 h 4115518"/>
              <a:gd name="connsiteX4748" fmla="*/ 3018122 w 6282234"/>
              <a:gd name="connsiteY4748" fmla="*/ 1876299 h 4115518"/>
              <a:gd name="connsiteX4749" fmla="*/ 3032780 w 6282234"/>
              <a:gd name="connsiteY4749" fmla="*/ 1866679 h 4115518"/>
              <a:gd name="connsiteX4750" fmla="*/ 3047112 w 6282234"/>
              <a:gd name="connsiteY4750" fmla="*/ 1868006 h 4115518"/>
              <a:gd name="connsiteX4751" fmla="*/ 3047112 w 6282234"/>
              <a:gd name="connsiteY4751" fmla="*/ 1866679 h 4115518"/>
              <a:gd name="connsiteX4752" fmla="*/ 3039295 w 6282234"/>
              <a:gd name="connsiteY4752" fmla="*/ 1866679 h 4115518"/>
              <a:gd name="connsiteX4753" fmla="*/ 3041900 w 6282234"/>
              <a:gd name="connsiteY4753" fmla="*/ 1856064 h 4115518"/>
              <a:gd name="connsiteX4754" fmla="*/ 3051021 w 6282234"/>
              <a:gd name="connsiteY4754" fmla="*/ 1837155 h 4115518"/>
              <a:gd name="connsiteX4755" fmla="*/ 3067307 w 6282234"/>
              <a:gd name="connsiteY4755" fmla="*/ 1842462 h 4115518"/>
              <a:gd name="connsiteX4756" fmla="*/ 3073822 w 6282234"/>
              <a:gd name="connsiteY4756" fmla="*/ 1834501 h 4115518"/>
              <a:gd name="connsiteX4757" fmla="*/ 3067307 w 6282234"/>
              <a:gd name="connsiteY4757" fmla="*/ 1824881 h 4115518"/>
              <a:gd name="connsiteX4758" fmla="*/ 3060792 w 6282234"/>
              <a:gd name="connsiteY4758" fmla="*/ 1831847 h 4115518"/>
              <a:gd name="connsiteX4759" fmla="*/ 3057535 w 6282234"/>
              <a:gd name="connsiteY4759" fmla="*/ 1822227 h 4115518"/>
              <a:gd name="connsiteX4760" fmla="*/ 3073822 w 6282234"/>
              <a:gd name="connsiteY4760" fmla="*/ 1807299 h 4115518"/>
              <a:gd name="connsiteX4761" fmla="*/ 3090108 w 6282234"/>
              <a:gd name="connsiteY4761" fmla="*/ 1805972 h 4115518"/>
              <a:gd name="connsiteX4762" fmla="*/ 3099879 w 6282234"/>
              <a:gd name="connsiteY4762" fmla="*/ 1812938 h 4115518"/>
              <a:gd name="connsiteX4763" fmla="*/ 3099879 w 6282234"/>
              <a:gd name="connsiteY4763" fmla="*/ 1800664 h 4115518"/>
              <a:gd name="connsiteX4764" fmla="*/ 3112909 w 6282234"/>
              <a:gd name="connsiteY4764" fmla="*/ 1798010 h 4115518"/>
              <a:gd name="connsiteX4765" fmla="*/ 3116166 w 6282234"/>
              <a:gd name="connsiteY4765" fmla="*/ 1803318 h 4115518"/>
              <a:gd name="connsiteX4766" fmla="*/ 3129195 w 6282234"/>
              <a:gd name="connsiteY4766" fmla="*/ 1785735 h 4115518"/>
              <a:gd name="connsiteX4767" fmla="*/ 3129195 w 6282234"/>
              <a:gd name="connsiteY4767" fmla="*/ 1776447 h 4115518"/>
              <a:gd name="connsiteX4768" fmla="*/ 3122681 w 6282234"/>
              <a:gd name="connsiteY4768" fmla="*/ 1761520 h 4115518"/>
              <a:gd name="connsiteX4769" fmla="*/ 3122681 w 6282234"/>
              <a:gd name="connsiteY4769" fmla="*/ 1746923 h 4115518"/>
              <a:gd name="connsiteX4770" fmla="*/ 3112909 w 6282234"/>
              <a:gd name="connsiteY4770" fmla="*/ 1742610 h 4115518"/>
              <a:gd name="connsiteX4771" fmla="*/ 3116166 w 6282234"/>
              <a:gd name="connsiteY4771" fmla="*/ 1733321 h 4115518"/>
              <a:gd name="connsiteX4772" fmla="*/ 3112909 w 6282234"/>
              <a:gd name="connsiteY4772" fmla="*/ 1725360 h 4115518"/>
              <a:gd name="connsiteX4773" fmla="*/ 3112909 w 6282234"/>
              <a:gd name="connsiteY4773" fmla="*/ 1710431 h 4115518"/>
              <a:gd name="connsiteX4774" fmla="*/ 3119424 w 6282234"/>
              <a:gd name="connsiteY4774" fmla="*/ 1710431 h 4115518"/>
              <a:gd name="connsiteX4775" fmla="*/ 3135710 w 6282234"/>
              <a:gd name="connsiteY4775" fmla="*/ 1696831 h 4115518"/>
              <a:gd name="connsiteX4776" fmla="*/ 3145482 w 6282234"/>
              <a:gd name="connsiteY4776" fmla="*/ 1694176 h 4115518"/>
              <a:gd name="connsiteX4777" fmla="*/ 3151997 w 6282234"/>
              <a:gd name="connsiteY4777" fmla="*/ 1698158 h 4115518"/>
              <a:gd name="connsiteX4778" fmla="*/ 3151997 w 6282234"/>
              <a:gd name="connsiteY4778" fmla="*/ 1709105 h 4115518"/>
              <a:gd name="connsiteX4779" fmla="*/ 3165025 w 6282234"/>
              <a:gd name="connsiteY4779" fmla="*/ 1715740 h 4115518"/>
              <a:gd name="connsiteX4780" fmla="*/ 3158511 w 6282234"/>
              <a:gd name="connsiteY4780" fmla="*/ 1722374 h 4115518"/>
              <a:gd name="connsiteX4781" fmla="*/ 3151997 w 6282234"/>
              <a:gd name="connsiteY4781" fmla="*/ 1728013 h 4115518"/>
              <a:gd name="connsiteX4782" fmla="*/ 3138967 w 6282234"/>
              <a:gd name="connsiteY4782" fmla="*/ 1746923 h 4115518"/>
              <a:gd name="connsiteX4783" fmla="*/ 3135710 w 6282234"/>
              <a:gd name="connsiteY4783" fmla="*/ 1764173 h 4115518"/>
              <a:gd name="connsiteX4784" fmla="*/ 3145482 w 6282234"/>
              <a:gd name="connsiteY4784" fmla="*/ 1767158 h 4115518"/>
              <a:gd name="connsiteX4785" fmla="*/ 3148739 w 6282234"/>
              <a:gd name="connsiteY4785" fmla="*/ 1776447 h 4115518"/>
              <a:gd name="connsiteX4786" fmla="*/ 3161768 w 6282234"/>
              <a:gd name="connsiteY4786" fmla="*/ 1781755 h 4115518"/>
              <a:gd name="connsiteX4787" fmla="*/ 3171540 w 6282234"/>
              <a:gd name="connsiteY4787" fmla="*/ 1794029 h 4115518"/>
              <a:gd name="connsiteX4788" fmla="*/ 3174798 w 6282234"/>
              <a:gd name="connsiteY4788" fmla="*/ 1785735 h 4115518"/>
              <a:gd name="connsiteX4789" fmla="*/ 3184569 w 6282234"/>
              <a:gd name="connsiteY4789" fmla="*/ 1783082 h 4115518"/>
              <a:gd name="connsiteX4790" fmla="*/ 3187826 w 6282234"/>
              <a:gd name="connsiteY4790" fmla="*/ 1776447 h 4115518"/>
              <a:gd name="connsiteX4791" fmla="*/ 3197598 w 6282234"/>
              <a:gd name="connsiteY4791" fmla="*/ 1776447 h 4115518"/>
              <a:gd name="connsiteX4792" fmla="*/ 3207370 w 6282234"/>
              <a:gd name="connsiteY4792" fmla="*/ 1785735 h 4115518"/>
              <a:gd name="connsiteX4793" fmla="*/ 3210627 w 6282234"/>
              <a:gd name="connsiteY4793" fmla="*/ 1785735 h 4115518"/>
              <a:gd name="connsiteX4794" fmla="*/ 3213884 w 6282234"/>
              <a:gd name="connsiteY4794" fmla="*/ 1798010 h 4115518"/>
              <a:gd name="connsiteX4795" fmla="*/ 3220399 w 6282234"/>
              <a:gd name="connsiteY4795" fmla="*/ 1800664 h 4115518"/>
              <a:gd name="connsiteX4796" fmla="*/ 3220399 w 6282234"/>
              <a:gd name="connsiteY4796" fmla="*/ 1794029 h 4115518"/>
              <a:gd name="connsiteX4797" fmla="*/ 3249715 w 6282234"/>
              <a:gd name="connsiteY4797" fmla="*/ 1783082 h 4115518"/>
              <a:gd name="connsiteX4798" fmla="*/ 3252971 w 6282234"/>
              <a:gd name="connsiteY4798" fmla="*/ 1781755 h 4115518"/>
              <a:gd name="connsiteX4799" fmla="*/ 3259486 w 6282234"/>
              <a:gd name="connsiteY4799" fmla="*/ 1773793 h 4115518"/>
              <a:gd name="connsiteX4800" fmla="*/ 3272516 w 6282234"/>
              <a:gd name="connsiteY4800" fmla="*/ 1769813 h 4115518"/>
              <a:gd name="connsiteX4801" fmla="*/ 3292059 w 6282234"/>
              <a:gd name="connsiteY4801" fmla="*/ 1764173 h 4115518"/>
              <a:gd name="connsiteX4802" fmla="*/ 3295316 w 6282234"/>
              <a:gd name="connsiteY4802" fmla="*/ 1776447 h 4115518"/>
              <a:gd name="connsiteX4803" fmla="*/ 3301831 w 6282234"/>
              <a:gd name="connsiteY4803" fmla="*/ 1779101 h 4115518"/>
              <a:gd name="connsiteX4804" fmla="*/ 3318117 w 6282234"/>
              <a:gd name="connsiteY4804" fmla="*/ 1776447 h 4115518"/>
              <a:gd name="connsiteX4805" fmla="*/ 3321375 w 6282234"/>
              <a:gd name="connsiteY4805" fmla="*/ 1761520 h 4115518"/>
              <a:gd name="connsiteX4806" fmla="*/ 3340918 w 6282234"/>
              <a:gd name="connsiteY4806" fmla="*/ 1761520 h 4115518"/>
              <a:gd name="connsiteX4807" fmla="*/ 3340918 w 6282234"/>
              <a:gd name="connsiteY4807" fmla="*/ 1752230 h 4115518"/>
              <a:gd name="connsiteX4808" fmla="*/ 3340918 w 6282234"/>
              <a:gd name="connsiteY4808" fmla="*/ 1725360 h 4115518"/>
              <a:gd name="connsiteX4809" fmla="*/ 3337661 w 6282234"/>
              <a:gd name="connsiteY4809" fmla="*/ 1718393 h 4115518"/>
              <a:gd name="connsiteX4810" fmla="*/ 3340918 w 6282234"/>
              <a:gd name="connsiteY4810" fmla="*/ 1700811 h 4115518"/>
              <a:gd name="connsiteX4811" fmla="*/ 3344175 w 6282234"/>
              <a:gd name="connsiteY4811" fmla="*/ 1694176 h 4115518"/>
              <a:gd name="connsiteX4812" fmla="*/ 3350690 w 6282234"/>
              <a:gd name="connsiteY4812" fmla="*/ 1676594 h 4115518"/>
              <a:gd name="connsiteX4813" fmla="*/ 3363719 w 6282234"/>
              <a:gd name="connsiteY4813" fmla="*/ 1672614 h 4115518"/>
              <a:gd name="connsiteX4814" fmla="*/ 3376747 w 6282234"/>
              <a:gd name="connsiteY4814" fmla="*/ 1684888 h 4115518"/>
              <a:gd name="connsiteX4815" fmla="*/ 3376747 w 6282234"/>
              <a:gd name="connsiteY4815" fmla="*/ 1694176 h 4115518"/>
              <a:gd name="connsiteX4816" fmla="*/ 3383262 w 6282234"/>
              <a:gd name="connsiteY4816" fmla="*/ 1696831 h 4115518"/>
              <a:gd name="connsiteX4817" fmla="*/ 3396292 w 6282234"/>
              <a:gd name="connsiteY4817" fmla="*/ 1688869 h 4115518"/>
              <a:gd name="connsiteX4818" fmla="*/ 3396292 w 6282234"/>
              <a:gd name="connsiteY4818" fmla="*/ 1667306 h 4115518"/>
              <a:gd name="connsiteX4819" fmla="*/ 3399549 w 6282234"/>
              <a:gd name="connsiteY4819" fmla="*/ 1655032 h 4115518"/>
              <a:gd name="connsiteX4820" fmla="*/ 3383262 w 6282234"/>
              <a:gd name="connsiteY4820" fmla="*/ 1649724 h 4115518"/>
              <a:gd name="connsiteX4821" fmla="*/ 3383262 w 6282234"/>
              <a:gd name="connsiteY4821" fmla="*/ 1643089 h 4115518"/>
              <a:gd name="connsiteX4822" fmla="*/ 3380005 w 6282234"/>
              <a:gd name="connsiteY4822" fmla="*/ 1624180 h 4115518"/>
              <a:gd name="connsiteX4823" fmla="*/ 3389777 w 6282234"/>
              <a:gd name="connsiteY4823" fmla="*/ 1618872 h 4115518"/>
              <a:gd name="connsiteX4824" fmla="*/ 3396292 w 6282234"/>
              <a:gd name="connsiteY4824" fmla="*/ 1613233 h 4115518"/>
              <a:gd name="connsiteX4825" fmla="*/ 3425607 w 6282234"/>
              <a:gd name="connsiteY4825" fmla="*/ 1606598 h 4115518"/>
              <a:gd name="connsiteX4826" fmla="*/ 3441893 w 6282234"/>
              <a:gd name="connsiteY4826" fmla="*/ 1613233 h 4115518"/>
              <a:gd name="connsiteX4827" fmla="*/ 3454923 w 6282234"/>
              <a:gd name="connsiteY4827" fmla="*/ 1615887 h 4115518"/>
              <a:gd name="connsiteX4828" fmla="*/ 3461437 w 6282234"/>
              <a:gd name="connsiteY4828" fmla="*/ 1613233 h 4115518"/>
              <a:gd name="connsiteX4829" fmla="*/ 3480981 w 6282234"/>
              <a:gd name="connsiteY4829" fmla="*/ 1594324 h 4115518"/>
              <a:gd name="connsiteX4830" fmla="*/ 3474466 w 6282234"/>
              <a:gd name="connsiteY4830" fmla="*/ 1577074 h 4115518"/>
              <a:gd name="connsiteX4831" fmla="*/ 3454923 w 6282234"/>
              <a:gd name="connsiteY4831" fmla="*/ 1575747 h 4115518"/>
              <a:gd name="connsiteX4832" fmla="*/ 3422350 w 6282234"/>
              <a:gd name="connsiteY4832" fmla="*/ 1582382 h 4115518"/>
              <a:gd name="connsiteX4833" fmla="*/ 3412578 w 6282234"/>
              <a:gd name="connsiteY4833" fmla="*/ 1587690 h 4115518"/>
              <a:gd name="connsiteX4834" fmla="*/ 3376747 w 6282234"/>
              <a:gd name="connsiteY4834" fmla="*/ 1601290 h 4115518"/>
              <a:gd name="connsiteX4835" fmla="*/ 3366976 w 6282234"/>
              <a:gd name="connsiteY4835" fmla="*/ 1582382 h 4115518"/>
              <a:gd name="connsiteX4836" fmla="*/ 3360461 w 6282234"/>
              <a:gd name="connsiteY4836" fmla="*/ 1579728 h 4115518"/>
              <a:gd name="connsiteX4837" fmla="*/ 3344175 w 6282234"/>
              <a:gd name="connsiteY4837" fmla="*/ 1572761 h 4115518"/>
              <a:gd name="connsiteX4838" fmla="*/ 3344175 w 6282234"/>
              <a:gd name="connsiteY4838" fmla="*/ 1563473 h 4115518"/>
              <a:gd name="connsiteX4839" fmla="*/ 3347433 w 6282234"/>
              <a:gd name="connsiteY4839" fmla="*/ 1548545 h 4115518"/>
              <a:gd name="connsiteX4840" fmla="*/ 3347433 w 6282234"/>
              <a:gd name="connsiteY4840" fmla="*/ 1528308 h 4115518"/>
              <a:gd name="connsiteX4841" fmla="*/ 3340918 w 6282234"/>
              <a:gd name="connsiteY4841" fmla="*/ 1521674 h 4115518"/>
              <a:gd name="connsiteX4842" fmla="*/ 3344175 w 6282234"/>
              <a:gd name="connsiteY4842" fmla="*/ 1515039 h 4115518"/>
              <a:gd name="connsiteX4843" fmla="*/ 3340918 w 6282234"/>
              <a:gd name="connsiteY4843" fmla="*/ 1504091 h 4115518"/>
              <a:gd name="connsiteX4844" fmla="*/ 3340918 w 6282234"/>
              <a:gd name="connsiteY4844" fmla="*/ 1492149 h 4115518"/>
              <a:gd name="connsiteX4845" fmla="*/ 3344175 w 6282234"/>
              <a:gd name="connsiteY4845" fmla="*/ 1488169 h 4115518"/>
              <a:gd name="connsiteX4846" fmla="*/ 3347433 w 6282234"/>
              <a:gd name="connsiteY4846" fmla="*/ 1475894 h 4115518"/>
              <a:gd name="connsiteX4847" fmla="*/ 3360461 w 6282234"/>
              <a:gd name="connsiteY4847" fmla="*/ 1473241 h 4115518"/>
              <a:gd name="connsiteX4848" fmla="*/ 3366976 w 6282234"/>
              <a:gd name="connsiteY4848" fmla="*/ 1455659 h 4115518"/>
              <a:gd name="connsiteX4849" fmla="*/ 3376747 w 6282234"/>
              <a:gd name="connsiteY4849" fmla="*/ 1449024 h 4115518"/>
              <a:gd name="connsiteX4850" fmla="*/ 3389777 w 6282234"/>
              <a:gd name="connsiteY4850" fmla="*/ 1427461 h 4115518"/>
              <a:gd name="connsiteX4851" fmla="*/ 3396292 w 6282234"/>
              <a:gd name="connsiteY4851" fmla="*/ 1421822 h 4115518"/>
              <a:gd name="connsiteX4852" fmla="*/ 3399549 w 6282234"/>
              <a:gd name="connsiteY4852" fmla="*/ 1409879 h 4115518"/>
              <a:gd name="connsiteX4853" fmla="*/ 3415835 w 6282234"/>
              <a:gd name="connsiteY4853" fmla="*/ 1405898 h 4115518"/>
              <a:gd name="connsiteX4854" fmla="*/ 3412578 w 6282234"/>
              <a:gd name="connsiteY4854" fmla="*/ 1394950 h 4115518"/>
              <a:gd name="connsiteX4855" fmla="*/ 3412578 w 6282234"/>
              <a:gd name="connsiteY4855" fmla="*/ 1383008 h 4115518"/>
              <a:gd name="connsiteX4856" fmla="*/ 3389777 w 6282234"/>
              <a:gd name="connsiteY4856" fmla="*/ 1369407 h 4115518"/>
              <a:gd name="connsiteX4857" fmla="*/ 3383262 w 6282234"/>
              <a:gd name="connsiteY4857" fmla="*/ 1369407 h 4115518"/>
              <a:gd name="connsiteX4858" fmla="*/ 3373491 w 6282234"/>
              <a:gd name="connsiteY4858" fmla="*/ 1373388 h 4115518"/>
              <a:gd name="connsiteX4859" fmla="*/ 3360461 w 6282234"/>
              <a:gd name="connsiteY4859" fmla="*/ 1366753 h 4115518"/>
              <a:gd name="connsiteX4860" fmla="*/ 3353947 w 6282234"/>
              <a:gd name="connsiteY4860" fmla="*/ 1385662 h 4115518"/>
              <a:gd name="connsiteX4861" fmla="*/ 3347433 w 6282234"/>
              <a:gd name="connsiteY4861" fmla="*/ 1385662 h 4115518"/>
              <a:gd name="connsiteX4862" fmla="*/ 3347433 w 6282234"/>
              <a:gd name="connsiteY4862" fmla="*/ 1400258 h 4115518"/>
              <a:gd name="connsiteX4863" fmla="*/ 3340918 w 6282234"/>
              <a:gd name="connsiteY4863" fmla="*/ 1405898 h 4115518"/>
              <a:gd name="connsiteX4864" fmla="*/ 3340918 w 6282234"/>
              <a:gd name="connsiteY4864" fmla="*/ 1417840 h 4115518"/>
              <a:gd name="connsiteX4865" fmla="*/ 3347433 w 6282234"/>
              <a:gd name="connsiteY4865" fmla="*/ 1424807 h 4115518"/>
              <a:gd name="connsiteX4866" fmla="*/ 3337661 w 6282234"/>
              <a:gd name="connsiteY4866" fmla="*/ 1436749 h 4115518"/>
              <a:gd name="connsiteX4867" fmla="*/ 3334403 w 6282234"/>
              <a:gd name="connsiteY4867" fmla="*/ 1449024 h 4115518"/>
              <a:gd name="connsiteX4868" fmla="*/ 3324632 w 6282234"/>
              <a:gd name="connsiteY4868" fmla="*/ 1455659 h 4115518"/>
              <a:gd name="connsiteX4869" fmla="*/ 3311602 w 6282234"/>
              <a:gd name="connsiteY4869" fmla="*/ 1460966 h 4115518"/>
              <a:gd name="connsiteX4870" fmla="*/ 3305089 w 6282234"/>
              <a:gd name="connsiteY4870" fmla="*/ 1470586 h 4115518"/>
              <a:gd name="connsiteX4871" fmla="*/ 3292059 w 6282234"/>
              <a:gd name="connsiteY4871" fmla="*/ 1482529 h 4115518"/>
              <a:gd name="connsiteX4872" fmla="*/ 3285544 w 6282234"/>
              <a:gd name="connsiteY4872" fmla="*/ 1500111 h 4115518"/>
              <a:gd name="connsiteX4873" fmla="*/ 3279029 w 6282234"/>
              <a:gd name="connsiteY4873" fmla="*/ 1504091 h 4115518"/>
              <a:gd name="connsiteX4874" fmla="*/ 3272516 w 6282234"/>
              <a:gd name="connsiteY4874" fmla="*/ 1543237 h 4115518"/>
              <a:gd name="connsiteX4875" fmla="*/ 3269258 w 6282234"/>
              <a:gd name="connsiteY4875" fmla="*/ 1560818 h 4115518"/>
              <a:gd name="connsiteX4876" fmla="*/ 3272516 w 6282234"/>
              <a:gd name="connsiteY4876" fmla="*/ 1570107 h 4115518"/>
              <a:gd name="connsiteX4877" fmla="*/ 3285544 w 6282234"/>
              <a:gd name="connsiteY4877" fmla="*/ 1572761 h 4115518"/>
              <a:gd name="connsiteX4878" fmla="*/ 3295316 w 6282234"/>
              <a:gd name="connsiteY4878" fmla="*/ 1589017 h 4115518"/>
              <a:gd name="connsiteX4879" fmla="*/ 3301831 w 6282234"/>
              <a:gd name="connsiteY4879" fmla="*/ 1597310 h 4115518"/>
              <a:gd name="connsiteX4880" fmla="*/ 3301831 w 6282234"/>
              <a:gd name="connsiteY4880" fmla="*/ 1603944 h 4115518"/>
              <a:gd name="connsiteX4881" fmla="*/ 3292059 w 6282234"/>
              <a:gd name="connsiteY4881" fmla="*/ 1613233 h 4115518"/>
              <a:gd name="connsiteX4882" fmla="*/ 3269258 w 6282234"/>
              <a:gd name="connsiteY4882" fmla="*/ 1615887 h 4115518"/>
              <a:gd name="connsiteX4883" fmla="*/ 3292059 w 6282234"/>
              <a:gd name="connsiteY4883" fmla="*/ 1625507 h 4115518"/>
              <a:gd name="connsiteX4884" fmla="*/ 3269258 w 6282234"/>
              <a:gd name="connsiteY4884" fmla="*/ 1643089 h 4115518"/>
              <a:gd name="connsiteX4885" fmla="*/ 3262743 w 6282234"/>
              <a:gd name="connsiteY4885" fmla="*/ 1649724 h 4115518"/>
              <a:gd name="connsiteX4886" fmla="*/ 3262743 w 6282234"/>
              <a:gd name="connsiteY4886" fmla="*/ 1682234 h 4115518"/>
              <a:gd name="connsiteX4887" fmla="*/ 3259486 w 6282234"/>
              <a:gd name="connsiteY4887" fmla="*/ 1694176 h 4115518"/>
              <a:gd name="connsiteX4888" fmla="*/ 3249715 w 6282234"/>
              <a:gd name="connsiteY4888" fmla="*/ 1722374 h 4115518"/>
              <a:gd name="connsiteX4889" fmla="*/ 3239943 w 6282234"/>
              <a:gd name="connsiteY4889" fmla="*/ 1725360 h 4115518"/>
              <a:gd name="connsiteX4890" fmla="*/ 3226913 w 6282234"/>
              <a:gd name="connsiteY4890" fmla="*/ 1722374 h 4115518"/>
              <a:gd name="connsiteX4891" fmla="*/ 3223657 w 6282234"/>
              <a:gd name="connsiteY4891" fmla="*/ 1730668 h 4115518"/>
              <a:gd name="connsiteX4892" fmla="*/ 3220399 w 6282234"/>
              <a:gd name="connsiteY4892" fmla="*/ 1746923 h 4115518"/>
              <a:gd name="connsiteX4893" fmla="*/ 3200855 w 6282234"/>
              <a:gd name="connsiteY4893" fmla="*/ 1746923 h 4115518"/>
              <a:gd name="connsiteX4894" fmla="*/ 3200855 w 6282234"/>
              <a:gd name="connsiteY4894" fmla="*/ 1737302 h 4115518"/>
              <a:gd name="connsiteX4895" fmla="*/ 3187826 w 6282234"/>
              <a:gd name="connsiteY4895" fmla="*/ 1718393 h 4115518"/>
              <a:gd name="connsiteX4896" fmla="*/ 3197598 w 6282234"/>
              <a:gd name="connsiteY4896" fmla="*/ 1710431 h 4115518"/>
              <a:gd name="connsiteX4897" fmla="*/ 3187826 w 6282234"/>
              <a:gd name="connsiteY4897" fmla="*/ 1698158 h 4115518"/>
              <a:gd name="connsiteX4898" fmla="*/ 3181311 w 6282234"/>
              <a:gd name="connsiteY4898" fmla="*/ 1682234 h 4115518"/>
              <a:gd name="connsiteX4899" fmla="*/ 3174798 w 6282234"/>
              <a:gd name="connsiteY4899" fmla="*/ 1673941 h 4115518"/>
              <a:gd name="connsiteX4900" fmla="*/ 3178055 w 6282234"/>
              <a:gd name="connsiteY4900" fmla="*/ 1657686 h 4115518"/>
              <a:gd name="connsiteX4901" fmla="*/ 3168283 w 6282234"/>
              <a:gd name="connsiteY4901" fmla="*/ 1649724 h 4115518"/>
              <a:gd name="connsiteX4902" fmla="*/ 3165025 w 6282234"/>
              <a:gd name="connsiteY4902" fmla="*/ 1630815 h 4115518"/>
              <a:gd name="connsiteX4903" fmla="*/ 3171540 w 6282234"/>
              <a:gd name="connsiteY4903" fmla="*/ 1630815 h 4115518"/>
              <a:gd name="connsiteX4904" fmla="*/ 3171540 w 6282234"/>
              <a:gd name="connsiteY4904" fmla="*/ 1625507 h 4115518"/>
              <a:gd name="connsiteX4905" fmla="*/ 3151997 w 6282234"/>
              <a:gd name="connsiteY4905" fmla="*/ 1621527 h 4115518"/>
              <a:gd name="connsiteX4906" fmla="*/ 3151997 w 6282234"/>
              <a:gd name="connsiteY4906" fmla="*/ 1628161 h 4115518"/>
              <a:gd name="connsiteX4907" fmla="*/ 3142224 w 6282234"/>
              <a:gd name="connsiteY4907" fmla="*/ 1628161 h 4115518"/>
              <a:gd name="connsiteX4908" fmla="*/ 3116166 w 6282234"/>
              <a:gd name="connsiteY4908" fmla="*/ 1660671 h 4115518"/>
              <a:gd name="connsiteX4909" fmla="*/ 3106394 w 6282234"/>
              <a:gd name="connsiteY4909" fmla="*/ 1661999 h 4115518"/>
              <a:gd name="connsiteX4910" fmla="*/ 3093365 w 6282234"/>
              <a:gd name="connsiteY4910" fmla="*/ 1660671 h 4115518"/>
              <a:gd name="connsiteX4911" fmla="*/ 3070565 w 6282234"/>
              <a:gd name="connsiteY4911" fmla="*/ 1645744 h 4115518"/>
              <a:gd name="connsiteX4912" fmla="*/ 3070565 w 6282234"/>
              <a:gd name="connsiteY4912" fmla="*/ 1628161 h 4115518"/>
              <a:gd name="connsiteX4913" fmla="*/ 3064050 w 6282234"/>
              <a:gd name="connsiteY4913" fmla="*/ 1611906 h 4115518"/>
              <a:gd name="connsiteX4914" fmla="*/ 3067307 w 6282234"/>
              <a:gd name="connsiteY4914" fmla="*/ 1603944 h 4115518"/>
              <a:gd name="connsiteX4915" fmla="*/ 3073822 w 6282234"/>
              <a:gd name="connsiteY4915" fmla="*/ 1603944 h 4115518"/>
              <a:gd name="connsiteX4916" fmla="*/ 3070565 w 6282234"/>
              <a:gd name="connsiteY4916" fmla="*/ 1589017 h 4115518"/>
              <a:gd name="connsiteX4917" fmla="*/ 3064050 w 6282234"/>
              <a:gd name="connsiteY4917" fmla="*/ 1582382 h 4115518"/>
              <a:gd name="connsiteX4918" fmla="*/ 3064050 w 6282234"/>
              <a:gd name="connsiteY4918" fmla="*/ 1575747 h 4115518"/>
              <a:gd name="connsiteX4919" fmla="*/ 3060792 w 6282234"/>
              <a:gd name="connsiteY4919" fmla="*/ 1548545 h 4115518"/>
              <a:gd name="connsiteX4920" fmla="*/ 3070565 w 6282234"/>
              <a:gd name="connsiteY4920" fmla="*/ 1515039 h 4115518"/>
              <a:gd name="connsiteX4921" fmla="*/ 3080337 w 6282234"/>
              <a:gd name="connsiteY4921" fmla="*/ 1506746 h 4115518"/>
              <a:gd name="connsiteX4922" fmla="*/ 3080337 w 6282234"/>
              <a:gd name="connsiteY4922" fmla="*/ 1497457 h 4115518"/>
              <a:gd name="connsiteX4923" fmla="*/ 3093365 w 6282234"/>
              <a:gd name="connsiteY4923" fmla="*/ 1494803 h 4115518"/>
              <a:gd name="connsiteX4924" fmla="*/ 3093365 w 6282234"/>
              <a:gd name="connsiteY4924" fmla="*/ 1485183 h 4115518"/>
              <a:gd name="connsiteX4925" fmla="*/ 3109651 w 6282234"/>
              <a:gd name="connsiteY4925" fmla="*/ 1485183 h 4115518"/>
              <a:gd name="connsiteX4926" fmla="*/ 3122681 w 6282234"/>
              <a:gd name="connsiteY4926" fmla="*/ 1475894 h 4115518"/>
              <a:gd name="connsiteX4927" fmla="*/ 3122681 w 6282234"/>
              <a:gd name="connsiteY4927" fmla="*/ 1466274 h 4115518"/>
              <a:gd name="connsiteX4928" fmla="*/ 3142224 w 6282234"/>
              <a:gd name="connsiteY4928" fmla="*/ 1458312 h 4115518"/>
              <a:gd name="connsiteX4929" fmla="*/ 3148739 w 6282234"/>
              <a:gd name="connsiteY4929" fmla="*/ 1436749 h 4115518"/>
              <a:gd name="connsiteX4930" fmla="*/ 3155253 w 6282234"/>
              <a:gd name="connsiteY4930" fmla="*/ 1427461 h 4115518"/>
              <a:gd name="connsiteX4931" fmla="*/ 3171540 w 6282234"/>
              <a:gd name="connsiteY4931" fmla="*/ 1419167 h 4115518"/>
              <a:gd name="connsiteX4932" fmla="*/ 3171540 w 6282234"/>
              <a:gd name="connsiteY4932" fmla="*/ 1407225 h 4115518"/>
              <a:gd name="connsiteX4933" fmla="*/ 3187826 w 6282234"/>
              <a:gd name="connsiteY4933" fmla="*/ 1394950 h 4115518"/>
              <a:gd name="connsiteX4934" fmla="*/ 3191084 w 6282234"/>
              <a:gd name="connsiteY4934" fmla="*/ 1381682 h 4115518"/>
              <a:gd name="connsiteX4935" fmla="*/ 3187826 w 6282234"/>
              <a:gd name="connsiteY4935" fmla="*/ 1376042 h 4115518"/>
              <a:gd name="connsiteX4936" fmla="*/ 3197598 w 6282234"/>
              <a:gd name="connsiteY4936" fmla="*/ 1354478 h 4115518"/>
              <a:gd name="connsiteX4937" fmla="*/ 3207370 w 6282234"/>
              <a:gd name="connsiteY4937" fmla="*/ 1349171 h 4115518"/>
              <a:gd name="connsiteX4938" fmla="*/ 3200855 w 6282234"/>
              <a:gd name="connsiteY4938" fmla="*/ 1330262 h 4115518"/>
              <a:gd name="connsiteX4939" fmla="*/ 3220399 w 6282234"/>
              <a:gd name="connsiteY4939" fmla="*/ 1315334 h 4115518"/>
              <a:gd name="connsiteX4940" fmla="*/ 3230171 w 6282234"/>
              <a:gd name="connsiteY4940" fmla="*/ 1285809 h 4115518"/>
              <a:gd name="connsiteX4941" fmla="*/ 3236685 w 6282234"/>
              <a:gd name="connsiteY4941" fmla="*/ 1276521 h 4115518"/>
              <a:gd name="connsiteX4942" fmla="*/ 3259486 w 6282234"/>
              <a:gd name="connsiteY4942" fmla="*/ 1260266 h 4115518"/>
              <a:gd name="connsiteX4943" fmla="*/ 3259486 w 6282234"/>
              <a:gd name="connsiteY4943" fmla="*/ 1242684 h 4115518"/>
              <a:gd name="connsiteX4944" fmla="*/ 3246457 w 6282234"/>
              <a:gd name="connsiteY4944" fmla="*/ 1251972 h 4115518"/>
              <a:gd name="connsiteX4945" fmla="*/ 3233428 w 6282234"/>
              <a:gd name="connsiteY4945" fmla="*/ 1254958 h 4115518"/>
              <a:gd name="connsiteX4946" fmla="*/ 3243200 w 6282234"/>
              <a:gd name="connsiteY4946" fmla="*/ 1237376 h 4115518"/>
              <a:gd name="connsiteX4947" fmla="*/ 3243200 w 6282234"/>
              <a:gd name="connsiteY4947" fmla="*/ 1230409 h 4115518"/>
              <a:gd name="connsiteX4948" fmla="*/ 3259486 w 6282234"/>
              <a:gd name="connsiteY4948" fmla="*/ 1227756 h 4115518"/>
              <a:gd name="connsiteX4949" fmla="*/ 3259486 w 6282234"/>
              <a:gd name="connsiteY4949" fmla="*/ 1237376 h 4115518"/>
              <a:gd name="connsiteX4950" fmla="*/ 3272516 w 6282234"/>
              <a:gd name="connsiteY4950" fmla="*/ 1233395 h 4115518"/>
              <a:gd name="connsiteX4951" fmla="*/ 3279029 w 6282234"/>
              <a:gd name="connsiteY4951" fmla="*/ 1215813 h 4115518"/>
              <a:gd name="connsiteX4952" fmla="*/ 3285544 w 6282234"/>
              <a:gd name="connsiteY4952" fmla="*/ 1213159 h 4115518"/>
              <a:gd name="connsiteX4953" fmla="*/ 3288802 w 6282234"/>
              <a:gd name="connsiteY4953" fmla="*/ 1199558 h 4115518"/>
              <a:gd name="connsiteX4954" fmla="*/ 3301831 w 6282234"/>
              <a:gd name="connsiteY4954" fmla="*/ 1194250 h 4115518"/>
              <a:gd name="connsiteX4955" fmla="*/ 3308345 w 6282234"/>
              <a:gd name="connsiteY4955" fmla="*/ 1181976 h 4115518"/>
              <a:gd name="connsiteX4956" fmla="*/ 3321375 w 6282234"/>
              <a:gd name="connsiteY4956" fmla="*/ 1179322 h 4115518"/>
              <a:gd name="connsiteX4957" fmla="*/ 3324632 w 6282234"/>
              <a:gd name="connsiteY4957" fmla="*/ 1187284 h 4115518"/>
              <a:gd name="connsiteX4958" fmla="*/ 3340918 w 6282234"/>
              <a:gd name="connsiteY4958" fmla="*/ 1181976 h 4115518"/>
              <a:gd name="connsiteX4959" fmla="*/ 3340918 w 6282234"/>
              <a:gd name="connsiteY4959" fmla="*/ 1160413 h 4115518"/>
              <a:gd name="connsiteX4960" fmla="*/ 3353947 w 6282234"/>
              <a:gd name="connsiteY4960" fmla="*/ 1152451 h 4115518"/>
              <a:gd name="connsiteX4961" fmla="*/ 3376747 w 6282234"/>
              <a:gd name="connsiteY4961" fmla="*/ 1157760 h 4115518"/>
              <a:gd name="connsiteX4962" fmla="*/ 3393034 w 6282234"/>
              <a:gd name="connsiteY4962" fmla="*/ 1136196 h 4115518"/>
              <a:gd name="connsiteX4963" fmla="*/ 3399549 w 6282234"/>
              <a:gd name="connsiteY4963" fmla="*/ 1121268 h 4115518"/>
              <a:gd name="connsiteX4964" fmla="*/ 3415835 w 6282234"/>
              <a:gd name="connsiteY4964" fmla="*/ 1118614 h 4115518"/>
              <a:gd name="connsiteX4965" fmla="*/ 3422350 w 6282234"/>
              <a:gd name="connsiteY4965" fmla="*/ 1123923 h 4115518"/>
              <a:gd name="connsiteX4966" fmla="*/ 3409320 w 6282234"/>
              <a:gd name="connsiteY4966" fmla="*/ 1142831 h 4115518"/>
              <a:gd name="connsiteX4967" fmla="*/ 3415835 w 6282234"/>
              <a:gd name="connsiteY4967" fmla="*/ 1152451 h 4115518"/>
              <a:gd name="connsiteX4968" fmla="*/ 3435379 w 6282234"/>
              <a:gd name="connsiteY4968" fmla="*/ 1121268 h 4115518"/>
              <a:gd name="connsiteX4969" fmla="*/ 3438636 w 6282234"/>
              <a:gd name="connsiteY4969" fmla="*/ 1123923 h 4115518"/>
              <a:gd name="connsiteX4970" fmla="*/ 3435379 w 6282234"/>
              <a:gd name="connsiteY4970" fmla="*/ 1148471 h 4115518"/>
              <a:gd name="connsiteX4971" fmla="*/ 3441893 w 6282234"/>
              <a:gd name="connsiteY4971" fmla="*/ 1145485 h 4115518"/>
              <a:gd name="connsiteX4972" fmla="*/ 3451665 w 6282234"/>
              <a:gd name="connsiteY4972" fmla="*/ 1115961 h 4115518"/>
              <a:gd name="connsiteX4973" fmla="*/ 3461437 w 6282234"/>
              <a:gd name="connsiteY4973" fmla="*/ 1111980 h 4115518"/>
              <a:gd name="connsiteX4974" fmla="*/ 3474466 w 6282234"/>
              <a:gd name="connsiteY4974" fmla="*/ 1123923 h 4115518"/>
              <a:gd name="connsiteX4975" fmla="*/ 3490752 w 6282234"/>
              <a:gd name="connsiteY4975" fmla="*/ 1130888 h 4115518"/>
              <a:gd name="connsiteX4976" fmla="*/ 3510296 w 6282234"/>
              <a:gd name="connsiteY4976" fmla="*/ 1145485 h 4115518"/>
              <a:gd name="connsiteX4977" fmla="*/ 3513553 w 6282234"/>
              <a:gd name="connsiteY4977" fmla="*/ 1155105 h 4115518"/>
              <a:gd name="connsiteX4978" fmla="*/ 3487495 w 6282234"/>
              <a:gd name="connsiteY4978" fmla="*/ 1172687 h 4115518"/>
              <a:gd name="connsiteX4979" fmla="*/ 3490752 w 6282234"/>
              <a:gd name="connsiteY4979" fmla="*/ 1179322 h 4115518"/>
              <a:gd name="connsiteX4980" fmla="*/ 3510296 w 6282234"/>
              <a:gd name="connsiteY4980" fmla="*/ 1179322 h 4115518"/>
              <a:gd name="connsiteX4981" fmla="*/ 3523325 w 6282234"/>
              <a:gd name="connsiteY4981" fmla="*/ 1187284 h 4115518"/>
              <a:gd name="connsiteX4982" fmla="*/ 3529839 w 6282234"/>
              <a:gd name="connsiteY4982" fmla="*/ 1172687 h 4115518"/>
              <a:gd name="connsiteX4983" fmla="*/ 3549384 w 6282234"/>
              <a:gd name="connsiteY4983" fmla="*/ 1188942 h 4115518"/>
              <a:gd name="connsiteX4984" fmla="*/ 3552641 w 6282234"/>
              <a:gd name="connsiteY4984" fmla="*/ 1203539 h 4115518"/>
              <a:gd name="connsiteX4985" fmla="*/ 3588470 w 6282234"/>
              <a:gd name="connsiteY4985" fmla="*/ 1206193 h 4115518"/>
              <a:gd name="connsiteX4986" fmla="*/ 3598243 w 6282234"/>
              <a:gd name="connsiteY4986" fmla="*/ 1211832 h 4115518"/>
              <a:gd name="connsiteX4987" fmla="*/ 3630815 w 6282234"/>
              <a:gd name="connsiteY4987" fmla="*/ 1237376 h 4115518"/>
              <a:gd name="connsiteX4988" fmla="*/ 3660130 w 6282234"/>
              <a:gd name="connsiteY4988" fmla="*/ 1266901 h 4115518"/>
              <a:gd name="connsiteX4989" fmla="*/ 3686188 w 6282234"/>
              <a:gd name="connsiteY4989" fmla="*/ 1281829 h 4115518"/>
              <a:gd name="connsiteX4990" fmla="*/ 3689446 w 6282234"/>
              <a:gd name="connsiteY4990" fmla="*/ 1322301 h 4115518"/>
              <a:gd name="connsiteX4991" fmla="*/ 3676417 w 6282234"/>
              <a:gd name="connsiteY4991" fmla="*/ 1342536 h 4115518"/>
              <a:gd name="connsiteX4992" fmla="*/ 3643844 w 6282234"/>
              <a:gd name="connsiteY4992" fmla="*/ 1357133 h 4115518"/>
              <a:gd name="connsiteX4993" fmla="*/ 3617786 w 6282234"/>
              <a:gd name="connsiteY4993" fmla="*/ 1346517 h 4115518"/>
              <a:gd name="connsiteX4994" fmla="*/ 3588470 w 6282234"/>
              <a:gd name="connsiteY4994" fmla="*/ 1342536 h 4115518"/>
              <a:gd name="connsiteX4995" fmla="*/ 3578699 w 6282234"/>
              <a:gd name="connsiteY4995" fmla="*/ 1332916 h 4115518"/>
              <a:gd name="connsiteX4996" fmla="*/ 3552641 w 6282234"/>
              <a:gd name="connsiteY4996" fmla="*/ 1327608 h 4115518"/>
              <a:gd name="connsiteX4997" fmla="*/ 3552641 w 6282234"/>
              <a:gd name="connsiteY4997" fmla="*/ 1334243 h 4115518"/>
              <a:gd name="connsiteX4998" fmla="*/ 3581957 w 6282234"/>
              <a:gd name="connsiteY4998" fmla="*/ 1364100 h 4115518"/>
              <a:gd name="connsiteX4999" fmla="*/ 3575442 w 6282234"/>
              <a:gd name="connsiteY4999" fmla="*/ 1393624 h 4115518"/>
              <a:gd name="connsiteX5000" fmla="*/ 3581957 w 6282234"/>
              <a:gd name="connsiteY5000" fmla="*/ 1409879 h 4115518"/>
              <a:gd name="connsiteX5001" fmla="*/ 3578699 w 6282234"/>
              <a:gd name="connsiteY5001" fmla="*/ 1421822 h 4115518"/>
              <a:gd name="connsiteX5002" fmla="*/ 3591728 w 6282234"/>
              <a:gd name="connsiteY5002" fmla="*/ 1427461 h 4115518"/>
              <a:gd name="connsiteX5003" fmla="*/ 3604757 w 6282234"/>
              <a:gd name="connsiteY5003" fmla="*/ 1443384 h 4115518"/>
              <a:gd name="connsiteX5004" fmla="*/ 3624301 w 6282234"/>
              <a:gd name="connsiteY5004" fmla="*/ 1451677 h 4115518"/>
              <a:gd name="connsiteX5005" fmla="*/ 3634072 w 6282234"/>
              <a:gd name="connsiteY5005" fmla="*/ 1442057 h 4115518"/>
              <a:gd name="connsiteX5006" fmla="*/ 3627557 w 6282234"/>
              <a:gd name="connsiteY5006" fmla="*/ 1427461 h 4115518"/>
              <a:gd name="connsiteX5007" fmla="*/ 3617786 w 6282234"/>
              <a:gd name="connsiteY5007" fmla="*/ 1427461 h 4115518"/>
              <a:gd name="connsiteX5008" fmla="*/ 3604757 w 6282234"/>
              <a:gd name="connsiteY5008" fmla="*/ 1407225 h 4115518"/>
              <a:gd name="connsiteX5009" fmla="*/ 3617786 w 6282234"/>
              <a:gd name="connsiteY5009" fmla="*/ 1393624 h 4115518"/>
              <a:gd name="connsiteX5010" fmla="*/ 3634072 w 6282234"/>
              <a:gd name="connsiteY5010" fmla="*/ 1407225 h 4115518"/>
              <a:gd name="connsiteX5011" fmla="*/ 3660130 w 6282234"/>
              <a:gd name="connsiteY5011" fmla="*/ 1419167 h 4115518"/>
              <a:gd name="connsiteX5012" fmla="*/ 3676417 w 6282234"/>
              <a:gd name="connsiteY5012" fmla="*/ 1409879 h 4115518"/>
              <a:gd name="connsiteX5013" fmla="*/ 3663388 w 6282234"/>
              <a:gd name="connsiteY5013" fmla="*/ 1385662 h 4115518"/>
              <a:gd name="connsiteX5014" fmla="*/ 3666645 w 6282234"/>
              <a:gd name="connsiteY5014" fmla="*/ 1376042 h 4115518"/>
              <a:gd name="connsiteX5015" fmla="*/ 3679675 w 6282234"/>
              <a:gd name="connsiteY5015" fmla="*/ 1361445 h 4115518"/>
              <a:gd name="connsiteX5016" fmla="*/ 3692703 w 6282234"/>
              <a:gd name="connsiteY5016" fmla="*/ 1357133 h 4115518"/>
              <a:gd name="connsiteX5017" fmla="*/ 3705733 w 6282234"/>
              <a:gd name="connsiteY5017" fmla="*/ 1336897 h 4115518"/>
              <a:gd name="connsiteX5018" fmla="*/ 3725276 w 6282234"/>
              <a:gd name="connsiteY5018" fmla="*/ 1339883 h 4115518"/>
              <a:gd name="connsiteX5019" fmla="*/ 3738305 w 6282234"/>
              <a:gd name="connsiteY5019" fmla="*/ 1357133 h 4115518"/>
              <a:gd name="connsiteX5020" fmla="*/ 3748077 w 6282234"/>
              <a:gd name="connsiteY5020" fmla="*/ 1330262 h 4115518"/>
              <a:gd name="connsiteX5021" fmla="*/ 3748077 w 6282234"/>
              <a:gd name="connsiteY5021" fmla="*/ 1318320 h 4115518"/>
              <a:gd name="connsiteX5022" fmla="*/ 3731791 w 6282234"/>
              <a:gd name="connsiteY5022" fmla="*/ 1303391 h 4115518"/>
              <a:gd name="connsiteX5023" fmla="*/ 3738305 w 6282234"/>
              <a:gd name="connsiteY5023" fmla="*/ 1284483 h 4115518"/>
              <a:gd name="connsiteX5024" fmla="*/ 3741562 w 6282234"/>
              <a:gd name="connsiteY5024" fmla="*/ 1242684 h 4115518"/>
              <a:gd name="connsiteX5025" fmla="*/ 3757849 w 6282234"/>
              <a:gd name="connsiteY5025" fmla="*/ 1242684 h 4115518"/>
              <a:gd name="connsiteX5026" fmla="*/ 3770878 w 6282234"/>
              <a:gd name="connsiteY5026" fmla="*/ 1245337 h 4115518"/>
              <a:gd name="connsiteX5027" fmla="*/ 3783907 w 6282234"/>
              <a:gd name="connsiteY5027" fmla="*/ 1261593 h 4115518"/>
              <a:gd name="connsiteX5028" fmla="*/ 3783907 w 6282234"/>
              <a:gd name="connsiteY5028" fmla="*/ 1276521 h 4115518"/>
              <a:gd name="connsiteX5029" fmla="*/ 3761106 w 6282234"/>
              <a:gd name="connsiteY5029" fmla="*/ 1281829 h 4115518"/>
              <a:gd name="connsiteX5030" fmla="*/ 3754591 w 6282234"/>
              <a:gd name="connsiteY5030" fmla="*/ 1298084 h 4115518"/>
              <a:gd name="connsiteX5031" fmla="*/ 3764363 w 6282234"/>
              <a:gd name="connsiteY5031" fmla="*/ 1308699 h 4115518"/>
              <a:gd name="connsiteX5032" fmla="*/ 3770878 w 6282234"/>
              <a:gd name="connsiteY5032" fmla="*/ 1322301 h 4115518"/>
              <a:gd name="connsiteX5033" fmla="*/ 3790421 w 6282234"/>
              <a:gd name="connsiteY5033" fmla="*/ 1322301 h 4115518"/>
              <a:gd name="connsiteX5034" fmla="*/ 3800193 w 6282234"/>
              <a:gd name="connsiteY5034" fmla="*/ 1315334 h 4115518"/>
              <a:gd name="connsiteX5035" fmla="*/ 3806707 w 6282234"/>
              <a:gd name="connsiteY5035" fmla="*/ 1285809 h 4115518"/>
              <a:gd name="connsiteX5036" fmla="*/ 3822994 w 6282234"/>
              <a:gd name="connsiteY5036" fmla="*/ 1281829 h 4115518"/>
              <a:gd name="connsiteX5037" fmla="*/ 3852310 w 6282234"/>
              <a:gd name="connsiteY5037" fmla="*/ 1257612 h 4115518"/>
              <a:gd name="connsiteX5038" fmla="*/ 3907683 w 6282234"/>
              <a:gd name="connsiteY5038" fmla="*/ 1223775 h 4115518"/>
              <a:gd name="connsiteX5039" fmla="*/ 3907683 w 6282234"/>
              <a:gd name="connsiteY5039" fmla="*/ 1237376 h 4115518"/>
              <a:gd name="connsiteX5040" fmla="*/ 3914198 w 6282234"/>
              <a:gd name="connsiteY5040" fmla="*/ 1260266 h 4115518"/>
              <a:gd name="connsiteX5041" fmla="*/ 3933741 w 6282234"/>
              <a:gd name="connsiteY5041" fmla="*/ 1245337 h 4115518"/>
              <a:gd name="connsiteX5042" fmla="*/ 3959799 w 6282234"/>
              <a:gd name="connsiteY5042" fmla="*/ 1237376 h 4115518"/>
              <a:gd name="connsiteX5043" fmla="*/ 3969571 w 6282234"/>
              <a:gd name="connsiteY5043" fmla="*/ 1242684 h 4115518"/>
              <a:gd name="connsiteX5044" fmla="*/ 3979344 w 6282234"/>
              <a:gd name="connsiteY5044" fmla="*/ 1227756 h 4115518"/>
              <a:gd name="connsiteX5045" fmla="*/ 3998887 w 6282234"/>
              <a:gd name="connsiteY5045" fmla="*/ 1221121 h 4115518"/>
              <a:gd name="connsiteX5046" fmla="*/ 4011916 w 6282234"/>
              <a:gd name="connsiteY5046" fmla="*/ 1237376 h 4115518"/>
              <a:gd name="connsiteX5047" fmla="*/ 4034717 w 6282234"/>
              <a:gd name="connsiteY5047" fmla="*/ 1225102 h 4115518"/>
              <a:gd name="connsiteX5048" fmla="*/ 4018430 w 6282234"/>
              <a:gd name="connsiteY5048" fmla="*/ 1188942 h 4115518"/>
              <a:gd name="connsiteX5049" fmla="*/ 4034717 w 6282234"/>
              <a:gd name="connsiteY5049" fmla="*/ 1176668 h 4115518"/>
              <a:gd name="connsiteX5050" fmla="*/ 4077061 w 6282234"/>
              <a:gd name="connsiteY5050" fmla="*/ 1187284 h 4115518"/>
              <a:gd name="connsiteX5051" fmla="*/ 4086833 w 6282234"/>
              <a:gd name="connsiteY5051" fmla="*/ 1194250 h 4115518"/>
              <a:gd name="connsiteX5052" fmla="*/ 4116148 w 6282234"/>
              <a:gd name="connsiteY5052" fmla="*/ 1215813 h 4115518"/>
              <a:gd name="connsiteX5053" fmla="*/ 4138949 w 6282234"/>
              <a:gd name="connsiteY5053" fmla="*/ 1227756 h 4115518"/>
              <a:gd name="connsiteX5054" fmla="*/ 4158493 w 6282234"/>
              <a:gd name="connsiteY5054" fmla="*/ 1251972 h 4115518"/>
              <a:gd name="connsiteX5055" fmla="*/ 4165009 w 6282234"/>
              <a:gd name="connsiteY5055" fmla="*/ 1251972 h 4115518"/>
              <a:gd name="connsiteX5056" fmla="*/ 4174780 w 6282234"/>
              <a:gd name="connsiteY5056" fmla="*/ 1227756 h 4115518"/>
              <a:gd name="connsiteX5057" fmla="*/ 4165009 w 6282234"/>
              <a:gd name="connsiteY5057" fmla="*/ 1221121 h 4115518"/>
              <a:gd name="connsiteX5058" fmla="*/ 4155235 w 6282234"/>
              <a:gd name="connsiteY5058" fmla="*/ 1200885 h 4115518"/>
              <a:gd name="connsiteX5059" fmla="*/ 4135693 w 6282234"/>
              <a:gd name="connsiteY5059" fmla="*/ 1181976 h 4115518"/>
              <a:gd name="connsiteX5060" fmla="*/ 4145464 w 6282234"/>
              <a:gd name="connsiteY5060" fmla="*/ 1130888 h 4115518"/>
              <a:gd name="connsiteX5061" fmla="*/ 4132435 w 6282234"/>
              <a:gd name="connsiteY5061" fmla="*/ 1128235 h 4115518"/>
              <a:gd name="connsiteX5062" fmla="*/ 4135693 w 6282234"/>
              <a:gd name="connsiteY5062" fmla="*/ 1102359 h 4115518"/>
              <a:gd name="connsiteX5063" fmla="*/ 4151979 w 6282234"/>
              <a:gd name="connsiteY5063" fmla="*/ 1087763 h 4115518"/>
              <a:gd name="connsiteX5064" fmla="*/ 4165009 w 6282234"/>
              <a:gd name="connsiteY5064" fmla="*/ 1070181 h 4115518"/>
              <a:gd name="connsiteX5065" fmla="*/ 4174780 w 6282234"/>
              <a:gd name="connsiteY5065" fmla="*/ 1019094 h 4115518"/>
              <a:gd name="connsiteX5066" fmla="*/ 4184551 w 6282234"/>
              <a:gd name="connsiteY5066" fmla="*/ 1009473 h 4115518"/>
              <a:gd name="connsiteX5067" fmla="*/ 4217124 w 6282234"/>
              <a:gd name="connsiteY5067" fmla="*/ 1006819 h 4115518"/>
              <a:gd name="connsiteX5068" fmla="*/ 4239925 w 6282234"/>
              <a:gd name="connsiteY5068" fmla="*/ 1019094 h 4115518"/>
              <a:gd name="connsiteX5069" fmla="*/ 4239925 w 6282234"/>
              <a:gd name="connsiteY5069" fmla="*/ 1043310 h 4115518"/>
              <a:gd name="connsiteX5070" fmla="*/ 4226896 w 6282234"/>
              <a:gd name="connsiteY5070" fmla="*/ 1085109 h 4115518"/>
              <a:gd name="connsiteX5071" fmla="*/ 4239925 w 6282234"/>
              <a:gd name="connsiteY5071" fmla="*/ 1126908 h 4115518"/>
              <a:gd name="connsiteX5072" fmla="*/ 4236667 w 6282234"/>
              <a:gd name="connsiteY5072" fmla="*/ 1148471 h 4115518"/>
              <a:gd name="connsiteX5073" fmla="*/ 4233411 w 6282234"/>
              <a:gd name="connsiteY5073" fmla="*/ 1155105 h 4115518"/>
              <a:gd name="connsiteX5074" fmla="*/ 4236667 w 6282234"/>
              <a:gd name="connsiteY5074" fmla="*/ 1176668 h 4115518"/>
              <a:gd name="connsiteX5075" fmla="*/ 4233411 w 6282234"/>
              <a:gd name="connsiteY5075" fmla="*/ 1211832 h 4115518"/>
              <a:gd name="connsiteX5076" fmla="*/ 4236667 w 6282234"/>
              <a:gd name="connsiteY5076" fmla="*/ 1227756 h 4115518"/>
              <a:gd name="connsiteX5077" fmla="*/ 4252953 w 6282234"/>
              <a:gd name="connsiteY5077" fmla="*/ 1245337 h 4115518"/>
              <a:gd name="connsiteX5078" fmla="*/ 4246440 w 6282234"/>
              <a:gd name="connsiteY5078" fmla="*/ 1260266 h 4115518"/>
              <a:gd name="connsiteX5079" fmla="*/ 4246440 w 6282234"/>
              <a:gd name="connsiteY5079" fmla="*/ 1276521 h 4115518"/>
              <a:gd name="connsiteX5080" fmla="*/ 4236667 w 6282234"/>
              <a:gd name="connsiteY5080" fmla="*/ 1288463 h 4115518"/>
              <a:gd name="connsiteX5081" fmla="*/ 4233411 w 6282234"/>
              <a:gd name="connsiteY5081" fmla="*/ 1300738 h 4115518"/>
              <a:gd name="connsiteX5082" fmla="*/ 4217124 w 6282234"/>
              <a:gd name="connsiteY5082" fmla="*/ 1332916 h 4115518"/>
              <a:gd name="connsiteX5083" fmla="*/ 4200838 w 6282234"/>
              <a:gd name="connsiteY5083" fmla="*/ 1336897 h 4115518"/>
              <a:gd name="connsiteX5084" fmla="*/ 4187809 w 6282234"/>
              <a:gd name="connsiteY5084" fmla="*/ 1322301 h 4115518"/>
              <a:gd name="connsiteX5085" fmla="*/ 4174780 w 6282234"/>
              <a:gd name="connsiteY5085" fmla="*/ 1332916 h 4115518"/>
              <a:gd name="connsiteX5086" fmla="*/ 4197581 w 6282234"/>
              <a:gd name="connsiteY5086" fmla="*/ 1345190 h 4115518"/>
              <a:gd name="connsiteX5087" fmla="*/ 4230153 w 6282234"/>
              <a:gd name="connsiteY5087" fmla="*/ 1346517 h 4115518"/>
              <a:gd name="connsiteX5088" fmla="*/ 4230153 w 6282234"/>
              <a:gd name="connsiteY5088" fmla="*/ 1336897 h 4115518"/>
              <a:gd name="connsiteX5089" fmla="*/ 4252953 w 6282234"/>
              <a:gd name="connsiteY5089" fmla="*/ 1322301 h 4115518"/>
              <a:gd name="connsiteX5090" fmla="*/ 4259469 w 6282234"/>
              <a:gd name="connsiteY5090" fmla="*/ 1300738 h 4115518"/>
              <a:gd name="connsiteX5091" fmla="*/ 4272498 w 6282234"/>
              <a:gd name="connsiteY5091" fmla="*/ 1284483 h 4115518"/>
              <a:gd name="connsiteX5092" fmla="*/ 4272498 w 6282234"/>
              <a:gd name="connsiteY5092" fmla="*/ 1261593 h 4115518"/>
              <a:gd name="connsiteX5093" fmla="*/ 4265983 w 6282234"/>
              <a:gd name="connsiteY5093" fmla="*/ 1251972 h 4115518"/>
              <a:gd name="connsiteX5094" fmla="*/ 4269240 w 6282234"/>
              <a:gd name="connsiteY5094" fmla="*/ 1236049 h 4115518"/>
              <a:gd name="connsiteX5095" fmla="*/ 4298556 w 6282234"/>
              <a:gd name="connsiteY5095" fmla="*/ 1221121 h 4115518"/>
              <a:gd name="connsiteX5096" fmla="*/ 4318099 w 6282234"/>
              <a:gd name="connsiteY5096" fmla="*/ 1245337 h 4115518"/>
              <a:gd name="connsiteX5097" fmla="*/ 4321357 w 6282234"/>
              <a:gd name="connsiteY5097" fmla="*/ 1264247 h 4115518"/>
              <a:gd name="connsiteX5098" fmla="*/ 4331129 w 6282234"/>
              <a:gd name="connsiteY5098" fmla="*/ 1257612 h 4115518"/>
              <a:gd name="connsiteX5099" fmla="*/ 4321357 w 6282234"/>
              <a:gd name="connsiteY5099" fmla="*/ 1227756 h 4115518"/>
              <a:gd name="connsiteX5100" fmla="*/ 4305071 w 6282234"/>
              <a:gd name="connsiteY5100" fmla="*/ 1213159 h 4115518"/>
              <a:gd name="connsiteX5101" fmla="*/ 4285527 w 6282234"/>
              <a:gd name="connsiteY5101" fmla="*/ 1208847 h 4115518"/>
              <a:gd name="connsiteX5102" fmla="*/ 4272498 w 6282234"/>
              <a:gd name="connsiteY5102" fmla="*/ 1215813 h 4115518"/>
              <a:gd name="connsiteX5103" fmla="*/ 4252953 w 6282234"/>
              <a:gd name="connsiteY5103" fmla="*/ 1211832 h 4115518"/>
              <a:gd name="connsiteX5104" fmla="*/ 4256211 w 6282234"/>
              <a:gd name="connsiteY5104" fmla="*/ 1196904 h 4115518"/>
              <a:gd name="connsiteX5105" fmla="*/ 4252953 w 6282234"/>
              <a:gd name="connsiteY5105" fmla="*/ 1184630 h 4115518"/>
              <a:gd name="connsiteX5106" fmla="*/ 4252953 w 6282234"/>
              <a:gd name="connsiteY5106" fmla="*/ 1163067 h 4115518"/>
              <a:gd name="connsiteX5107" fmla="*/ 4265983 w 6282234"/>
              <a:gd name="connsiteY5107" fmla="*/ 1142831 h 4115518"/>
              <a:gd name="connsiteX5108" fmla="*/ 4252953 w 6282234"/>
              <a:gd name="connsiteY5108" fmla="*/ 1104018 h 4115518"/>
              <a:gd name="connsiteX5109" fmla="*/ 4243182 w 6282234"/>
              <a:gd name="connsiteY5109" fmla="*/ 1094398 h 4115518"/>
              <a:gd name="connsiteX5110" fmla="*/ 4252953 w 6282234"/>
              <a:gd name="connsiteY5110" fmla="*/ 1072834 h 4115518"/>
              <a:gd name="connsiteX5111" fmla="*/ 4275755 w 6282234"/>
              <a:gd name="connsiteY5111" fmla="*/ 1053926 h 4115518"/>
              <a:gd name="connsiteX5112" fmla="*/ 4285527 w 6282234"/>
              <a:gd name="connsiteY5112" fmla="*/ 1017767 h 4115518"/>
              <a:gd name="connsiteX5113" fmla="*/ 4288785 w 6282234"/>
              <a:gd name="connsiteY5113" fmla="*/ 1045964 h 4115518"/>
              <a:gd name="connsiteX5114" fmla="*/ 4279013 w 6282234"/>
              <a:gd name="connsiteY5114" fmla="*/ 1072834 h 4115518"/>
              <a:gd name="connsiteX5115" fmla="*/ 4282269 w 6282234"/>
              <a:gd name="connsiteY5115" fmla="*/ 1097051 h 4115518"/>
              <a:gd name="connsiteX5116" fmla="*/ 4301813 w 6282234"/>
              <a:gd name="connsiteY5116" fmla="*/ 1106672 h 4115518"/>
              <a:gd name="connsiteX5117" fmla="*/ 4314843 w 6282234"/>
              <a:gd name="connsiteY5117" fmla="*/ 1099706 h 4115518"/>
              <a:gd name="connsiteX5118" fmla="*/ 4298556 w 6282234"/>
              <a:gd name="connsiteY5118" fmla="*/ 1082456 h 4115518"/>
              <a:gd name="connsiteX5119" fmla="*/ 4295299 w 6282234"/>
              <a:gd name="connsiteY5119" fmla="*/ 1067527 h 4115518"/>
              <a:gd name="connsiteX5120" fmla="*/ 4311585 w 6282234"/>
              <a:gd name="connsiteY5120" fmla="*/ 1057907 h 4115518"/>
              <a:gd name="connsiteX5121" fmla="*/ 4321357 w 6282234"/>
              <a:gd name="connsiteY5121" fmla="*/ 1070181 h 4115518"/>
              <a:gd name="connsiteX5122" fmla="*/ 4324614 w 6282234"/>
              <a:gd name="connsiteY5122" fmla="*/ 1048618 h 4115518"/>
              <a:gd name="connsiteX5123" fmla="*/ 4340900 w 6282234"/>
              <a:gd name="connsiteY5123" fmla="*/ 1039329 h 4115518"/>
              <a:gd name="connsiteX5124" fmla="*/ 4353929 w 6282234"/>
              <a:gd name="connsiteY5124" fmla="*/ 1039329 h 4115518"/>
              <a:gd name="connsiteX5125" fmla="*/ 4393017 w 6282234"/>
              <a:gd name="connsiteY5125" fmla="*/ 1078143 h 4115518"/>
              <a:gd name="connsiteX5126" fmla="*/ 4412561 w 6282234"/>
              <a:gd name="connsiteY5126" fmla="*/ 1072834 h 4115518"/>
              <a:gd name="connsiteX5127" fmla="*/ 4415817 w 6282234"/>
              <a:gd name="connsiteY5127" fmla="*/ 1094398 h 4115518"/>
              <a:gd name="connsiteX5128" fmla="*/ 4402789 w 6282234"/>
              <a:gd name="connsiteY5128" fmla="*/ 1102359 h 4115518"/>
              <a:gd name="connsiteX5129" fmla="*/ 4402789 w 6282234"/>
              <a:gd name="connsiteY5129" fmla="*/ 1115961 h 4115518"/>
              <a:gd name="connsiteX5130" fmla="*/ 4419075 w 6282234"/>
              <a:gd name="connsiteY5130" fmla="*/ 1123923 h 4115518"/>
              <a:gd name="connsiteX5131" fmla="*/ 4415817 w 6282234"/>
              <a:gd name="connsiteY5131" fmla="*/ 1152451 h 4115518"/>
              <a:gd name="connsiteX5132" fmla="*/ 4428847 w 6282234"/>
              <a:gd name="connsiteY5132" fmla="*/ 1145485 h 4115518"/>
              <a:gd name="connsiteX5133" fmla="*/ 4419075 w 6282234"/>
              <a:gd name="connsiteY5133" fmla="*/ 1104018 h 4115518"/>
              <a:gd name="connsiteX5134" fmla="*/ 4428847 w 6282234"/>
              <a:gd name="connsiteY5134" fmla="*/ 1082456 h 4115518"/>
              <a:gd name="connsiteX5135" fmla="*/ 4412561 w 6282234"/>
              <a:gd name="connsiteY5135" fmla="*/ 1067527 h 4115518"/>
              <a:gd name="connsiteX5136" fmla="*/ 4402789 w 6282234"/>
              <a:gd name="connsiteY5136" fmla="*/ 1045964 h 4115518"/>
              <a:gd name="connsiteX5137" fmla="*/ 4386503 w 6282234"/>
              <a:gd name="connsiteY5137" fmla="*/ 1041984 h 4115518"/>
              <a:gd name="connsiteX5138" fmla="*/ 4376731 w 6282234"/>
              <a:gd name="connsiteY5138" fmla="*/ 1029709 h 4115518"/>
              <a:gd name="connsiteX5139" fmla="*/ 4379987 w 6282234"/>
              <a:gd name="connsiteY5139" fmla="*/ 1005492 h 4115518"/>
              <a:gd name="connsiteX5140" fmla="*/ 4373473 w 6282234"/>
              <a:gd name="connsiteY5140" fmla="*/ 966348 h 4115518"/>
              <a:gd name="connsiteX5141" fmla="*/ 4389759 w 6282234"/>
              <a:gd name="connsiteY5141" fmla="*/ 963693 h 4115518"/>
              <a:gd name="connsiteX5142" fmla="*/ 4422332 w 6282234"/>
              <a:gd name="connsiteY5142" fmla="*/ 961040 h 4115518"/>
              <a:gd name="connsiteX5143" fmla="*/ 4480963 w 6282234"/>
              <a:gd name="connsiteY5143" fmla="*/ 946111 h 4115518"/>
              <a:gd name="connsiteX5144" fmla="*/ 4474449 w 6282234"/>
              <a:gd name="connsiteY5144" fmla="*/ 909621 h 4115518"/>
              <a:gd name="connsiteX5145" fmla="*/ 4477706 w 6282234"/>
              <a:gd name="connsiteY5145" fmla="*/ 893698 h 4115518"/>
              <a:gd name="connsiteX5146" fmla="*/ 4497249 w 6282234"/>
              <a:gd name="connsiteY5146" fmla="*/ 876116 h 4115518"/>
              <a:gd name="connsiteX5147" fmla="*/ 4520050 w 6282234"/>
              <a:gd name="connsiteY5147" fmla="*/ 842279 h 4115518"/>
              <a:gd name="connsiteX5148" fmla="*/ 4601482 w 6282234"/>
              <a:gd name="connsiteY5148" fmla="*/ 811427 h 4115518"/>
              <a:gd name="connsiteX5149" fmla="*/ 4598225 w 6282234"/>
              <a:gd name="connsiteY5149" fmla="*/ 800480 h 4115518"/>
              <a:gd name="connsiteX5150" fmla="*/ 4630797 w 6282234"/>
              <a:gd name="connsiteY5150" fmla="*/ 791190 h 4115518"/>
              <a:gd name="connsiteX5151" fmla="*/ 4656855 w 6282234"/>
              <a:gd name="connsiteY5151" fmla="*/ 808773 h 4115518"/>
              <a:gd name="connsiteX5152" fmla="*/ 4695943 w 6282234"/>
              <a:gd name="connsiteY5152" fmla="*/ 776263 h 4115518"/>
              <a:gd name="connsiteX5153" fmla="*/ 4702458 w 6282234"/>
              <a:gd name="connsiteY5153" fmla="*/ 766975 h 4115518"/>
              <a:gd name="connsiteX5154" fmla="*/ 4718744 w 6282234"/>
              <a:gd name="connsiteY5154" fmla="*/ 766975 h 4115518"/>
              <a:gd name="connsiteX5155" fmla="*/ 4731773 w 6282234"/>
              <a:gd name="connsiteY5155" fmla="*/ 757353 h 4115518"/>
              <a:gd name="connsiteX5156" fmla="*/ 4725259 w 6282234"/>
              <a:gd name="connsiteY5156" fmla="*/ 735791 h 4115518"/>
              <a:gd name="connsiteX5157" fmla="*/ 4731773 w 6282234"/>
              <a:gd name="connsiteY5157" fmla="*/ 718541 h 4115518"/>
              <a:gd name="connsiteX5158" fmla="*/ 4767603 w 6282234"/>
              <a:gd name="connsiteY5158" fmla="*/ 675414 h 4115518"/>
              <a:gd name="connsiteX5159" fmla="*/ 1309358 w 6282234"/>
              <a:gd name="connsiteY5159" fmla="*/ 665794 h 4115518"/>
              <a:gd name="connsiteX5160" fmla="*/ 1353331 w 6282234"/>
              <a:gd name="connsiteY5160" fmla="*/ 669776 h 4115518"/>
              <a:gd name="connsiteX5161" fmla="*/ 1345188 w 6282234"/>
              <a:gd name="connsiteY5161" fmla="*/ 691338 h 4115518"/>
              <a:gd name="connsiteX5162" fmla="*/ 1305449 w 6282234"/>
              <a:gd name="connsiteY5162" fmla="*/ 690011 h 4115518"/>
              <a:gd name="connsiteX5163" fmla="*/ 1036073 w 6282234"/>
              <a:gd name="connsiteY5163" fmla="*/ 638924 h 4115518"/>
              <a:gd name="connsiteX5164" fmla="*/ 1064737 w 6282234"/>
              <a:gd name="connsiteY5164" fmla="*/ 638924 h 4115518"/>
              <a:gd name="connsiteX5165" fmla="*/ 1057571 w 6282234"/>
              <a:gd name="connsiteY5165" fmla="*/ 682049 h 4115518"/>
              <a:gd name="connsiteX5166" fmla="*/ 1024347 w 6282234"/>
              <a:gd name="connsiteY5166" fmla="*/ 702286 h 4115518"/>
              <a:gd name="connsiteX5167" fmla="*/ 1002849 w 6282234"/>
              <a:gd name="connsiteY5167" fmla="*/ 684704 h 4115518"/>
              <a:gd name="connsiteX5168" fmla="*/ 1002849 w 6282234"/>
              <a:gd name="connsiteY5168" fmla="*/ 653852 h 4115518"/>
              <a:gd name="connsiteX5169" fmla="*/ 3370234 w 6282234"/>
              <a:gd name="connsiteY5169" fmla="*/ 623996 h 4115518"/>
              <a:gd name="connsiteX5170" fmla="*/ 3376747 w 6282234"/>
              <a:gd name="connsiteY5170" fmla="*/ 645559 h 4115518"/>
              <a:gd name="connsiteX5171" fmla="*/ 3393034 w 6282234"/>
              <a:gd name="connsiteY5171" fmla="*/ 672429 h 4115518"/>
              <a:gd name="connsiteX5172" fmla="*/ 3389777 w 6282234"/>
              <a:gd name="connsiteY5172" fmla="*/ 687358 h 4115518"/>
              <a:gd name="connsiteX5173" fmla="*/ 3366976 w 6282234"/>
              <a:gd name="connsiteY5173" fmla="*/ 706266 h 4115518"/>
              <a:gd name="connsiteX5174" fmla="*/ 3357205 w 6282234"/>
              <a:gd name="connsiteY5174" fmla="*/ 687358 h 4115518"/>
              <a:gd name="connsiteX5175" fmla="*/ 3337661 w 6282234"/>
              <a:gd name="connsiteY5175" fmla="*/ 691338 h 4115518"/>
              <a:gd name="connsiteX5176" fmla="*/ 3347433 w 6282234"/>
              <a:gd name="connsiteY5176" fmla="*/ 653852 h 4115518"/>
              <a:gd name="connsiteX5177" fmla="*/ 3337661 w 6282234"/>
              <a:gd name="connsiteY5177" fmla="*/ 633616 h 4115518"/>
              <a:gd name="connsiteX5178" fmla="*/ 3353947 w 6282234"/>
              <a:gd name="connsiteY5178" fmla="*/ 594472 h 4115518"/>
              <a:gd name="connsiteX5179" fmla="*/ 3357205 w 6282234"/>
              <a:gd name="connsiteY5179" fmla="*/ 621342 h 4115518"/>
              <a:gd name="connsiteX5180" fmla="*/ 3340918 w 6282234"/>
              <a:gd name="connsiteY5180" fmla="*/ 629304 h 4115518"/>
              <a:gd name="connsiteX5181" fmla="*/ 3321375 w 6282234"/>
              <a:gd name="connsiteY5181" fmla="*/ 605087 h 4115518"/>
              <a:gd name="connsiteX5182" fmla="*/ 1053010 w 6282234"/>
              <a:gd name="connsiteY5182" fmla="*/ 578216 h 4115518"/>
              <a:gd name="connsiteX5183" fmla="*/ 1071903 w 6282234"/>
              <a:gd name="connsiteY5183" fmla="*/ 602433 h 4115518"/>
              <a:gd name="connsiteX5184" fmla="*/ 1069622 w 6282234"/>
              <a:gd name="connsiteY5184" fmla="*/ 618688 h 4115518"/>
              <a:gd name="connsiteX5185" fmla="*/ 1033793 w 6282234"/>
              <a:gd name="connsiteY5185" fmla="*/ 621342 h 4115518"/>
              <a:gd name="connsiteX5186" fmla="*/ 1007735 w 6282234"/>
              <a:gd name="connsiteY5186" fmla="*/ 623996 h 4115518"/>
              <a:gd name="connsiteX5187" fmla="*/ 1005128 w 6282234"/>
              <a:gd name="connsiteY5187" fmla="*/ 614707 h 4115518"/>
              <a:gd name="connsiteX5188" fmla="*/ 1273853 w 6282234"/>
              <a:gd name="connsiteY5188" fmla="*/ 572908 h 4115518"/>
              <a:gd name="connsiteX5189" fmla="*/ 1321410 w 6282234"/>
              <a:gd name="connsiteY5189" fmla="*/ 609067 h 4115518"/>
              <a:gd name="connsiteX5190" fmla="*/ 1314895 w 6282234"/>
              <a:gd name="connsiteY5190" fmla="*/ 648212 h 4115518"/>
              <a:gd name="connsiteX5191" fmla="*/ 1285580 w 6282234"/>
              <a:gd name="connsiteY5191" fmla="*/ 663141 h 4115518"/>
              <a:gd name="connsiteX5192" fmla="*/ 1272550 w 6282234"/>
              <a:gd name="connsiteY5192" fmla="*/ 642905 h 4115518"/>
              <a:gd name="connsiteX5193" fmla="*/ 1261802 w 6282234"/>
              <a:gd name="connsiteY5193" fmla="*/ 606414 h 4115518"/>
              <a:gd name="connsiteX5194" fmla="*/ 1261802 w 6282234"/>
              <a:gd name="connsiteY5194" fmla="*/ 578216 h 4115518"/>
              <a:gd name="connsiteX5195" fmla="*/ 4738287 w 6282234"/>
              <a:gd name="connsiteY5195" fmla="*/ 524475 h 4115518"/>
              <a:gd name="connsiteX5196" fmla="*/ 4764345 w 6282234"/>
              <a:gd name="connsiteY5196" fmla="*/ 524475 h 4115518"/>
              <a:gd name="connsiteX5197" fmla="*/ 4761089 w 6282234"/>
              <a:gd name="connsiteY5197" fmla="*/ 551346 h 4115518"/>
              <a:gd name="connsiteX5198" fmla="*/ 4780631 w 6282234"/>
              <a:gd name="connsiteY5198" fmla="*/ 544379 h 4115518"/>
              <a:gd name="connsiteX5199" fmla="*/ 4803433 w 6282234"/>
              <a:gd name="connsiteY5199" fmla="*/ 572908 h 4115518"/>
              <a:gd name="connsiteX5200" fmla="*/ 4803433 w 6282234"/>
              <a:gd name="connsiteY5200" fmla="*/ 602433 h 4115518"/>
              <a:gd name="connsiteX5201" fmla="*/ 4777375 w 6282234"/>
              <a:gd name="connsiteY5201" fmla="*/ 621342 h 4115518"/>
              <a:gd name="connsiteX5202" fmla="*/ 4731773 w 6282234"/>
              <a:gd name="connsiteY5202" fmla="*/ 630630 h 4115518"/>
              <a:gd name="connsiteX5203" fmla="*/ 4712229 w 6282234"/>
              <a:gd name="connsiteY5203" fmla="*/ 648212 h 4115518"/>
              <a:gd name="connsiteX5204" fmla="*/ 4705715 w 6282234"/>
              <a:gd name="connsiteY5204" fmla="*/ 630630 h 4115518"/>
              <a:gd name="connsiteX5205" fmla="*/ 1165386 w 6282234"/>
              <a:gd name="connsiteY5205" fmla="*/ 521489 h 4115518"/>
              <a:gd name="connsiteX5206" fmla="*/ 1226298 w 6282234"/>
              <a:gd name="connsiteY5206" fmla="*/ 572908 h 4115518"/>
              <a:gd name="connsiteX5207" fmla="*/ 1240629 w 6282234"/>
              <a:gd name="connsiteY5207" fmla="*/ 594472 h 4115518"/>
              <a:gd name="connsiteX5208" fmla="*/ 1236721 w 6282234"/>
              <a:gd name="connsiteY5208" fmla="*/ 618688 h 4115518"/>
              <a:gd name="connsiteX5209" fmla="*/ 1252682 w 6282234"/>
              <a:gd name="connsiteY5209" fmla="*/ 641577 h 4115518"/>
              <a:gd name="connsiteX5210" fmla="*/ 1234115 w 6282234"/>
              <a:gd name="connsiteY5210" fmla="*/ 663141 h 4115518"/>
              <a:gd name="connsiteX5211" fmla="*/ 1222063 w 6282234"/>
              <a:gd name="connsiteY5211" fmla="*/ 655179 h 4115518"/>
              <a:gd name="connsiteX5212" fmla="*/ 1214246 w 6282234"/>
              <a:gd name="connsiteY5212" fmla="*/ 629304 h 4115518"/>
              <a:gd name="connsiteX5213" fmla="*/ 1178416 w 6282234"/>
              <a:gd name="connsiteY5213" fmla="*/ 612053 h 4115518"/>
              <a:gd name="connsiteX5214" fmla="*/ 1154638 w 6282234"/>
              <a:gd name="connsiteY5214" fmla="*/ 621342 h 4115518"/>
              <a:gd name="connsiteX5215" fmla="*/ 1150729 w 6282234"/>
              <a:gd name="connsiteY5215" fmla="*/ 594472 h 4115518"/>
              <a:gd name="connsiteX5216" fmla="*/ 1166689 w 6282234"/>
              <a:gd name="connsiteY5216" fmla="*/ 580870 h 4115518"/>
              <a:gd name="connsiteX5217" fmla="*/ 1162781 w 6282234"/>
              <a:gd name="connsiteY5217" fmla="*/ 557980 h 4115518"/>
              <a:gd name="connsiteX5218" fmla="*/ 1136071 w 6282234"/>
              <a:gd name="connsiteY5218" fmla="*/ 551346 h 4115518"/>
              <a:gd name="connsiteX5219" fmla="*/ 1138677 w 6282234"/>
              <a:gd name="connsiteY5219" fmla="*/ 527129 h 4115518"/>
              <a:gd name="connsiteX5220" fmla="*/ 4555881 w 6282234"/>
              <a:gd name="connsiteY5220" fmla="*/ 454147 h 4115518"/>
              <a:gd name="connsiteX5221" fmla="*/ 4588453 w 6282234"/>
              <a:gd name="connsiteY5221" fmla="*/ 456801 h 4115518"/>
              <a:gd name="connsiteX5222" fmla="*/ 4601482 w 6282234"/>
              <a:gd name="connsiteY5222" fmla="*/ 473056 h 4115518"/>
              <a:gd name="connsiteX5223" fmla="*/ 4581939 w 6282234"/>
              <a:gd name="connsiteY5223" fmla="*/ 493292 h 4115518"/>
              <a:gd name="connsiteX5224" fmla="*/ 4555881 w 6282234"/>
              <a:gd name="connsiteY5224" fmla="*/ 475709 h 4115518"/>
              <a:gd name="connsiteX5225" fmla="*/ 3259486 w 6282234"/>
              <a:gd name="connsiteY5225" fmla="*/ 454147 h 4115518"/>
              <a:gd name="connsiteX5226" fmla="*/ 3279029 w 6282234"/>
              <a:gd name="connsiteY5226" fmla="*/ 469075 h 4115518"/>
              <a:gd name="connsiteX5227" fmla="*/ 3301831 w 6282234"/>
              <a:gd name="connsiteY5227" fmla="*/ 512201 h 4115518"/>
              <a:gd name="connsiteX5228" fmla="*/ 3301831 w 6282234"/>
              <a:gd name="connsiteY5228" fmla="*/ 541725 h 4115518"/>
              <a:gd name="connsiteX5229" fmla="*/ 3347433 w 6282234"/>
              <a:gd name="connsiteY5229" fmla="*/ 570255 h 4115518"/>
              <a:gd name="connsiteX5230" fmla="*/ 3344175 w 6282234"/>
              <a:gd name="connsiteY5230" fmla="*/ 584851 h 4115518"/>
              <a:gd name="connsiteX5231" fmla="*/ 3314860 w 6282234"/>
              <a:gd name="connsiteY5231" fmla="*/ 590490 h 4115518"/>
              <a:gd name="connsiteX5232" fmla="*/ 3305089 w 6282234"/>
              <a:gd name="connsiteY5232" fmla="*/ 605087 h 4115518"/>
              <a:gd name="connsiteX5233" fmla="*/ 3305089 w 6282234"/>
              <a:gd name="connsiteY5233" fmla="*/ 636270 h 4115518"/>
              <a:gd name="connsiteX5234" fmla="*/ 3292059 w 6282234"/>
              <a:gd name="connsiteY5234" fmla="*/ 642905 h 4115518"/>
              <a:gd name="connsiteX5235" fmla="*/ 3292059 w 6282234"/>
              <a:gd name="connsiteY5235" fmla="*/ 684704 h 4115518"/>
              <a:gd name="connsiteX5236" fmla="*/ 3282287 w 6282234"/>
              <a:gd name="connsiteY5236" fmla="*/ 687358 h 4115518"/>
              <a:gd name="connsiteX5237" fmla="*/ 3272516 w 6282234"/>
              <a:gd name="connsiteY5237" fmla="*/ 750719 h 4115518"/>
              <a:gd name="connsiteX5238" fmla="*/ 3259486 w 6282234"/>
              <a:gd name="connsiteY5238" fmla="*/ 760340 h 4115518"/>
              <a:gd name="connsiteX5239" fmla="*/ 3223657 w 6282234"/>
              <a:gd name="connsiteY5239" fmla="*/ 714228 h 4115518"/>
              <a:gd name="connsiteX5240" fmla="*/ 3213884 w 6282234"/>
              <a:gd name="connsiteY5240" fmla="*/ 684704 h 4115518"/>
              <a:gd name="connsiteX5241" fmla="*/ 3223657 w 6282234"/>
              <a:gd name="connsiteY5241" fmla="*/ 665794 h 4115518"/>
              <a:gd name="connsiteX5242" fmla="*/ 3223657 w 6282234"/>
              <a:gd name="connsiteY5242" fmla="*/ 648212 h 4115518"/>
              <a:gd name="connsiteX5243" fmla="*/ 3246457 w 6282234"/>
              <a:gd name="connsiteY5243" fmla="*/ 617361 h 4115518"/>
              <a:gd name="connsiteX5244" fmla="*/ 3236685 w 6282234"/>
              <a:gd name="connsiteY5244" fmla="*/ 593145 h 4115518"/>
              <a:gd name="connsiteX5245" fmla="*/ 3223657 w 6282234"/>
              <a:gd name="connsiteY5245" fmla="*/ 618688 h 4115518"/>
              <a:gd name="connsiteX5246" fmla="*/ 3197598 w 6282234"/>
              <a:gd name="connsiteY5246" fmla="*/ 623996 h 4115518"/>
              <a:gd name="connsiteX5247" fmla="*/ 3178055 w 6282234"/>
              <a:gd name="connsiteY5247" fmla="*/ 590490 h 4115518"/>
              <a:gd name="connsiteX5248" fmla="*/ 3171540 w 6282234"/>
              <a:gd name="connsiteY5248" fmla="*/ 557980 h 4115518"/>
              <a:gd name="connsiteX5249" fmla="*/ 3158511 w 6282234"/>
              <a:gd name="connsiteY5249" fmla="*/ 508220 h 4115518"/>
              <a:gd name="connsiteX5250" fmla="*/ 3168283 w 6282234"/>
              <a:gd name="connsiteY5250" fmla="*/ 481018 h 4115518"/>
              <a:gd name="connsiteX5251" fmla="*/ 3200855 w 6282234"/>
              <a:gd name="connsiteY5251" fmla="*/ 490638 h 4115518"/>
              <a:gd name="connsiteX5252" fmla="*/ 3207370 w 6282234"/>
              <a:gd name="connsiteY5252" fmla="*/ 509546 h 4115518"/>
              <a:gd name="connsiteX5253" fmla="*/ 3223657 w 6282234"/>
              <a:gd name="connsiteY5253" fmla="*/ 478364 h 4115518"/>
              <a:gd name="connsiteX5254" fmla="*/ 3243200 w 6282234"/>
              <a:gd name="connsiteY5254" fmla="*/ 475709 h 4115518"/>
              <a:gd name="connsiteX5255" fmla="*/ 4669885 w 6282234"/>
              <a:gd name="connsiteY5255" fmla="*/ 442204 h 4115518"/>
              <a:gd name="connsiteX5256" fmla="*/ 4676399 w 6282234"/>
              <a:gd name="connsiteY5256" fmla="*/ 469075 h 4115518"/>
              <a:gd name="connsiteX5257" fmla="*/ 4699200 w 6282234"/>
              <a:gd name="connsiteY5257" fmla="*/ 454147 h 4115518"/>
              <a:gd name="connsiteX5258" fmla="*/ 4712229 w 6282234"/>
              <a:gd name="connsiteY5258" fmla="*/ 481018 h 4115518"/>
              <a:gd name="connsiteX5259" fmla="*/ 4705715 w 6282234"/>
              <a:gd name="connsiteY5259" fmla="*/ 529783 h 4115518"/>
              <a:gd name="connsiteX5260" fmla="*/ 4712229 w 6282234"/>
              <a:gd name="connsiteY5260" fmla="*/ 557980 h 4115518"/>
              <a:gd name="connsiteX5261" fmla="*/ 4689429 w 6282234"/>
              <a:gd name="connsiteY5261" fmla="*/ 575562 h 4115518"/>
              <a:gd name="connsiteX5262" fmla="*/ 4663371 w 6282234"/>
              <a:gd name="connsiteY5262" fmla="*/ 570255 h 4115518"/>
              <a:gd name="connsiteX5263" fmla="*/ 4653599 w 6282234"/>
              <a:gd name="connsiteY5263" fmla="*/ 556653 h 4115518"/>
              <a:gd name="connsiteX5264" fmla="*/ 4627540 w 6282234"/>
              <a:gd name="connsiteY5264" fmla="*/ 551346 h 4115518"/>
              <a:gd name="connsiteX5265" fmla="*/ 4614511 w 6282234"/>
              <a:gd name="connsiteY5265" fmla="*/ 532436 h 4115518"/>
              <a:gd name="connsiteX5266" fmla="*/ 4614511 w 6282234"/>
              <a:gd name="connsiteY5266" fmla="*/ 512201 h 4115518"/>
              <a:gd name="connsiteX5267" fmla="*/ 4601482 w 6282234"/>
              <a:gd name="connsiteY5267" fmla="*/ 497273 h 4115518"/>
              <a:gd name="connsiteX5268" fmla="*/ 4627540 w 6282234"/>
              <a:gd name="connsiteY5268" fmla="*/ 448839 h 4115518"/>
              <a:gd name="connsiteX5269" fmla="*/ 3966314 w 6282234"/>
              <a:gd name="connsiteY5269" fmla="*/ 423295 h 4115518"/>
              <a:gd name="connsiteX5270" fmla="*/ 3966314 w 6282234"/>
              <a:gd name="connsiteY5270" fmla="*/ 448839 h 4115518"/>
              <a:gd name="connsiteX5271" fmla="*/ 3940256 w 6282234"/>
              <a:gd name="connsiteY5271" fmla="*/ 447512 h 4115518"/>
              <a:gd name="connsiteX5272" fmla="*/ 3946771 w 6282234"/>
              <a:gd name="connsiteY5272" fmla="*/ 424622 h 4115518"/>
              <a:gd name="connsiteX5273" fmla="*/ 3360461 w 6282234"/>
              <a:gd name="connsiteY5273" fmla="*/ 423295 h 4115518"/>
              <a:gd name="connsiteX5274" fmla="*/ 3399549 w 6282234"/>
              <a:gd name="connsiteY5274" fmla="*/ 424622 h 4115518"/>
              <a:gd name="connsiteX5275" fmla="*/ 3419093 w 6282234"/>
              <a:gd name="connsiteY5275" fmla="*/ 439550 h 4115518"/>
              <a:gd name="connsiteX5276" fmla="*/ 3448408 w 6282234"/>
              <a:gd name="connsiteY5276" fmla="*/ 448839 h 4115518"/>
              <a:gd name="connsiteX5277" fmla="*/ 3445151 w 6282234"/>
              <a:gd name="connsiteY5277" fmla="*/ 475709 h 4115518"/>
              <a:gd name="connsiteX5278" fmla="*/ 3419093 w 6282234"/>
              <a:gd name="connsiteY5278" fmla="*/ 497273 h 4115518"/>
              <a:gd name="connsiteX5279" fmla="*/ 3425607 w 6282234"/>
              <a:gd name="connsiteY5279" fmla="*/ 508220 h 4115518"/>
              <a:gd name="connsiteX5280" fmla="*/ 3383262 w 6282234"/>
              <a:gd name="connsiteY5280" fmla="*/ 539071 h 4115518"/>
              <a:gd name="connsiteX5281" fmla="*/ 3366976 w 6282234"/>
              <a:gd name="connsiteY5281" fmla="*/ 517508 h 4115518"/>
              <a:gd name="connsiteX5282" fmla="*/ 3334403 w 6282234"/>
              <a:gd name="connsiteY5282" fmla="*/ 520163 h 4115518"/>
              <a:gd name="connsiteX5283" fmla="*/ 3298574 w 6282234"/>
              <a:gd name="connsiteY5283" fmla="*/ 487984 h 4115518"/>
              <a:gd name="connsiteX5284" fmla="*/ 3288802 w 6282234"/>
              <a:gd name="connsiteY5284" fmla="*/ 469075 h 4115518"/>
              <a:gd name="connsiteX5285" fmla="*/ 3292059 w 6282234"/>
              <a:gd name="connsiteY5285" fmla="*/ 442204 h 4115518"/>
              <a:gd name="connsiteX5286" fmla="*/ 3350690 w 6282234"/>
              <a:gd name="connsiteY5286" fmla="*/ 439550 h 4115518"/>
              <a:gd name="connsiteX5287" fmla="*/ 3360461 w 6282234"/>
              <a:gd name="connsiteY5287" fmla="*/ 459454 h 4115518"/>
              <a:gd name="connsiteX5288" fmla="*/ 3816480 w 6282234"/>
              <a:gd name="connsiteY5288" fmla="*/ 374862 h 4115518"/>
              <a:gd name="connsiteX5289" fmla="*/ 3770878 w 6282234"/>
              <a:gd name="connsiteY5289" fmla="*/ 412348 h 4115518"/>
              <a:gd name="connsiteX5290" fmla="*/ 3757849 w 6282234"/>
              <a:gd name="connsiteY5290" fmla="*/ 390785 h 4115518"/>
              <a:gd name="connsiteX5291" fmla="*/ 4047746 w 6282234"/>
              <a:gd name="connsiteY5291" fmla="*/ 363915 h 4115518"/>
              <a:gd name="connsiteX5292" fmla="*/ 4057517 w 6282234"/>
              <a:gd name="connsiteY5292" fmla="*/ 376189 h 4115518"/>
              <a:gd name="connsiteX5293" fmla="*/ 4034717 w 6282234"/>
              <a:gd name="connsiteY5293" fmla="*/ 417987 h 4115518"/>
              <a:gd name="connsiteX5294" fmla="*/ 4005401 w 6282234"/>
              <a:gd name="connsiteY5294" fmla="*/ 400405 h 4115518"/>
              <a:gd name="connsiteX5295" fmla="*/ 4011916 w 6282234"/>
              <a:gd name="connsiteY5295" fmla="*/ 371876 h 4115518"/>
              <a:gd name="connsiteX5296" fmla="*/ 3858825 w 6282234"/>
              <a:gd name="connsiteY5296" fmla="*/ 362588 h 4115518"/>
              <a:gd name="connsiteX5297" fmla="*/ 3871853 w 6282234"/>
              <a:gd name="connsiteY5297" fmla="*/ 381497 h 4115518"/>
              <a:gd name="connsiteX5298" fmla="*/ 3858825 w 6282234"/>
              <a:gd name="connsiteY5298" fmla="*/ 403060 h 4115518"/>
              <a:gd name="connsiteX5299" fmla="*/ 3836023 w 6282234"/>
              <a:gd name="connsiteY5299" fmla="*/ 408367 h 4115518"/>
              <a:gd name="connsiteX5300" fmla="*/ 3829509 w 6282234"/>
              <a:gd name="connsiteY5300" fmla="*/ 439550 h 4115518"/>
              <a:gd name="connsiteX5301" fmla="*/ 3809965 w 6282234"/>
              <a:gd name="connsiteY5301" fmla="*/ 444859 h 4115518"/>
              <a:gd name="connsiteX5302" fmla="*/ 3809965 w 6282234"/>
              <a:gd name="connsiteY5302" fmla="*/ 424622 h 4115518"/>
              <a:gd name="connsiteX5303" fmla="*/ 3836023 w 6282234"/>
              <a:gd name="connsiteY5303" fmla="*/ 390785 h 4115518"/>
              <a:gd name="connsiteX5304" fmla="*/ 3829509 w 6282234"/>
              <a:gd name="connsiteY5304" fmla="*/ 374862 h 4115518"/>
              <a:gd name="connsiteX5305" fmla="*/ 4106377 w 6282234"/>
              <a:gd name="connsiteY5305" fmla="*/ 335717 h 4115518"/>
              <a:gd name="connsiteX5306" fmla="*/ 4109635 w 6282234"/>
              <a:gd name="connsiteY5306" fmla="*/ 359933 h 4115518"/>
              <a:gd name="connsiteX5307" fmla="*/ 4093348 w 6282234"/>
              <a:gd name="connsiteY5307" fmla="*/ 381497 h 4115518"/>
              <a:gd name="connsiteX5308" fmla="*/ 4073804 w 6282234"/>
              <a:gd name="connsiteY5308" fmla="*/ 386805 h 4115518"/>
              <a:gd name="connsiteX5309" fmla="*/ 4060775 w 6282234"/>
              <a:gd name="connsiteY5309" fmla="*/ 369223 h 4115518"/>
              <a:gd name="connsiteX5310" fmla="*/ 1368966 w 6282234"/>
              <a:gd name="connsiteY5310" fmla="*/ 326096 h 4115518"/>
              <a:gd name="connsiteX5311" fmla="*/ 1392744 w 6282234"/>
              <a:gd name="connsiteY5311" fmla="*/ 400405 h 4115518"/>
              <a:gd name="connsiteX5312" fmla="*/ 1448443 w 6282234"/>
              <a:gd name="connsiteY5312" fmla="*/ 415002 h 4115518"/>
              <a:gd name="connsiteX5313" fmla="*/ 1451049 w 6282234"/>
              <a:gd name="connsiteY5313" fmla="*/ 439550 h 4115518"/>
              <a:gd name="connsiteX5314" fmla="*/ 1467010 w 6282234"/>
              <a:gd name="connsiteY5314" fmla="*/ 493292 h 4115518"/>
              <a:gd name="connsiteX5315" fmla="*/ 1484273 w 6282234"/>
              <a:gd name="connsiteY5315" fmla="*/ 497273 h 4115518"/>
              <a:gd name="connsiteX5316" fmla="*/ 1496000 w 6282234"/>
              <a:gd name="connsiteY5316" fmla="*/ 532436 h 4115518"/>
              <a:gd name="connsiteX5317" fmla="*/ 1472222 w 6282234"/>
              <a:gd name="connsiteY5317" fmla="*/ 548692 h 4115518"/>
              <a:gd name="connsiteX5318" fmla="*/ 1443231 w 6282234"/>
              <a:gd name="connsiteY5318" fmla="*/ 602433 h 4115518"/>
              <a:gd name="connsiteX5319" fmla="*/ 1400887 w 6282234"/>
              <a:gd name="connsiteY5319" fmla="*/ 630630 h 4115518"/>
              <a:gd name="connsiteX5320" fmla="*/ 1368966 w 6282234"/>
              <a:gd name="connsiteY5320" fmla="*/ 626650 h 4115518"/>
              <a:gd name="connsiteX5321" fmla="*/ 1355937 w 6282234"/>
              <a:gd name="connsiteY5321" fmla="*/ 606414 h 4115518"/>
              <a:gd name="connsiteX5322" fmla="*/ 1333462 w 6282234"/>
              <a:gd name="connsiteY5322" fmla="*/ 556653 h 4115518"/>
              <a:gd name="connsiteX5323" fmla="*/ 1347794 w 6282234"/>
              <a:gd name="connsiteY5323" fmla="*/ 541725 h 4115518"/>
              <a:gd name="connsiteX5324" fmla="*/ 1368966 w 6282234"/>
              <a:gd name="connsiteY5324" fmla="*/ 536418 h 4115518"/>
              <a:gd name="connsiteX5325" fmla="*/ 1355937 w 6282234"/>
              <a:gd name="connsiteY5325" fmla="*/ 520163 h 4115518"/>
              <a:gd name="connsiteX5326" fmla="*/ 1341279 w 6282234"/>
              <a:gd name="connsiteY5326" fmla="*/ 529783 h 4115518"/>
              <a:gd name="connsiteX5327" fmla="*/ 1317501 w 6282234"/>
              <a:gd name="connsiteY5327" fmla="*/ 529783 h 4115518"/>
              <a:gd name="connsiteX5328" fmla="*/ 1288185 w 6282234"/>
              <a:gd name="connsiteY5328" fmla="*/ 448839 h 4115518"/>
              <a:gd name="connsiteX5329" fmla="*/ 1309358 w 6282234"/>
              <a:gd name="connsiteY5329" fmla="*/ 417987 h 4115518"/>
              <a:gd name="connsiteX5330" fmla="*/ 1302843 w 6282234"/>
              <a:gd name="connsiteY5330" fmla="*/ 399079 h 4115518"/>
              <a:gd name="connsiteX5331" fmla="*/ 1317501 w 6282234"/>
              <a:gd name="connsiteY5331" fmla="*/ 350313 h 4115518"/>
              <a:gd name="connsiteX5332" fmla="*/ 1350400 w 6282234"/>
              <a:gd name="connsiteY5332" fmla="*/ 342352 h 4115518"/>
              <a:gd name="connsiteX5333" fmla="*/ 4637313 w 6282234"/>
              <a:gd name="connsiteY5333" fmla="*/ 318135 h 4115518"/>
              <a:gd name="connsiteX5334" fmla="*/ 4653599 w 6282234"/>
              <a:gd name="connsiteY5334" fmla="*/ 357280 h 4115518"/>
              <a:gd name="connsiteX5335" fmla="*/ 4663371 w 6282234"/>
              <a:gd name="connsiteY5335" fmla="*/ 388132 h 4115518"/>
              <a:gd name="connsiteX5336" fmla="*/ 4663371 w 6282234"/>
              <a:gd name="connsiteY5336" fmla="*/ 435238 h 4115518"/>
              <a:gd name="connsiteX5337" fmla="*/ 4640569 w 6282234"/>
              <a:gd name="connsiteY5337" fmla="*/ 436565 h 4115518"/>
              <a:gd name="connsiteX5338" fmla="*/ 4601482 w 6282234"/>
              <a:gd name="connsiteY5338" fmla="*/ 459454 h 4115518"/>
              <a:gd name="connsiteX5339" fmla="*/ 4594967 w 6282234"/>
              <a:gd name="connsiteY5339" fmla="*/ 432584 h 4115518"/>
              <a:gd name="connsiteX5340" fmla="*/ 4562395 w 6282234"/>
              <a:gd name="connsiteY5340" fmla="*/ 429930 h 4115518"/>
              <a:gd name="connsiteX5341" fmla="*/ 4585195 w 6282234"/>
              <a:gd name="connsiteY5341" fmla="*/ 405713 h 4115518"/>
              <a:gd name="connsiteX5342" fmla="*/ 4581939 w 6282234"/>
              <a:gd name="connsiteY5342" fmla="*/ 376189 h 4115518"/>
              <a:gd name="connsiteX5343" fmla="*/ 4591711 w 6282234"/>
              <a:gd name="connsiteY5343" fmla="*/ 351640 h 4115518"/>
              <a:gd name="connsiteX5344" fmla="*/ 4621026 w 6282234"/>
              <a:gd name="connsiteY5344" fmla="*/ 338371 h 4115518"/>
              <a:gd name="connsiteX5345" fmla="*/ 2166997 w 6282234"/>
              <a:gd name="connsiteY5345" fmla="*/ 144305 h 4115518"/>
              <a:gd name="connsiteX5346" fmla="*/ 2201525 w 6282234"/>
              <a:gd name="connsiteY5346" fmla="*/ 180465 h 4115518"/>
              <a:gd name="connsiteX5347" fmla="*/ 2189472 w 6282234"/>
              <a:gd name="connsiteY5347" fmla="*/ 205013 h 4115518"/>
              <a:gd name="connsiteX5348" fmla="*/ 2189472 w 6282234"/>
              <a:gd name="connsiteY5348" fmla="*/ 223590 h 4115518"/>
              <a:gd name="connsiteX5349" fmla="*/ 2155271 w 6282234"/>
              <a:gd name="connsiteY5349" fmla="*/ 180465 h 4115518"/>
              <a:gd name="connsiteX5350" fmla="*/ 2141916 w 6282234"/>
              <a:gd name="connsiteY5350" fmla="*/ 148286 h 4115518"/>
              <a:gd name="connsiteX5351" fmla="*/ 1717168 w 6282234"/>
              <a:gd name="connsiteY5351" fmla="*/ 80944 h 4115518"/>
              <a:gd name="connsiteX5352" fmla="*/ 1785896 w 6282234"/>
              <a:gd name="connsiteY5352" fmla="*/ 102506 h 4115518"/>
              <a:gd name="connsiteX5353" fmla="*/ 1865374 w 6282234"/>
              <a:gd name="connsiteY5353" fmla="*/ 120088 h 4115518"/>
              <a:gd name="connsiteX5354" fmla="*/ 1877426 w 6282234"/>
              <a:gd name="connsiteY5354" fmla="*/ 156248 h 4115518"/>
              <a:gd name="connsiteX5355" fmla="*/ 1903810 w 6282234"/>
              <a:gd name="connsiteY5355" fmla="*/ 169849 h 4115518"/>
              <a:gd name="connsiteX5356" fmla="*/ 1910325 w 6282234"/>
              <a:gd name="connsiteY5356" fmla="*/ 196720 h 4115518"/>
              <a:gd name="connsiteX5357" fmla="*/ 1889152 w 6282234"/>
              <a:gd name="connsiteY5357" fmla="*/ 229230 h 4115518"/>
              <a:gd name="connsiteX5358" fmla="*/ 1850716 w 6282234"/>
              <a:gd name="connsiteY5358" fmla="*/ 266716 h 4115518"/>
              <a:gd name="connsiteX5359" fmla="*/ 1848110 w 6282234"/>
              <a:gd name="connsiteY5359" fmla="*/ 303207 h 4115518"/>
              <a:gd name="connsiteX5360" fmla="*/ 1797949 w 6282234"/>
              <a:gd name="connsiteY5360" fmla="*/ 359933 h 4115518"/>
              <a:gd name="connsiteX5361" fmla="*/ 1767330 w 6282234"/>
              <a:gd name="connsiteY5361" fmla="*/ 415002 h 4115518"/>
              <a:gd name="connsiteX5362" fmla="*/ 1740946 w 6282234"/>
              <a:gd name="connsiteY5362" fmla="*/ 444859 h 4115518"/>
              <a:gd name="connsiteX5363" fmla="*/ 1737037 w 6282234"/>
              <a:gd name="connsiteY5363" fmla="*/ 481018 h 4115518"/>
              <a:gd name="connsiteX5364" fmla="*/ 1701208 w 6282234"/>
              <a:gd name="connsiteY5364" fmla="*/ 505566 h 4115518"/>
              <a:gd name="connsiteX5365" fmla="*/ 1677429 w 6282234"/>
              <a:gd name="connsiteY5365" fmla="*/ 533763 h 4115518"/>
              <a:gd name="connsiteX5366" fmla="*/ 1672218 w 6282234"/>
              <a:gd name="connsiteY5366" fmla="*/ 593145 h 4115518"/>
              <a:gd name="connsiteX5367" fmla="*/ 1657561 w 6282234"/>
              <a:gd name="connsiteY5367" fmla="*/ 633616 h 4115518"/>
              <a:gd name="connsiteX5368" fmla="*/ 1617822 w 6282234"/>
              <a:gd name="connsiteY5368" fmla="*/ 663141 h 4115518"/>
              <a:gd name="connsiteX5369" fmla="*/ 1612610 w 6282234"/>
              <a:gd name="connsiteY5369" fmla="*/ 696978 h 4115518"/>
              <a:gd name="connsiteX5370" fmla="*/ 1594044 w 6282234"/>
              <a:gd name="connsiteY5370" fmla="*/ 708921 h 4115518"/>
              <a:gd name="connsiteX5371" fmla="*/ 1600558 w 6282234"/>
              <a:gd name="connsiteY5371" fmla="*/ 733137 h 4115518"/>
              <a:gd name="connsiteX5372" fmla="*/ 1617822 w 6282234"/>
              <a:gd name="connsiteY5372" fmla="*/ 730483 h 4115518"/>
              <a:gd name="connsiteX5373" fmla="*/ 1619125 w 6282234"/>
              <a:gd name="connsiteY5373" fmla="*/ 752046 h 4115518"/>
              <a:gd name="connsiteX5374" fmla="*/ 1570265 w 6282234"/>
              <a:gd name="connsiteY5374" fmla="*/ 791190 h 4115518"/>
              <a:gd name="connsiteX5375" fmla="*/ 1559517 w 6282234"/>
              <a:gd name="connsiteY5375" fmla="*/ 762993 h 4115518"/>
              <a:gd name="connsiteX5376" fmla="*/ 1534436 w 6282234"/>
              <a:gd name="connsiteY5376" fmla="*/ 774935 h 4115518"/>
              <a:gd name="connsiteX5377" fmla="*/ 1508051 w 6282234"/>
              <a:gd name="connsiteY5377" fmla="*/ 769628 h 4115518"/>
              <a:gd name="connsiteX5378" fmla="*/ 1490788 w 6282234"/>
              <a:gd name="connsiteY5378" fmla="*/ 781902 h 4115518"/>
              <a:gd name="connsiteX5379" fmla="*/ 1452352 w 6282234"/>
              <a:gd name="connsiteY5379" fmla="*/ 772282 h 4115518"/>
              <a:gd name="connsiteX5380" fmla="*/ 1422060 w 6282234"/>
              <a:gd name="connsiteY5380" fmla="*/ 769628 h 4115518"/>
              <a:gd name="connsiteX5381" fmla="*/ 1415545 w 6282234"/>
              <a:gd name="connsiteY5381" fmla="*/ 738776 h 4115518"/>
              <a:gd name="connsiteX5382" fmla="*/ 1448443 w 6282234"/>
              <a:gd name="connsiteY5382" fmla="*/ 699631 h 4115518"/>
              <a:gd name="connsiteX5383" fmla="*/ 1440626 w 6282234"/>
              <a:gd name="connsiteY5383" fmla="*/ 660487 h 4115518"/>
              <a:gd name="connsiteX5384" fmla="*/ 1454958 w 6282234"/>
              <a:gd name="connsiteY5384" fmla="*/ 653852 h 4115518"/>
              <a:gd name="connsiteX5385" fmla="*/ 1472222 w 6282234"/>
              <a:gd name="connsiteY5385" fmla="*/ 663141 h 4115518"/>
              <a:gd name="connsiteX5386" fmla="*/ 1481668 w 6282234"/>
              <a:gd name="connsiteY5386" fmla="*/ 690011 h 4115518"/>
              <a:gd name="connsiteX5387" fmla="*/ 1502840 w 6282234"/>
              <a:gd name="connsiteY5387" fmla="*/ 703613 h 4115518"/>
              <a:gd name="connsiteX5388" fmla="*/ 1490788 w 6282234"/>
              <a:gd name="connsiteY5388" fmla="*/ 663141 h 4115518"/>
              <a:gd name="connsiteX5389" fmla="*/ 1474827 w 6282234"/>
              <a:gd name="connsiteY5389" fmla="*/ 641577 h 4115518"/>
              <a:gd name="connsiteX5390" fmla="*/ 1451049 w 6282234"/>
              <a:gd name="connsiteY5390" fmla="*/ 633616 h 4115518"/>
              <a:gd name="connsiteX5391" fmla="*/ 1451049 w 6282234"/>
              <a:gd name="connsiteY5391" fmla="*/ 609067 h 4115518"/>
              <a:gd name="connsiteX5392" fmla="*/ 1467010 w 6282234"/>
              <a:gd name="connsiteY5392" fmla="*/ 572908 h 4115518"/>
              <a:gd name="connsiteX5393" fmla="*/ 1498931 w 6282234"/>
              <a:gd name="connsiteY5393" fmla="*/ 568928 h 4115518"/>
              <a:gd name="connsiteX5394" fmla="*/ 1505446 w 6282234"/>
              <a:gd name="connsiteY5394" fmla="*/ 557980 h 4115518"/>
              <a:gd name="connsiteX5395" fmla="*/ 1502840 w 6282234"/>
              <a:gd name="connsiteY5395" fmla="*/ 517508 h 4115518"/>
              <a:gd name="connsiteX5396" fmla="*/ 1486880 w 6282234"/>
              <a:gd name="connsiteY5396" fmla="*/ 487984 h 4115518"/>
              <a:gd name="connsiteX5397" fmla="*/ 1467010 w 6282234"/>
              <a:gd name="connsiteY5397" fmla="*/ 481018 h 4115518"/>
              <a:gd name="connsiteX5398" fmla="*/ 1467010 w 6282234"/>
              <a:gd name="connsiteY5398" fmla="*/ 427277 h 4115518"/>
              <a:gd name="connsiteX5399" fmla="*/ 1514566 w 6282234"/>
              <a:gd name="connsiteY5399" fmla="*/ 432584 h 4115518"/>
              <a:gd name="connsiteX5400" fmla="*/ 1570265 w 6282234"/>
              <a:gd name="connsiteY5400" fmla="*/ 411022 h 4115518"/>
              <a:gd name="connsiteX5401" fmla="*/ 1565053 w 6282234"/>
              <a:gd name="connsiteY5401" fmla="*/ 390785 h 4115518"/>
              <a:gd name="connsiteX5402" fmla="*/ 1541275 w 6282234"/>
              <a:gd name="connsiteY5402" fmla="*/ 400405 h 4115518"/>
              <a:gd name="connsiteX5403" fmla="*/ 1517171 w 6282234"/>
              <a:gd name="connsiteY5403" fmla="*/ 378843 h 4115518"/>
              <a:gd name="connsiteX5404" fmla="*/ 1505446 w 6282234"/>
              <a:gd name="connsiteY5404" fmla="*/ 405713 h 4115518"/>
              <a:gd name="connsiteX5405" fmla="*/ 1474827 w 6282234"/>
              <a:gd name="connsiteY5405" fmla="*/ 403060 h 4115518"/>
              <a:gd name="connsiteX5406" fmla="*/ 1439323 w 6282234"/>
              <a:gd name="connsiteY5406" fmla="*/ 386805 h 4115518"/>
              <a:gd name="connsiteX5407" fmla="*/ 1419453 w 6282234"/>
              <a:gd name="connsiteY5407" fmla="*/ 369223 h 4115518"/>
              <a:gd name="connsiteX5408" fmla="*/ 1400887 w 6282234"/>
              <a:gd name="connsiteY5408" fmla="*/ 333063 h 4115518"/>
              <a:gd name="connsiteX5409" fmla="*/ 1410007 w 6282234"/>
              <a:gd name="connsiteY5409" fmla="*/ 315481 h 4115518"/>
              <a:gd name="connsiteX5410" fmla="*/ 1374504 w 6282234"/>
              <a:gd name="connsiteY5410" fmla="*/ 277663 h 4115518"/>
              <a:gd name="connsiteX5411" fmla="*/ 1400887 w 6282234"/>
              <a:gd name="connsiteY5411" fmla="*/ 245154 h 4115518"/>
              <a:gd name="connsiteX5412" fmla="*/ 1431180 w 6282234"/>
              <a:gd name="connsiteY5412" fmla="*/ 223590 h 4115518"/>
              <a:gd name="connsiteX5413" fmla="*/ 1463101 w 6282234"/>
              <a:gd name="connsiteY5413" fmla="*/ 223590 h 4115518"/>
              <a:gd name="connsiteX5414" fmla="*/ 1500234 w 6282234"/>
              <a:gd name="connsiteY5414" fmla="*/ 172503 h 4115518"/>
              <a:gd name="connsiteX5415" fmla="*/ 1529224 w 6282234"/>
              <a:gd name="connsiteY5415" fmla="*/ 202027 h 4115518"/>
              <a:gd name="connsiteX5416" fmla="*/ 1543882 w 6282234"/>
              <a:gd name="connsiteY5416" fmla="*/ 144305 h 4115518"/>
              <a:gd name="connsiteX5417" fmla="*/ 1591438 w 6282234"/>
              <a:gd name="connsiteY5417" fmla="*/ 99853 h 4115518"/>
              <a:gd name="connsiteX5418" fmla="*/ 1612610 w 6282234"/>
              <a:gd name="connsiteY5418" fmla="*/ 117103 h 4115518"/>
              <a:gd name="connsiteX5419" fmla="*/ 1651046 w 6282234"/>
              <a:gd name="connsiteY5419" fmla="*/ 87579 h 4115518"/>
              <a:gd name="connsiteX5420" fmla="*/ 1690785 w 6282234"/>
              <a:gd name="connsiteY5420" fmla="*/ 105161 h 4115518"/>
              <a:gd name="connsiteX5421" fmla="*/ 2405430 w 6282234"/>
              <a:gd name="connsiteY5421" fmla="*/ 0 h 4115518"/>
              <a:gd name="connsiteX5422" fmla="*/ 2452986 w 6282234"/>
              <a:gd name="connsiteY5422" fmla="*/ 7962 h 4115518"/>
              <a:gd name="connsiteX5423" fmla="*/ 2517806 w 6282234"/>
              <a:gd name="connsiteY5423" fmla="*/ 39145 h 4115518"/>
              <a:gd name="connsiteX5424" fmla="*/ 2544190 w 6282234"/>
              <a:gd name="connsiteY5424" fmla="*/ 109141 h 4115518"/>
              <a:gd name="connsiteX5425" fmla="*/ 2601192 w 6282234"/>
              <a:gd name="connsiteY5425" fmla="*/ 148286 h 4115518"/>
              <a:gd name="connsiteX5426" fmla="*/ 2582626 w 6282234"/>
              <a:gd name="connsiteY5426" fmla="*/ 187431 h 4115518"/>
              <a:gd name="connsiteX5427" fmla="*/ 2536372 w 6282234"/>
              <a:gd name="connsiteY5427" fmla="*/ 211648 h 4115518"/>
              <a:gd name="connsiteX5428" fmla="*/ 2491421 w 6282234"/>
              <a:gd name="connsiteY5428" fmla="*/ 206340 h 4115518"/>
              <a:gd name="connsiteX5429" fmla="*/ 2467644 w 6282234"/>
              <a:gd name="connsiteY5429" fmla="*/ 230557 h 4115518"/>
              <a:gd name="connsiteX5430" fmla="*/ 2535069 w 6282234"/>
              <a:gd name="connsiteY5430" fmla="*/ 233210 h 4115518"/>
              <a:gd name="connsiteX5431" fmla="*/ 2529857 w 6282234"/>
              <a:gd name="connsiteY5431" fmla="*/ 262735 h 4115518"/>
              <a:gd name="connsiteX5432" fmla="*/ 2551030 w 6282234"/>
              <a:gd name="connsiteY5432" fmla="*/ 266716 h 4115518"/>
              <a:gd name="connsiteX5433" fmla="*/ 2553636 w 6282234"/>
              <a:gd name="connsiteY5433" fmla="*/ 230557 h 4115518"/>
              <a:gd name="connsiteX5434" fmla="*/ 2583928 w 6282234"/>
              <a:gd name="connsiteY5434" fmla="*/ 220937 h 4115518"/>
              <a:gd name="connsiteX5435" fmla="*/ 2592072 w 6282234"/>
              <a:gd name="connsiteY5435" fmla="*/ 260081 h 4115518"/>
              <a:gd name="connsiteX5436" fmla="*/ 2610312 w 6282234"/>
              <a:gd name="connsiteY5436" fmla="*/ 284298 h 4115518"/>
              <a:gd name="connsiteX5437" fmla="*/ 2646142 w 6282234"/>
              <a:gd name="connsiteY5437" fmla="*/ 289606 h 4115518"/>
              <a:gd name="connsiteX5438" fmla="*/ 2681972 w 6282234"/>
              <a:gd name="connsiteY5438" fmla="*/ 241172 h 4115518"/>
              <a:gd name="connsiteX5439" fmla="*/ 2714871 w 6282234"/>
              <a:gd name="connsiteY5439" fmla="*/ 241172 h 4115518"/>
              <a:gd name="connsiteX5440" fmla="*/ 2762753 w 6282234"/>
              <a:gd name="connsiteY5440" fmla="*/ 284298 h 4115518"/>
              <a:gd name="connsiteX5441" fmla="*/ 2717802 w 6282234"/>
              <a:gd name="connsiteY5441" fmla="*/ 357280 h 4115518"/>
              <a:gd name="connsiteX5442" fmla="*/ 2681972 w 6282234"/>
              <a:gd name="connsiteY5442" fmla="*/ 384150 h 4115518"/>
              <a:gd name="connsiteX5443" fmla="*/ 2691092 w 6282234"/>
              <a:gd name="connsiteY5443" fmla="*/ 403060 h 4115518"/>
              <a:gd name="connsiteX5444" fmla="*/ 2658194 w 6282234"/>
              <a:gd name="connsiteY5444" fmla="*/ 478364 h 4115518"/>
              <a:gd name="connsiteX5445" fmla="*/ 2639628 w 6282234"/>
              <a:gd name="connsiteY5445" fmla="*/ 481018 h 4115518"/>
              <a:gd name="connsiteX5446" fmla="*/ 2627576 w 6282234"/>
              <a:gd name="connsiteY5446" fmla="*/ 512201 h 4115518"/>
              <a:gd name="connsiteX5447" fmla="*/ 2631485 w 6282234"/>
              <a:gd name="connsiteY5447" fmla="*/ 544379 h 4115518"/>
              <a:gd name="connsiteX5448" fmla="*/ 2607707 w 6282234"/>
              <a:gd name="connsiteY5448" fmla="*/ 590490 h 4115518"/>
              <a:gd name="connsiteX5449" fmla="*/ 2589139 w 6282234"/>
              <a:gd name="connsiteY5449" fmla="*/ 669776 h 4115518"/>
              <a:gd name="connsiteX5450" fmla="*/ 2606404 w 6282234"/>
              <a:gd name="connsiteY5450" fmla="*/ 648212 h 4115518"/>
              <a:gd name="connsiteX5451" fmla="*/ 2624970 w 6282234"/>
              <a:gd name="connsiteY5451" fmla="*/ 669776 h 4115518"/>
              <a:gd name="connsiteX5452" fmla="*/ 2618455 w 6282234"/>
              <a:gd name="connsiteY5452" fmla="*/ 687358 h 4115518"/>
              <a:gd name="connsiteX5453" fmla="*/ 2631485 w 6282234"/>
              <a:gd name="connsiteY5453" fmla="*/ 699631 h 4115518"/>
              <a:gd name="connsiteX5454" fmla="*/ 2654285 w 6282234"/>
              <a:gd name="connsiteY5454" fmla="*/ 699631 h 4115518"/>
              <a:gd name="connsiteX5455" fmla="*/ 2658194 w 6282234"/>
              <a:gd name="connsiteY5455" fmla="*/ 730483 h 4115518"/>
              <a:gd name="connsiteX5456" fmla="*/ 2654285 w 6282234"/>
              <a:gd name="connsiteY5456" fmla="*/ 742758 h 4115518"/>
              <a:gd name="connsiteX5457" fmla="*/ 2627576 w 6282234"/>
              <a:gd name="connsiteY5457" fmla="*/ 730483 h 4115518"/>
              <a:gd name="connsiteX5458" fmla="*/ 2606404 w 6282234"/>
              <a:gd name="connsiteY5458" fmla="*/ 738776 h 4115518"/>
              <a:gd name="connsiteX5459" fmla="*/ 2595980 w 6282234"/>
              <a:gd name="connsiteY5459" fmla="*/ 754700 h 4115518"/>
              <a:gd name="connsiteX5460" fmla="*/ 2595980 w 6282234"/>
              <a:gd name="connsiteY5460" fmla="*/ 769628 h 4115518"/>
              <a:gd name="connsiteX5461" fmla="*/ 2630181 w 6282234"/>
              <a:gd name="connsiteY5461" fmla="*/ 793845 h 4115518"/>
              <a:gd name="connsiteX5462" fmla="*/ 2634416 w 6282234"/>
              <a:gd name="connsiteY5462" fmla="*/ 854552 h 4115518"/>
              <a:gd name="connsiteX5463" fmla="*/ 2615850 w 6282234"/>
              <a:gd name="connsiteY5463" fmla="*/ 859860 h 4115518"/>
              <a:gd name="connsiteX5464" fmla="*/ 2610312 w 6282234"/>
              <a:gd name="connsiteY5464" fmla="*/ 884077 h 4115518"/>
              <a:gd name="connsiteX5465" fmla="*/ 2622365 w 6282234"/>
              <a:gd name="connsiteY5465" fmla="*/ 896351 h 4115518"/>
              <a:gd name="connsiteX5466" fmla="*/ 2639628 w 6282234"/>
              <a:gd name="connsiteY5466" fmla="*/ 908294 h 4115518"/>
              <a:gd name="connsiteX5467" fmla="*/ 2631485 w 6282234"/>
              <a:gd name="connsiteY5467" fmla="*/ 921895 h 4115518"/>
              <a:gd name="connsiteX5468" fmla="*/ 2622365 w 6282234"/>
              <a:gd name="connsiteY5468" fmla="*/ 921895 h 4115518"/>
              <a:gd name="connsiteX5469" fmla="*/ 2618455 w 6282234"/>
              <a:gd name="connsiteY5469" fmla="*/ 909953 h 4115518"/>
              <a:gd name="connsiteX5470" fmla="*/ 2595980 w 6282234"/>
              <a:gd name="connsiteY5470" fmla="*/ 909953 h 4115518"/>
              <a:gd name="connsiteX5471" fmla="*/ 2586534 w 6282234"/>
              <a:gd name="connsiteY5471" fmla="*/ 932843 h 4115518"/>
              <a:gd name="connsiteX5472" fmla="*/ 2610312 w 6282234"/>
              <a:gd name="connsiteY5472" fmla="*/ 946111 h 4115518"/>
              <a:gd name="connsiteX5473" fmla="*/ 2613243 w 6282234"/>
              <a:gd name="connsiteY5473" fmla="*/ 972982 h 4115518"/>
              <a:gd name="connsiteX5474" fmla="*/ 2595980 w 6282234"/>
              <a:gd name="connsiteY5474" fmla="*/ 972982 h 4115518"/>
              <a:gd name="connsiteX5475" fmla="*/ 2586534 w 6282234"/>
              <a:gd name="connsiteY5475" fmla="*/ 987910 h 4115518"/>
              <a:gd name="connsiteX5476" fmla="*/ 2565362 w 6282234"/>
              <a:gd name="connsiteY5476" fmla="*/ 978622 h 4115518"/>
              <a:gd name="connsiteX5477" fmla="*/ 2556241 w 6282234"/>
              <a:gd name="connsiteY5477" fmla="*/ 966348 h 4115518"/>
              <a:gd name="connsiteX5478" fmla="*/ 2532463 w 6282234"/>
              <a:gd name="connsiteY5478" fmla="*/ 972982 h 4115518"/>
              <a:gd name="connsiteX5479" fmla="*/ 2520411 w 6282234"/>
              <a:gd name="connsiteY5479" fmla="*/ 990564 h 4115518"/>
              <a:gd name="connsiteX5480" fmla="*/ 2538978 w 6282234"/>
              <a:gd name="connsiteY5480" fmla="*/ 1000185 h 4115518"/>
              <a:gd name="connsiteX5481" fmla="*/ 2548098 w 6282234"/>
              <a:gd name="connsiteY5481" fmla="*/ 1039329 h 4115518"/>
              <a:gd name="connsiteX5482" fmla="*/ 2582626 w 6282234"/>
              <a:gd name="connsiteY5482" fmla="*/ 1067527 h 4115518"/>
              <a:gd name="connsiteX5483" fmla="*/ 2583928 w 6282234"/>
              <a:gd name="connsiteY5483" fmla="*/ 1091744 h 4115518"/>
              <a:gd name="connsiteX5484" fmla="*/ 2594677 w 6282234"/>
              <a:gd name="connsiteY5484" fmla="*/ 1102359 h 4115518"/>
              <a:gd name="connsiteX5485" fmla="*/ 2598585 w 6282234"/>
              <a:gd name="connsiteY5485" fmla="*/ 1133543 h 4115518"/>
              <a:gd name="connsiteX5486" fmla="*/ 2583928 w 6282234"/>
              <a:gd name="connsiteY5486" fmla="*/ 1148471 h 4115518"/>
              <a:gd name="connsiteX5487" fmla="*/ 2567968 w 6282234"/>
              <a:gd name="connsiteY5487" fmla="*/ 1148471 h 4115518"/>
              <a:gd name="connsiteX5488" fmla="*/ 2551030 w 6282234"/>
              <a:gd name="connsiteY5488" fmla="*/ 1128235 h 4115518"/>
              <a:gd name="connsiteX5489" fmla="*/ 2551030 w 6282234"/>
              <a:gd name="connsiteY5489" fmla="*/ 1111980 h 4115518"/>
              <a:gd name="connsiteX5490" fmla="*/ 2541583 w 6282234"/>
              <a:gd name="connsiteY5490" fmla="*/ 1099706 h 4115518"/>
              <a:gd name="connsiteX5491" fmla="*/ 2529857 w 6282234"/>
              <a:gd name="connsiteY5491" fmla="*/ 1097051 h 4115518"/>
              <a:gd name="connsiteX5492" fmla="*/ 2526926 w 6282234"/>
              <a:gd name="connsiteY5492" fmla="*/ 1106672 h 4115518"/>
              <a:gd name="connsiteX5493" fmla="*/ 2512594 w 6282234"/>
              <a:gd name="connsiteY5493" fmla="*/ 1118614 h 4115518"/>
              <a:gd name="connsiteX5494" fmla="*/ 2488816 w 6282234"/>
              <a:gd name="connsiteY5494" fmla="*/ 1121268 h 4115518"/>
              <a:gd name="connsiteX5495" fmla="*/ 2481975 w 6282234"/>
              <a:gd name="connsiteY5495" fmla="*/ 1151125 h 4115518"/>
              <a:gd name="connsiteX5496" fmla="*/ 2505754 w 6282234"/>
              <a:gd name="connsiteY5496" fmla="*/ 1145485 h 4115518"/>
              <a:gd name="connsiteX5497" fmla="*/ 2515199 w 6282234"/>
              <a:gd name="connsiteY5497" fmla="*/ 1160413 h 4115518"/>
              <a:gd name="connsiteX5498" fmla="*/ 2526926 w 6282234"/>
              <a:gd name="connsiteY5498" fmla="*/ 1151125 h 4115518"/>
              <a:gd name="connsiteX5499" fmla="*/ 2538978 w 6282234"/>
              <a:gd name="connsiteY5499" fmla="*/ 1151125 h 4115518"/>
              <a:gd name="connsiteX5500" fmla="*/ 2562756 w 6282234"/>
              <a:gd name="connsiteY5500" fmla="*/ 1164394 h 4115518"/>
              <a:gd name="connsiteX5501" fmla="*/ 2570899 w 6282234"/>
              <a:gd name="connsiteY5501" fmla="*/ 1176668 h 4115518"/>
              <a:gd name="connsiteX5502" fmla="*/ 2558848 w 6282234"/>
              <a:gd name="connsiteY5502" fmla="*/ 1194250 h 4115518"/>
              <a:gd name="connsiteX5503" fmla="*/ 2512594 w 6282234"/>
              <a:gd name="connsiteY5503" fmla="*/ 1237376 h 4115518"/>
              <a:gd name="connsiteX5504" fmla="*/ 2464712 w 6282234"/>
              <a:gd name="connsiteY5504" fmla="*/ 1251972 h 4115518"/>
              <a:gd name="connsiteX5505" fmla="*/ 2460804 w 6282234"/>
              <a:gd name="connsiteY5505" fmla="*/ 1260266 h 4115518"/>
              <a:gd name="connsiteX5506" fmla="*/ 2431814 w 6282234"/>
              <a:gd name="connsiteY5506" fmla="*/ 1266901 h 4115518"/>
              <a:gd name="connsiteX5507" fmla="*/ 2415853 w 6282234"/>
              <a:gd name="connsiteY5507" fmla="*/ 1264247 h 4115518"/>
              <a:gd name="connsiteX5508" fmla="*/ 2393378 w 6282234"/>
              <a:gd name="connsiteY5508" fmla="*/ 1291117 h 4115518"/>
              <a:gd name="connsiteX5509" fmla="*/ 2392075 w 6282234"/>
              <a:gd name="connsiteY5509" fmla="*/ 1303391 h 4115518"/>
              <a:gd name="connsiteX5510" fmla="*/ 2381652 w 6282234"/>
              <a:gd name="connsiteY5510" fmla="*/ 1315334 h 4115518"/>
              <a:gd name="connsiteX5511" fmla="*/ 2380023 w 6282234"/>
              <a:gd name="connsiteY5511" fmla="*/ 1327608 h 4115518"/>
              <a:gd name="connsiteX5512" fmla="*/ 2368297 w 6282234"/>
              <a:gd name="connsiteY5512" fmla="*/ 1346517 h 4115518"/>
              <a:gd name="connsiteX5513" fmla="*/ 2353639 w 6282234"/>
              <a:gd name="connsiteY5513" fmla="*/ 1349171 h 4115518"/>
              <a:gd name="connsiteX5514" fmla="*/ 2324650 w 6282234"/>
              <a:gd name="connsiteY5514" fmla="*/ 1369407 h 4115518"/>
              <a:gd name="connsiteX5515" fmla="*/ 2308689 w 6282234"/>
              <a:gd name="connsiteY5515" fmla="*/ 1361445 h 4115518"/>
              <a:gd name="connsiteX5516" fmla="*/ 2308689 w 6282234"/>
              <a:gd name="connsiteY5516" fmla="*/ 1376042 h 4115518"/>
              <a:gd name="connsiteX5517" fmla="*/ 2279699 w 6282234"/>
              <a:gd name="connsiteY5517" fmla="*/ 1378695 h 4115518"/>
              <a:gd name="connsiteX5518" fmla="*/ 2282305 w 6282234"/>
              <a:gd name="connsiteY5518" fmla="*/ 1393624 h 4115518"/>
              <a:gd name="connsiteX5519" fmla="*/ 2267647 w 6282234"/>
              <a:gd name="connsiteY5519" fmla="*/ 1417840 h 4115518"/>
              <a:gd name="connsiteX5520" fmla="*/ 2262435 w 6282234"/>
              <a:gd name="connsiteY5520" fmla="*/ 1458312 h 4115518"/>
              <a:gd name="connsiteX5521" fmla="*/ 2246475 w 6282234"/>
              <a:gd name="connsiteY5521" fmla="*/ 1490823 h 4115518"/>
              <a:gd name="connsiteX5522" fmla="*/ 2234749 w 6282234"/>
              <a:gd name="connsiteY5522" fmla="*/ 1490823 h 4115518"/>
              <a:gd name="connsiteX5523" fmla="*/ 2238657 w 6282234"/>
              <a:gd name="connsiteY5523" fmla="*/ 1521674 h 4115518"/>
              <a:gd name="connsiteX5524" fmla="*/ 2226606 w 6282234"/>
              <a:gd name="connsiteY5524" fmla="*/ 1551198 h 4115518"/>
              <a:gd name="connsiteX5525" fmla="*/ 2226606 w 6282234"/>
              <a:gd name="connsiteY5525" fmla="*/ 1575747 h 4115518"/>
              <a:gd name="connsiteX5526" fmla="*/ 2222697 w 6282234"/>
              <a:gd name="connsiteY5526" fmla="*/ 1591670 h 4115518"/>
              <a:gd name="connsiteX5527" fmla="*/ 2205433 w 6282234"/>
              <a:gd name="connsiteY5527" fmla="*/ 1587690 h 4115518"/>
              <a:gd name="connsiteX5528" fmla="*/ 2196313 w 6282234"/>
              <a:gd name="connsiteY5528" fmla="*/ 1594324 h 4115518"/>
              <a:gd name="connsiteX5529" fmla="*/ 2186867 w 6282234"/>
              <a:gd name="connsiteY5529" fmla="*/ 1587690 h 4115518"/>
              <a:gd name="connsiteX5530" fmla="*/ 2172535 w 6282234"/>
              <a:gd name="connsiteY5530" fmla="*/ 1563473 h 4115518"/>
              <a:gd name="connsiteX5531" fmla="*/ 2148431 w 6282234"/>
              <a:gd name="connsiteY5531" fmla="*/ 1560818 h 4115518"/>
              <a:gd name="connsiteX5532" fmla="*/ 2127259 w 6282234"/>
              <a:gd name="connsiteY5532" fmla="*/ 1551198 h 4115518"/>
              <a:gd name="connsiteX5533" fmla="*/ 2107389 w 6282234"/>
              <a:gd name="connsiteY5533" fmla="*/ 1521674 h 4115518"/>
              <a:gd name="connsiteX5534" fmla="*/ 2098269 w 6282234"/>
              <a:gd name="connsiteY5534" fmla="*/ 1494803 h 4115518"/>
              <a:gd name="connsiteX5535" fmla="*/ 2083611 w 6282234"/>
              <a:gd name="connsiteY5535" fmla="*/ 1475894 h 4115518"/>
              <a:gd name="connsiteX5536" fmla="*/ 2077096 w 6282234"/>
              <a:gd name="connsiteY5536" fmla="*/ 1455659 h 4115518"/>
              <a:gd name="connsiteX5537" fmla="*/ 2079703 w 6282234"/>
              <a:gd name="connsiteY5537" fmla="*/ 1436749 h 4115518"/>
              <a:gd name="connsiteX5538" fmla="*/ 2067976 w 6282234"/>
              <a:gd name="connsiteY5538" fmla="*/ 1427461 h 4115518"/>
              <a:gd name="connsiteX5539" fmla="*/ 2067976 w 6282234"/>
              <a:gd name="connsiteY5539" fmla="*/ 1393624 h 4115518"/>
              <a:gd name="connsiteX5540" fmla="*/ 2048107 w 6282234"/>
              <a:gd name="connsiteY5540" fmla="*/ 1369407 h 4115518"/>
              <a:gd name="connsiteX5541" fmla="*/ 2043872 w 6282234"/>
              <a:gd name="connsiteY5541" fmla="*/ 1346517 h 4115518"/>
              <a:gd name="connsiteX5542" fmla="*/ 2048107 w 6282234"/>
              <a:gd name="connsiteY5542" fmla="*/ 1330262 h 4115518"/>
              <a:gd name="connsiteX5543" fmla="*/ 2038661 w 6282234"/>
              <a:gd name="connsiteY5543" fmla="*/ 1303391 h 4115518"/>
              <a:gd name="connsiteX5544" fmla="*/ 2046805 w 6282234"/>
              <a:gd name="connsiteY5544" fmla="*/ 1284483 h 4115518"/>
              <a:gd name="connsiteX5545" fmla="*/ 2048107 w 6282234"/>
              <a:gd name="connsiteY5545" fmla="*/ 1260266 h 4115518"/>
              <a:gd name="connsiteX5546" fmla="*/ 2059833 w 6282234"/>
              <a:gd name="connsiteY5546" fmla="*/ 1260266 h 4115518"/>
              <a:gd name="connsiteX5547" fmla="*/ 2065045 w 6282234"/>
              <a:gd name="connsiteY5547" fmla="*/ 1242684 h 4115518"/>
              <a:gd name="connsiteX5548" fmla="*/ 2083611 w 6282234"/>
              <a:gd name="connsiteY5548" fmla="*/ 1240030 h 4115518"/>
              <a:gd name="connsiteX5549" fmla="*/ 2083611 w 6282234"/>
              <a:gd name="connsiteY5549" fmla="*/ 1213159 h 4115518"/>
              <a:gd name="connsiteX5550" fmla="*/ 2089149 w 6282234"/>
              <a:gd name="connsiteY5550" fmla="*/ 1184630 h 4115518"/>
              <a:gd name="connsiteX5551" fmla="*/ 2082308 w 6282234"/>
              <a:gd name="connsiteY5551" fmla="*/ 1167380 h 4115518"/>
              <a:gd name="connsiteX5552" fmla="*/ 2070583 w 6282234"/>
              <a:gd name="connsiteY5552" fmla="*/ 1170033 h 4115518"/>
              <a:gd name="connsiteX5553" fmla="*/ 2048107 w 6282234"/>
              <a:gd name="connsiteY5553" fmla="*/ 1152451 h 4115518"/>
              <a:gd name="connsiteX5554" fmla="*/ 2034752 w 6282234"/>
              <a:gd name="connsiteY5554" fmla="*/ 1151125 h 4115518"/>
              <a:gd name="connsiteX5555" fmla="*/ 2024329 w 6282234"/>
              <a:gd name="connsiteY5555" fmla="*/ 1136196 h 4115518"/>
              <a:gd name="connsiteX5556" fmla="*/ 2034752 w 6282234"/>
              <a:gd name="connsiteY5556" fmla="*/ 1126908 h 4115518"/>
              <a:gd name="connsiteX5557" fmla="*/ 2059833 w 6282234"/>
              <a:gd name="connsiteY5557" fmla="*/ 1133543 h 4115518"/>
              <a:gd name="connsiteX5558" fmla="*/ 2071885 w 6282234"/>
              <a:gd name="connsiteY5558" fmla="*/ 1145485 h 4115518"/>
              <a:gd name="connsiteX5559" fmla="*/ 2094360 w 6282234"/>
              <a:gd name="connsiteY5559" fmla="*/ 1152451 h 4115518"/>
              <a:gd name="connsiteX5560" fmla="*/ 2082308 w 6282234"/>
              <a:gd name="connsiteY5560" fmla="*/ 1126908 h 4115518"/>
              <a:gd name="connsiteX5561" fmla="*/ 2070583 w 6282234"/>
              <a:gd name="connsiteY5561" fmla="*/ 1115961 h 4115518"/>
              <a:gd name="connsiteX5562" fmla="*/ 2055925 w 6282234"/>
              <a:gd name="connsiteY5562" fmla="*/ 1087763 h 4115518"/>
              <a:gd name="connsiteX5563" fmla="*/ 2036055 w 6282234"/>
              <a:gd name="connsiteY5563" fmla="*/ 1078143 h 4115518"/>
              <a:gd name="connsiteX5564" fmla="*/ 2034752 w 6282234"/>
              <a:gd name="connsiteY5564" fmla="*/ 1091744 h 4115518"/>
              <a:gd name="connsiteX5565" fmla="*/ 2020094 w 6282234"/>
              <a:gd name="connsiteY5565" fmla="*/ 1097051 h 4115518"/>
              <a:gd name="connsiteX5566" fmla="*/ 2000225 w 6282234"/>
              <a:gd name="connsiteY5566" fmla="*/ 1082456 h 4115518"/>
              <a:gd name="connsiteX5567" fmla="*/ 2005762 w 6282234"/>
              <a:gd name="connsiteY5567" fmla="*/ 1057907 h 4115518"/>
              <a:gd name="connsiteX5568" fmla="*/ 2017489 w 6282234"/>
              <a:gd name="connsiteY5568" fmla="*/ 1048618 h 4115518"/>
              <a:gd name="connsiteX5569" fmla="*/ 2014883 w 6282234"/>
              <a:gd name="connsiteY5569" fmla="*/ 1033690 h 4115518"/>
              <a:gd name="connsiteX5570" fmla="*/ 2022701 w 6282234"/>
              <a:gd name="connsiteY5570" fmla="*/ 1012127 h 4115518"/>
              <a:gd name="connsiteX5571" fmla="*/ 2008368 w 6282234"/>
              <a:gd name="connsiteY5571" fmla="*/ 997530 h 4115518"/>
              <a:gd name="connsiteX5572" fmla="*/ 2010974 w 6282234"/>
              <a:gd name="connsiteY5572" fmla="*/ 978622 h 4115518"/>
              <a:gd name="connsiteX5573" fmla="*/ 1998923 w 6282234"/>
              <a:gd name="connsiteY5573" fmla="*/ 961040 h 4115518"/>
              <a:gd name="connsiteX5574" fmla="*/ 1993711 w 6282234"/>
              <a:gd name="connsiteY5574" fmla="*/ 936823 h 4115518"/>
              <a:gd name="connsiteX5575" fmla="*/ 1993711 w 6282234"/>
              <a:gd name="connsiteY5575" fmla="*/ 908294 h 4115518"/>
              <a:gd name="connsiteX5576" fmla="*/ 1981659 w 6282234"/>
              <a:gd name="connsiteY5576" fmla="*/ 891043 h 4115518"/>
              <a:gd name="connsiteX5577" fmla="*/ 1981659 w 6282234"/>
              <a:gd name="connsiteY5577" fmla="*/ 878769 h 4115518"/>
              <a:gd name="connsiteX5578" fmla="*/ 1967327 w 6282234"/>
              <a:gd name="connsiteY5578" fmla="*/ 881423 h 4115518"/>
              <a:gd name="connsiteX5579" fmla="*/ 1964720 w 6282234"/>
              <a:gd name="connsiteY5579" fmla="*/ 863841 h 4115518"/>
              <a:gd name="connsiteX5580" fmla="*/ 1957881 w 6282234"/>
              <a:gd name="connsiteY5580" fmla="*/ 859860 h 4115518"/>
              <a:gd name="connsiteX5581" fmla="*/ 1960487 w 6282234"/>
              <a:gd name="connsiteY5581" fmla="*/ 836970 h 4115518"/>
              <a:gd name="connsiteX5582" fmla="*/ 1946154 w 6282234"/>
              <a:gd name="connsiteY5582" fmla="*/ 820715 h 4115518"/>
              <a:gd name="connsiteX5583" fmla="*/ 1934103 w 6282234"/>
              <a:gd name="connsiteY5583" fmla="*/ 806119 h 4115518"/>
              <a:gd name="connsiteX5584" fmla="*/ 1915536 w 6282234"/>
              <a:gd name="connsiteY5584" fmla="*/ 791190 h 4115518"/>
              <a:gd name="connsiteX5585" fmla="*/ 1862768 w 6282234"/>
              <a:gd name="connsiteY5585" fmla="*/ 791190 h 4115518"/>
              <a:gd name="connsiteX5586" fmla="*/ 1850716 w 6282234"/>
              <a:gd name="connsiteY5586" fmla="*/ 787210 h 4115518"/>
              <a:gd name="connsiteX5587" fmla="*/ 1844202 w 6282234"/>
              <a:gd name="connsiteY5587" fmla="*/ 799152 h 4115518"/>
              <a:gd name="connsiteX5588" fmla="*/ 1832150 w 6282234"/>
              <a:gd name="connsiteY5588" fmla="*/ 800480 h 4115518"/>
              <a:gd name="connsiteX5589" fmla="*/ 1829544 w 6282234"/>
              <a:gd name="connsiteY5589" fmla="*/ 788537 h 4115518"/>
              <a:gd name="connsiteX5590" fmla="*/ 1821727 w 6282234"/>
              <a:gd name="connsiteY5590" fmla="*/ 781902 h 4115518"/>
              <a:gd name="connsiteX5591" fmla="*/ 1812281 w 6282234"/>
              <a:gd name="connsiteY5591" fmla="*/ 806119 h 4115518"/>
              <a:gd name="connsiteX5592" fmla="*/ 1784594 w 6282234"/>
              <a:gd name="connsiteY5592" fmla="*/ 796499 h 4115518"/>
              <a:gd name="connsiteX5593" fmla="*/ 1762118 w 6282234"/>
              <a:gd name="connsiteY5593" fmla="*/ 776263 h 4115518"/>
              <a:gd name="connsiteX5594" fmla="*/ 1774171 w 6282234"/>
              <a:gd name="connsiteY5594" fmla="*/ 760340 h 4115518"/>
              <a:gd name="connsiteX5595" fmla="*/ 1743552 w 6282234"/>
              <a:gd name="connsiteY5595" fmla="*/ 742758 h 4115518"/>
              <a:gd name="connsiteX5596" fmla="*/ 1731826 w 6282234"/>
              <a:gd name="connsiteY5596" fmla="*/ 726503 h 4115518"/>
              <a:gd name="connsiteX5597" fmla="*/ 1738341 w 6282234"/>
              <a:gd name="connsiteY5597" fmla="*/ 711574 h 4115518"/>
              <a:gd name="connsiteX5598" fmla="*/ 1767330 w 6282234"/>
              <a:gd name="connsiteY5598" fmla="*/ 708921 h 4115518"/>
              <a:gd name="connsiteX5599" fmla="*/ 1781988 w 6282234"/>
              <a:gd name="connsiteY5599" fmla="*/ 699631 h 4115518"/>
              <a:gd name="connsiteX5600" fmla="*/ 1809674 w 6282234"/>
              <a:gd name="connsiteY5600" fmla="*/ 699631 h 4115518"/>
              <a:gd name="connsiteX5601" fmla="*/ 1805766 w 6282234"/>
              <a:gd name="connsiteY5601" fmla="*/ 672429 h 4115518"/>
              <a:gd name="connsiteX5602" fmla="*/ 1797949 w 6282234"/>
              <a:gd name="connsiteY5602" fmla="*/ 684704 h 4115518"/>
              <a:gd name="connsiteX5603" fmla="*/ 1769937 w 6282234"/>
              <a:gd name="connsiteY5603" fmla="*/ 691338 h 4115518"/>
              <a:gd name="connsiteX5604" fmla="*/ 1750067 w 6282234"/>
              <a:gd name="connsiteY5604" fmla="*/ 682049 h 4115518"/>
              <a:gd name="connsiteX5605" fmla="*/ 1743552 w 6282234"/>
              <a:gd name="connsiteY5605" fmla="*/ 663141 h 4115518"/>
              <a:gd name="connsiteX5606" fmla="*/ 1722380 w 6282234"/>
              <a:gd name="connsiteY5606" fmla="*/ 655179 h 4115518"/>
              <a:gd name="connsiteX5607" fmla="*/ 1705116 w 6282234"/>
              <a:gd name="connsiteY5607" fmla="*/ 630630 h 4115518"/>
              <a:gd name="connsiteX5608" fmla="*/ 1710654 w 6282234"/>
              <a:gd name="connsiteY5608" fmla="*/ 599779 h 4115518"/>
              <a:gd name="connsiteX5609" fmla="*/ 1764725 w 6282234"/>
              <a:gd name="connsiteY5609" fmla="*/ 572908 h 4115518"/>
              <a:gd name="connsiteX5610" fmla="*/ 1772868 w 6282234"/>
              <a:gd name="connsiteY5610" fmla="*/ 557980 h 4115518"/>
              <a:gd name="connsiteX5611" fmla="*/ 1797949 w 6282234"/>
              <a:gd name="connsiteY5611" fmla="*/ 544379 h 4115518"/>
              <a:gd name="connsiteX5612" fmla="*/ 1817818 w 6282234"/>
              <a:gd name="connsiteY5612" fmla="*/ 544379 h 4115518"/>
              <a:gd name="connsiteX5613" fmla="*/ 1844202 w 6282234"/>
              <a:gd name="connsiteY5613" fmla="*/ 508220 h 4115518"/>
              <a:gd name="connsiteX5614" fmla="*/ 1844202 w 6282234"/>
              <a:gd name="connsiteY5614" fmla="*/ 451493 h 4115518"/>
              <a:gd name="connsiteX5615" fmla="*/ 1808372 w 6282234"/>
              <a:gd name="connsiteY5615" fmla="*/ 451493 h 4115518"/>
              <a:gd name="connsiteX5616" fmla="*/ 1797949 w 6282234"/>
              <a:gd name="connsiteY5616" fmla="*/ 424622 h 4115518"/>
              <a:gd name="connsiteX5617" fmla="*/ 1812281 w 6282234"/>
              <a:gd name="connsiteY5617" fmla="*/ 400405 h 4115518"/>
              <a:gd name="connsiteX5618" fmla="*/ 1838990 w 6282234"/>
              <a:gd name="connsiteY5618" fmla="*/ 376189 h 4115518"/>
              <a:gd name="connsiteX5619" fmla="*/ 1845505 w 6282234"/>
              <a:gd name="connsiteY5619" fmla="*/ 351640 h 4115518"/>
              <a:gd name="connsiteX5620" fmla="*/ 1877426 w 6282234"/>
              <a:gd name="connsiteY5620" fmla="*/ 326096 h 4115518"/>
              <a:gd name="connsiteX5621" fmla="*/ 1901204 w 6282234"/>
              <a:gd name="connsiteY5621" fmla="*/ 342352 h 4115518"/>
              <a:gd name="connsiteX5622" fmla="*/ 1912930 w 6282234"/>
              <a:gd name="connsiteY5622" fmla="*/ 333063 h 4115518"/>
              <a:gd name="connsiteX5623" fmla="*/ 1915536 w 6282234"/>
              <a:gd name="connsiteY5623" fmla="*/ 296572 h 4115518"/>
              <a:gd name="connsiteX5624" fmla="*/ 1907718 w 6282234"/>
              <a:gd name="connsiteY5624" fmla="*/ 254774 h 4115518"/>
              <a:gd name="connsiteX5625" fmla="*/ 1952669 w 6282234"/>
              <a:gd name="connsiteY5625" fmla="*/ 218282 h 4115518"/>
              <a:gd name="connsiteX5626" fmla="*/ 2024329 w 6282234"/>
              <a:gd name="connsiteY5626" fmla="*/ 184777 h 4115518"/>
              <a:gd name="connsiteX5627" fmla="*/ 2053318 w 6282234"/>
              <a:gd name="connsiteY5627" fmla="*/ 248139 h 4115518"/>
              <a:gd name="connsiteX5628" fmla="*/ 2112927 w 6282234"/>
              <a:gd name="connsiteY5628" fmla="*/ 241172 h 4115518"/>
              <a:gd name="connsiteX5629" fmla="*/ 2091754 w 6282234"/>
              <a:gd name="connsiteY5629" fmla="*/ 208994 h 4115518"/>
              <a:gd name="connsiteX5630" fmla="*/ 2083611 w 6282234"/>
              <a:gd name="connsiteY5630" fmla="*/ 165868 h 4115518"/>
              <a:gd name="connsiteX5631" fmla="*/ 2110320 w 6282234"/>
              <a:gd name="connsiteY5631" fmla="*/ 165868 h 4115518"/>
              <a:gd name="connsiteX5632" fmla="*/ 2145825 w 6282234"/>
              <a:gd name="connsiteY5632" fmla="*/ 208994 h 4115518"/>
              <a:gd name="connsiteX5633" fmla="*/ 2190775 w 6282234"/>
              <a:gd name="connsiteY5633" fmla="*/ 233210 h 4115518"/>
              <a:gd name="connsiteX5634" fmla="*/ 2196313 w 6282234"/>
              <a:gd name="connsiteY5634" fmla="*/ 199374 h 4115518"/>
              <a:gd name="connsiteX5635" fmla="*/ 2210645 w 6282234"/>
              <a:gd name="connsiteY5635" fmla="*/ 187431 h 4115518"/>
              <a:gd name="connsiteX5636" fmla="*/ 2165694 w 6282234"/>
              <a:gd name="connsiteY5636" fmla="*/ 87579 h 4115518"/>
              <a:gd name="connsiteX5637" fmla="*/ 2220091 w 6282234"/>
              <a:gd name="connsiteY5637" fmla="*/ 56727 h 4115518"/>
              <a:gd name="connsiteX5638" fmla="*/ 2241264 w 6282234"/>
              <a:gd name="connsiteY5638" fmla="*/ 63362 h 4115518"/>
              <a:gd name="connsiteX5639" fmla="*/ 2265042 w 6282234"/>
              <a:gd name="connsiteY5639" fmla="*/ 96867 h 4115518"/>
              <a:gd name="connsiteX5640" fmla="*/ 2291426 w 6282234"/>
              <a:gd name="connsiteY5640" fmla="*/ 99853 h 4115518"/>
              <a:gd name="connsiteX5641" fmla="*/ 2298266 w 6282234"/>
              <a:gd name="connsiteY5641" fmla="*/ 29525 h 41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</a:cxnLst>
            <a:rect l="l" t="t" r="r" b="b"/>
            <a:pathLst>
              <a:path w="6282234" h="4115518">
                <a:moveTo>
                  <a:pt x="1785896" y="4102249"/>
                </a:moveTo>
                <a:lnTo>
                  <a:pt x="1800554" y="4102249"/>
                </a:lnTo>
                <a:lnTo>
                  <a:pt x="1803161" y="4115518"/>
                </a:lnTo>
                <a:lnTo>
                  <a:pt x="1788503" y="4115518"/>
                </a:lnTo>
                <a:close/>
                <a:moveTo>
                  <a:pt x="1764725" y="4019315"/>
                </a:moveTo>
                <a:lnTo>
                  <a:pt x="1769937" y="4032584"/>
                </a:lnTo>
                <a:lnTo>
                  <a:pt x="1779383" y="4032584"/>
                </a:lnTo>
                <a:lnTo>
                  <a:pt x="1784594" y="4032584"/>
                </a:lnTo>
                <a:lnTo>
                  <a:pt x="1794039" y="4062441"/>
                </a:lnTo>
                <a:lnTo>
                  <a:pt x="1800554" y="4075711"/>
                </a:lnTo>
                <a:lnTo>
                  <a:pt x="1820424" y="4088979"/>
                </a:lnTo>
                <a:lnTo>
                  <a:pt x="1826939" y="4088979"/>
                </a:lnTo>
                <a:lnTo>
                  <a:pt x="1817818" y="4102249"/>
                </a:lnTo>
                <a:lnTo>
                  <a:pt x="1809674" y="4102249"/>
                </a:lnTo>
                <a:lnTo>
                  <a:pt x="1779383" y="4088979"/>
                </a:lnTo>
                <a:lnTo>
                  <a:pt x="1769937" y="4102249"/>
                </a:lnTo>
                <a:lnTo>
                  <a:pt x="1781988" y="4102249"/>
                </a:lnTo>
                <a:lnTo>
                  <a:pt x="1788503" y="4115518"/>
                </a:lnTo>
                <a:lnTo>
                  <a:pt x="1764725" y="4115518"/>
                </a:lnTo>
                <a:lnTo>
                  <a:pt x="1758210" y="4102249"/>
                </a:lnTo>
                <a:lnTo>
                  <a:pt x="1750067" y="4102249"/>
                </a:lnTo>
                <a:lnTo>
                  <a:pt x="1726289" y="4088979"/>
                </a:lnTo>
                <a:lnTo>
                  <a:pt x="1740946" y="4075711"/>
                </a:lnTo>
                <a:lnTo>
                  <a:pt x="1748764" y="4075711"/>
                </a:lnTo>
                <a:lnTo>
                  <a:pt x="1752998" y="4062441"/>
                </a:lnTo>
                <a:lnTo>
                  <a:pt x="1764725" y="4062441"/>
                </a:lnTo>
                <a:lnTo>
                  <a:pt x="1764725" y="4049171"/>
                </a:lnTo>
                <a:lnTo>
                  <a:pt x="1748764" y="4049171"/>
                </a:lnTo>
                <a:lnTo>
                  <a:pt x="1752998" y="4032584"/>
                </a:lnTo>
                <a:close/>
                <a:moveTo>
                  <a:pt x="1946154" y="3992777"/>
                </a:moveTo>
                <a:lnTo>
                  <a:pt x="1964720" y="3992777"/>
                </a:lnTo>
                <a:lnTo>
                  <a:pt x="1967327" y="4006045"/>
                </a:lnTo>
                <a:lnTo>
                  <a:pt x="1946154" y="4019315"/>
                </a:lnTo>
                <a:lnTo>
                  <a:pt x="1940943" y="4019315"/>
                </a:lnTo>
                <a:lnTo>
                  <a:pt x="1934103" y="4019315"/>
                </a:lnTo>
                <a:close/>
                <a:moveTo>
                  <a:pt x="1928891" y="3992777"/>
                </a:moveTo>
                <a:lnTo>
                  <a:pt x="1939314" y="3992777"/>
                </a:lnTo>
                <a:lnTo>
                  <a:pt x="1928891" y="4006045"/>
                </a:lnTo>
                <a:lnTo>
                  <a:pt x="1922376" y="4006045"/>
                </a:lnTo>
                <a:close/>
                <a:moveTo>
                  <a:pt x="1674824" y="3926429"/>
                </a:moveTo>
                <a:lnTo>
                  <a:pt x="1677429" y="3956285"/>
                </a:lnTo>
                <a:lnTo>
                  <a:pt x="1665378" y="3956285"/>
                </a:lnTo>
                <a:lnTo>
                  <a:pt x="1665378" y="3939698"/>
                </a:lnTo>
                <a:close/>
                <a:moveTo>
                  <a:pt x="1681339" y="3753926"/>
                </a:moveTo>
                <a:lnTo>
                  <a:pt x="1690785" y="3753926"/>
                </a:lnTo>
                <a:lnTo>
                  <a:pt x="1695996" y="3767195"/>
                </a:lnTo>
                <a:lnTo>
                  <a:pt x="1689482" y="3767195"/>
                </a:lnTo>
                <a:lnTo>
                  <a:pt x="1693390" y="3780465"/>
                </a:lnTo>
                <a:lnTo>
                  <a:pt x="1690785" y="3780465"/>
                </a:lnTo>
                <a:lnTo>
                  <a:pt x="1681339" y="3780465"/>
                </a:lnTo>
                <a:close/>
                <a:moveTo>
                  <a:pt x="5966279" y="3724070"/>
                </a:moveTo>
                <a:lnTo>
                  <a:pt x="5972793" y="3724070"/>
                </a:lnTo>
                <a:lnTo>
                  <a:pt x="5982565" y="3740657"/>
                </a:lnTo>
                <a:lnTo>
                  <a:pt x="5995595" y="3724070"/>
                </a:lnTo>
                <a:lnTo>
                  <a:pt x="6005366" y="3753926"/>
                </a:lnTo>
                <a:lnTo>
                  <a:pt x="5985823" y="3780465"/>
                </a:lnTo>
                <a:lnTo>
                  <a:pt x="5979308" y="3780465"/>
                </a:lnTo>
                <a:lnTo>
                  <a:pt x="5979308" y="3793735"/>
                </a:lnTo>
                <a:lnTo>
                  <a:pt x="5953250" y="3807004"/>
                </a:lnTo>
                <a:lnTo>
                  <a:pt x="5949992" y="3820274"/>
                </a:lnTo>
                <a:lnTo>
                  <a:pt x="5940221" y="3846812"/>
                </a:lnTo>
                <a:lnTo>
                  <a:pt x="5923935" y="3860082"/>
                </a:lnTo>
                <a:lnTo>
                  <a:pt x="5910905" y="3873351"/>
                </a:lnTo>
                <a:lnTo>
                  <a:pt x="5901133" y="3860082"/>
                </a:lnTo>
                <a:lnTo>
                  <a:pt x="5871819" y="3860082"/>
                </a:lnTo>
                <a:lnTo>
                  <a:pt x="5865303" y="3846812"/>
                </a:lnTo>
                <a:lnTo>
                  <a:pt x="5881590" y="3820274"/>
                </a:lnTo>
                <a:lnTo>
                  <a:pt x="5901133" y="3807004"/>
                </a:lnTo>
                <a:lnTo>
                  <a:pt x="5923935" y="3793735"/>
                </a:lnTo>
                <a:lnTo>
                  <a:pt x="5949992" y="3767195"/>
                </a:lnTo>
                <a:lnTo>
                  <a:pt x="5953250" y="3753926"/>
                </a:lnTo>
                <a:lnTo>
                  <a:pt x="5959764" y="3740657"/>
                </a:lnTo>
                <a:close/>
                <a:moveTo>
                  <a:pt x="5487459" y="3724070"/>
                </a:moveTo>
                <a:lnTo>
                  <a:pt x="5500489" y="3724070"/>
                </a:lnTo>
                <a:lnTo>
                  <a:pt x="5513519" y="3724070"/>
                </a:lnTo>
                <a:lnTo>
                  <a:pt x="5536319" y="3724070"/>
                </a:lnTo>
                <a:lnTo>
                  <a:pt x="5552605" y="3724070"/>
                </a:lnTo>
                <a:lnTo>
                  <a:pt x="5552605" y="3753926"/>
                </a:lnTo>
                <a:lnTo>
                  <a:pt x="5542833" y="3780465"/>
                </a:lnTo>
                <a:lnTo>
                  <a:pt x="5533062" y="3780465"/>
                </a:lnTo>
                <a:lnTo>
                  <a:pt x="5529805" y="3793735"/>
                </a:lnTo>
                <a:lnTo>
                  <a:pt x="5510261" y="3793735"/>
                </a:lnTo>
                <a:lnTo>
                  <a:pt x="5500489" y="3767195"/>
                </a:lnTo>
                <a:lnTo>
                  <a:pt x="5497233" y="3753926"/>
                </a:lnTo>
                <a:close/>
                <a:moveTo>
                  <a:pt x="5989079" y="3591375"/>
                </a:moveTo>
                <a:lnTo>
                  <a:pt x="6005366" y="3604645"/>
                </a:lnTo>
                <a:lnTo>
                  <a:pt x="6011881" y="3617914"/>
                </a:lnTo>
                <a:lnTo>
                  <a:pt x="6011881" y="3631184"/>
                </a:lnTo>
                <a:lnTo>
                  <a:pt x="6021653" y="3631184"/>
                </a:lnTo>
                <a:lnTo>
                  <a:pt x="6031424" y="3631184"/>
                </a:lnTo>
                <a:lnTo>
                  <a:pt x="6031424" y="3657722"/>
                </a:lnTo>
                <a:lnTo>
                  <a:pt x="6054225" y="3657722"/>
                </a:lnTo>
                <a:lnTo>
                  <a:pt x="6067255" y="3644454"/>
                </a:lnTo>
                <a:lnTo>
                  <a:pt x="6073769" y="3657722"/>
                </a:lnTo>
                <a:lnTo>
                  <a:pt x="6073769" y="3670992"/>
                </a:lnTo>
                <a:lnTo>
                  <a:pt x="6067255" y="3684261"/>
                </a:lnTo>
                <a:lnTo>
                  <a:pt x="6054225" y="3684261"/>
                </a:lnTo>
                <a:lnTo>
                  <a:pt x="6047711" y="3710801"/>
                </a:lnTo>
                <a:lnTo>
                  <a:pt x="6034682" y="3724070"/>
                </a:lnTo>
                <a:lnTo>
                  <a:pt x="6021653" y="3740657"/>
                </a:lnTo>
                <a:lnTo>
                  <a:pt x="6011881" y="3740657"/>
                </a:lnTo>
                <a:lnTo>
                  <a:pt x="6021653" y="3710801"/>
                </a:lnTo>
                <a:lnTo>
                  <a:pt x="6018395" y="3697531"/>
                </a:lnTo>
                <a:lnTo>
                  <a:pt x="5995595" y="3697531"/>
                </a:lnTo>
                <a:lnTo>
                  <a:pt x="5995595" y="3684261"/>
                </a:lnTo>
                <a:lnTo>
                  <a:pt x="6008624" y="3684261"/>
                </a:lnTo>
                <a:lnTo>
                  <a:pt x="6015137" y="3657722"/>
                </a:lnTo>
                <a:lnTo>
                  <a:pt x="6008624" y="3631184"/>
                </a:lnTo>
                <a:lnTo>
                  <a:pt x="5998851" y="3617914"/>
                </a:lnTo>
                <a:lnTo>
                  <a:pt x="5982565" y="3604645"/>
                </a:lnTo>
                <a:close/>
                <a:moveTo>
                  <a:pt x="5881590" y="3309400"/>
                </a:moveTo>
                <a:lnTo>
                  <a:pt x="5884847" y="3312718"/>
                </a:lnTo>
                <a:lnTo>
                  <a:pt x="5884847" y="3316035"/>
                </a:lnTo>
                <a:lnTo>
                  <a:pt x="5878332" y="3316035"/>
                </a:lnTo>
                <a:close/>
                <a:moveTo>
                  <a:pt x="3936998" y="3309400"/>
                </a:moveTo>
                <a:lnTo>
                  <a:pt x="3940256" y="3312718"/>
                </a:lnTo>
                <a:lnTo>
                  <a:pt x="3943513" y="3316035"/>
                </a:lnTo>
                <a:lnTo>
                  <a:pt x="3940256" y="3319351"/>
                </a:lnTo>
                <a:lnTo>
                  <a:pt x="3933741" y="3316035"/>
                </a:lnTo>
                <a:lnTo>
                  <a:pt x="3933741" y="3312718"/>
                </a:lnTo>
                <a:close/>
                <a:moveTo>
                  <a:pt x="5829473" y="3299448"/>
                </a:moveTo>
                <a:lnTo>
                  <a:pt x="5832731" y="3299448"/>
                </a:lnTo>
                <a:lnTo>
                  <a:pt x="5842503" y="3306083"/>
                </a:lnTo>
                <a:lnTo>
                  <a:pt x="5845759" y="3309400"/>
                </a:lnTo>
                <a:lnTo>
                  <a:pt x="5852274" y="3316035"/>
                </a:lnTo>
                <a:lnTo>
                  <a:pt x="5858789" y="3319351"/>
                </a:lnTo>
                <a:lnTo>
                  <a:pt x="5871819" y="3329304"/>
                </a:lnTo>
                <a:lnTo>
                  <a:pt x="5875075" y="3332621"/>
                </a:lnTo>
                <a:lnTo>
                  <a:pt x="5875075" y="3339256"/>
                </a:lnTo>
                <a:lnTo>
                  <a:pt x="5865303" y="3332621"/>
                </a:lnTo>
                <a:lnTo>
                  <a:pt x="5855532" y="3325986"/>
                </a:lnTo>
                <a:lnTo>
                  <a:pt x="5849017" y="3322669"/>
                </a:lnTo>
                <a:lnTo>
                  <a:pt x="5842503" y="3316035"/>
                </a:lnTo>
                <a:lnTo>
                  <a:pt x="5839245" y="3316035"/>
                </a:lnTo>
                <a:lnTo>
                  <a:pt x="5832731" y="3309400"/>
                </a:lnTo>
                <a:lnTo>
                  <a:pt x="5829473" y="3302765"/>
                </a:lnTo>
                <a:close/>
                <a:moveTo>
                  <a:pt x="3972829" y="3292813"/>
                </a:moveTo>
                <a:lnTo>
                  <a:pt x="3976086" y="3292813"/>
                </a:lnTo>
                <a:lnTo>
                  <a:pt x="3976086" y="3296131"/>
                </a:lnTo>
                <a:lnTo>
                  <a:pt x="3976086" y="3302765"/>
                </a:lnTo>
                <a:lnTo>
                  <a:pt x="3972829" y="3302765"/>
                </a:lnTo>
                <a:lnTo>
                  <a:pt x="3969571" y="3302765"/>
                </a:lnTo>
                <a:close/>
                <a:moveTo>
                  <a:pt x="5914163" y="3269591"/>
                </a:moveTo>
                <a:lnTo>
                  <a:pt x="5917419" y="3272909"/>
                </a:lnTo>
                <a:lnTo>
                  <a:pt x="5910905" y="3272909"/>
                </a:lnTo>
                <a:close/>
                <a:moveTo>
                  <a:pt x="5901133" y="3246370"/>
                </a:moveTo>
                <a:lnTo>
                  <a:pt x="5904391" y="3249687"/>
                </a:lnTo>
                <a:lnTo>
                  <a:pt x="5901133" y="3249687"/>
                </a:lnTo>
                <a:lnTo>
                  <a:pt x="5897877" y="3249687"/>
                </a:lnTo>
                <a:close/>
                <a:moveTo>
                  <a:pt x="6063997" y="3243052"/>
                </a:moveTo>
                <a:lnTo>
                  <a:pt x="6070511" y="3243052"/>
                </a:lnTo>
                <a:lnTo>
                  <a:pt x="6080283" y="3249687"/>
                </a:lnTo>
                <a:lnTo>
                  <a:pt x="6080283" y="3256322"/>
                </a:lnTo>
                <a:lnTo>
                  <a:pt x="6080283" y="3259639"/>
                </a:lnTo>
                <a:lnTo>
                  <a:pt x="6070511" y="3259639"/>
                </a:lnTo>
                <a:lnTo>
                  <a:pt x="6067255" y="3259639"/>
                </a:lnTo>
                <a:lnTo>
                  <a:pt x="6057483" y="3259639"/>
                </a:lnTo>
                <a:lnTo>
                  <a:pt x="6054225" y="3253004"/>
                </a:lnTo>
                <a:lnTo>
                  <a:pt x="6060740" y="3249687"/>
                </a:lnTo>
                <a:lnTo>
                  <a:pt x="6060740" y="3246370"/>
                </a:lnTo>
                <a:close/>
                <a:moveTo>
                  <a:pt x="6096569" y="3223149"/>
                </a:moveTo>
                <a:lnTo>
                  <a:pt x="6103084" y="3223149"/>
                </a:lnTo>
                <a:lnTo>
                  <a:pt x="6096569" y="3226466"/>
                </a:lnTo>
                <a:lnTo>
                  <a:pt x="6090055" y="3233100"/>
                </a:lnTo>
                <a:lnTo>
                  <a:pt x="6083541" y="3233100"/>
                </a:lnTo>
                <a:lnTo>
                  <a:pt x="6080283" y="3233100"/>
                </a:lnTo>
                <a:lnTo>
                  <a:pt x="6086798" y="3226466"/>
                </a:lnTo>
                <a:lnTo>
                  <a:pt x="6093313" y="3226466"/>
                </a:lnTo>
                <a:close/>
                <a:moveTo>
                  <a:pt x="5884847" y="3219831"/>
                </a:moveTo>
                <a:lnTo>
                  <a:pt x="5891361" y="3223149"/>
                </a:lnTo>
                <a:lnTo>
                  <a:pt x="5884847" y="3229784"/>
                </a:lnTo>
                <a:close/>
                <a:moveTo>
                  <a:pt x="5868561" y="3198268"/>
                </a:moveTo>
                <a:lnTo>
                  <a:pt x="5875075" y="3198268"/>
                </a:lnTo>
                <a:lnTo>
                  <a:pt x="5875075" y="3202580"/>
                </a:lnTo>
                <a:lnTo>
                  <a:pt x="5878332" y="3202580"/>
                </a:lnTo>
                <a:lnTo>
                  <a:pt x="5881590" y="3209879"/>
                </a:lnTo>
                <a:lnTo>
                  <a:pt x="5875075" y="3213197"/>
                </a:lnTo>
                <a:lnTo>
                  <a:pt x="5871819" y="3207889"/>
                </a:lnTo>
                <a:lnTo>
                  <a:pt x="5871819" y="3205235"/>
                </a:lnTo>
                <a:close/>
                <a:moveTo>
                  <a:pt x="3829509" y="3149835"/>
                </a:moveTo>
                <a:lnTo>
                  <a:pt x="3836023" y="3151162"/>
                </a:lnTo>
                <a:lnTo>
                  <a:pt x="3836023" y="3156470"/>
                </a:lnTo>
                <a:lnTo>
                  <a:pt x="3839280" y="3159455"/>
                </a:lnTo>
                <a:lnTo>
                  <a:pt x="3842538" y="3175378"/>
                </a:lnTo>
                <a:lnTo>
                  <a:pt x="3845795" y="3187652"/>
                </a:lnTo>
                <a:lnTo>
                  <a:pt x="3845795" y="3192960"/>
                </a:lnTo>
                <a:lnTo>
                  <a:pt x="3849053" y="3199927"/>
                </a:lnTo>
                <a:lnTo>
                  <a:pt x="3852310" y="3202580"/>
                </a:lnTo>
                <a:lnTo>
                  <a:pt x="3849053" y="3209879"/>
                </a:lnTo>
                <a:lnTo>
                  <a:pt x="3845795" y="3216514"/>
                </a:lnTo>
                <a:lnTo>
                  <a:pt x="3842538" y="3213197"/>
                </a:lnTo>
                <a:lnTo>
                  <a:pt x="3839280" y="3207889"/>
                </a:lnTo>
                <a:lnTo>
                  <a:pt x="3836023" y="3209879"/>
                </a:lnTo>
                <a:lnTo>
                  <a:pt x="3839280" y="3223149"/>
                </a:lnTo>
                <a:lnTo>
                  <a:pt x="3839280" y="3229784"/>
                </a:lnTo>
                <a:lnTo>
                  <a:pt x="3836023" y="3236417"/>
                </a:lnTo>
                <a:lnTo>
                  <a:pt x="3832767" y="3243052"/>
                </a:lnTo>
                <a:lnTo>
                  <a:pt x="3832767" y="3249687"/>
                </a:lnTo>
                <a:lnTo>
                  <a:pt x="3829509" y="3259639"/>
                </a:lnTo>
                <a:lnTo>
                  <a:pt x="3822994" y="3286178"/>
                </a:lnTo>
                <a:lnTo>
                  <a:pt x="3819737" y="3292813"/>
                </a:lnTo>
                <a:lnTo>
                  <a:pt x="3819737" y="3299448"/>
                </a:lnTo>
                <a:lnTo>
                  <a:pt x="3813222" y="3316035"/>
                </a:lnTo>
                <a:lnTo>
                  <a:pt x="3809965" y="3325986"/>
                </a:lnTo>
                <a:lnTo>
                  <a:pt x="3806707" y="3339256"/>
                </a:lnTo>
                <a:lnTo>
                  <a:pt x="3803451" y="3349208"/>
                </a:lnTo>
                <a:lnTo>
                  <a:pt x="3800193" y="3365795"/>
                </a:lnTo>
                <a:lnTo>
                  <a:pt x="3796936" y="3375747"/>
                </a:lnTo>
                <a:lnTo>
                  <a:pt x="3793679" y="3389017"/>
                </a:lnTo>
                <a:lnTo>
                  <a:pt x="3783907" y="3392334"/>
                </a:lnTo>
                <a:lnTo>
                  <a:pt x="3777393" y="3392334"/>
                </a:lnTo>
                <a:lnTo>
                  <a:pt x="3770878" y="3392334"/>
                </a:lnTo>
                <a:lnTo>
                  <a:pt x="3764363" y="3398969"/>
                </a:lnTo>
                <a:lnTo>
                  <a:pt x="3757849" y="3398969"/>
                </a:lnTo>
                <a:lnTo>
                  <a:pt x="3751334" y="3392334"/>
                </a:lnTo>
                <a:lnTo>
                  <a:pt x="3738305" y="3389017"/>
                </a:lnTo>
                <a:lnTo>
                  <a:pt x="3738305" y="3382382"/>
                </a:lnTo>
                <a:lnTo>
                  <a:pt x="3731791" y="3375747"/>
                </a:lnTo>
                <a:lnTo>
                  <a:pt x="3728533" y="3352525"/>
                </a:lnTo>
                <a:lnTo>
                  <a:pt x="3728533" y="3345891"/>
                </a:lnTo>
                <a:lnTo>
                  <a:pt x="3725276" y="3335938"/>
                </a:lnTo>
                <a:lnTo>
                  <a:pt x="3725276" y="3325986"/>
                </a:lnTo>
                <a:lnTo>
                  <a:pt x="3728533" y="3322669"/>
                </a:lnTo>
                <a:lnTo>
                  <a:pt x="3728533" y="3316035"/>
                </a:lnTo>
                <a:lnTo>
                  <a:pt x="3735047" y="3316035"/>
                </a:lnTo>
                <a:lnTo>
                  <a:pt x="3738305" y="3309400"/>
                </a:lnTo>
                <a:lnTo>
                  <a:pt x="3748077" y="3292813"/>
                </a:lnTo>
                <a:lnTo>
                  <a:pt x="3744820" y="3286178"/>
                </a:lnTo>
                <a:lnTo>
                  <a:pt x="3748077" y="3282861"/>
                </a:lnTo>
                <a:lnTo>
                  <a:pt x="3741562" y="3276226"/>
                </a:lnTo>
                <a:lnTo>
                  <a:pt x="3741562" y="3272909"/>
                </a:lnTo>
                <a:lnTo>
                  <a:pt x="3738305" y="3262957"/>
                </a:lnTo>
                <a:lnTo>
                  <a:pt x="3738305" y="3249687"/>
                </a:lnTo>
                <a:lnTo>
                  <a:pt x="3738305" y="3243052"/>
                </a:lnTo>
                <a:lnTo>
                  <a:pt x="3744820" y="3233100"/>
                </a:lnTo>
                <a:lnTo>
                  <a:pt x="3748077" y="3226466"/>
                </a:lnTo>
                <a:lnTo>
                  <a:pt x="3748077" y="3223149"/>
                </a:lnTo>
                <a:lnTo>
                  <a:pt x="3754591" y="3223149"/>
                </a:lnTo>
                <a:lnTo>
                  <a:pt x="3757849" y="3216514"/>
                </a:lnTo>
                <a:lnTo>
                  <a:pt x="3764363" y="3216514"/>
                </a:lnTo>
                <a:lnTo>
                  <a:pt x="3770878" y="3213197"/>
                </a:lnTo>
                <a:lnTo>
                  <a:pt x="3777393" y="3213197"/>
                </a:lnTo>
                <a:lnTo>
                  <a:pt x="3780649" y="3209879"/>
                </a:lnTo>
                <a:lnTo>
                  <a:pt x="3793679" y="3202580"/>
                </a:lnTo>
                <a:lnTo>
                  <a:pt x="3793679" y="3198268"/>
                </a:lnTo>
                <a:lnTo>
                  <a:pt x="3800193" y="3199927"/>
                </a:lnTo>
                <a:lnTo>
                  <a:pt x="3803451" y="3192960"/>
                </a:lnTo>
                <a:lnTo>
                  <a:pt x="3803451" y="3186325"/>
                </a:lnTo>
                <a:lnTo>
                  <a:pt x="3806707" y="3186325"/>
                </a:lnTo>
                <a:lnTo>
                  <a:pt x="3806707" y="3178364"/>
                </a:lnTo>
                <a:lnTo>
                  <a:pt x="3806707" y="3174052"/>
                </a:lnTo>
                <a:lnTo>
                  <a:pt x="3813222" y="3174052"/>
                </a:lnTo>
                <a:lnTo>
                  <a:pt x="3819737" y="3171398"/>
                </a:lnTo>
                <a:lnTo>
                  <a:pt x="3822994" y="3159455"/>
                </a:lnTo>
                <a:lnTo>
                  <a:pt x="3819737" y="3153815"/>
                </a:lnTo>
                <a:close/>
                <a:moveTo>
                  <a:pt x="3725276" y="3134906"/>
                </a:moveTo>
                <a:lnTo>
                  <a:pt x="3728533" y="3134906"/>
                </a:lnTo>
                <a:lnTo>
                  <a:pt x="3728533" y="3139219"/>
                </a:lnTo>
                <a:lnTo>
                  <a:pt x="3728533" y="3144527"/>
                </a:lnTo>
                <a:lnTo>
                  <a:pt x="3725276" y="3141873"/>
                </a:lnTo>
                <a:close/>
                <a:moveTo>
                  <a:pt x="5445115" y="3126945"/>
                </a:moveTo>
                <a:lnTo>
                  <a:pt x="5454887" y="3126945"/>
                </a:lnTo>
                <a:lnTo>
                  <a:pt x="5458145" y="3141873"/>
                </a:lnTo>
                <a:lnTo>
                  <a:pt x="5464659" y="3144527"/>
                </a:lnTo>
                <a:lnTo>
                  <a:pt x="5467917" y="3162108"/>
                </a:lnTo>
                <a:lnTo>
                  <a:pt x="5467917" y="3178364"/>
                </a:lnTo>
                <a:lnTo>
                  <a:pt x="5474431" y="3187652"/>
                </a:lnTo>
                <a:lnTo>
                  <a:pt x="5487459" y="3186325"/>
                </a:lnTo>
                <a:lnTo>
                  <a:pt x="5500489" y="3198268"/>
                </a:lnTo>
                <a:lnTo>
                  <a:pt x="5503746" y="3226466"/>
                </a:lnTo>
                <a:lnTo>
                  <a:pt x="5513519" y="3249687"/>
                </a:lnTo>
                <a:lnTo>
                  <a:pt x="5510261" y="3259639"/>
                </a:lnTo>
                <a:lnTo>
                  <a:pt x="5516775" y="3269591"/>
                </a:lnTo>
                <a:lnTo>
                  <a:pt x="5539577" y="3289496"/>
                </a:lnTo>
                <a:lnTo>
                  <a:pt x="5559120" y="3296131"/>
                </a:lnTo>
                <a:lnTo>
                  <a:pt x="5559120" y="3309400"/>
                </a:lnTo>
                <a:lnTo>
                  <a:pt x="5568891" y="3316035"/>
                </a:lnTo>
                <a:lnTo>
                  <a:pt x="5575406" y="3339256"/>
                </a:lnTo>
                <a:lnTo>
                  <a:pt x="5594951" y="3345891"/>
                </a:lnTo>
                <a:lnTo>
                  <a:pt x="5598207" y="3359160"/>
                </a:lnTo>
                <a:lnTo>
                  <a:pt x="5607979" y="3369112"/>
                </a:lnTo>
                <a:lnTo>
                  <a:pt x="5624265" y="3385699"/>
                </a:lnTo>
                <a:lnTo>
                  <a:pt x="5634037" y="3405603"/>
                </a:lnTo>
                <a:lnTo>
                  <a:pt x="5637295" y="3438777"/>
                </a:lnTo>
                <a:lnTo>
                  <a:pt x="5643809" y="3452046"/>
                </a:lnTo>
                <a:lnTo>
                  <a:pt x="5637295" y="3508441"/>
                </a:lnTo>
                <a:lnTo>
                  <a:pt x="5627523" y="3538298"/>
                </a:lnTo>
                <a:lnTo>
                  <a:pt x="5611237" y="3551567"/>
                </a:lnTo>
                <a:lnTo>
                  <a:pt x="5598207" y="3578106"/>
                </a:lnTo>
                <a:lnTo>
                  <a:pt x="5591693" y="3591375"/>
                </a:lnTo>
                <a:lnTo>
                  <a:pt x="5581921" y="3617914"/>
                </a:lnTo>
                <a:lnTo>
                  <a:pt x="5581921" y="3631184"/>
                </a:lnTo>
                <a:lnTo>
                  <a:pt x="5581921" y="3644454"/>
                </a:lnTo>
                <a:lnTo>
                  <a:pt x="5572149" y="3657722"/>
                </a:lnTo>
                <a:lnTo>
                  <a:pt x="5552605" y="3657722"/>
                </a:lnTo>
                <a:lnTo>
                  <a:pt x="5536319" y="3657722"/>
                </a:lnTo>
                <a:lnTo>
                  <a:pt x="5526547" y="3670992"/>
                </a:lnTo>
                <a:lnTo>
                  <a:pt x="5510261" y="3684261"/>
                </a:lnTo>
                <a:lnTo>
                  <a:pt x="5497233" y="3670992"/>
                </a:lnTo>
                <a:lnTo>
                  <a:pt x="5493975" y="3657722"/>
                </a:lnTo>
                <a:lnTo>
                  <a:pt x="5467917" y="3684261"/>
                </a:lnTo>
                <a:lnTo>
                  <a:pt x="5451630" y="3670992"/>
                </a:lnTo>
                <a:lnTo>
                  <a:pt x="5435343" y="3670992"/>
                </a:lnTo>
                <a:lnTo>
                  <a:pt x="5415801" y="3657722"/>
                </a:lnTo>
                <a:lnTo>
                  <a:pt x="5402771" y="3644454"/>
                </a:lnTo>
                <a:lnTo>
                  <a:pt x="5402771" y="3631184"/>
                </a:lnTo>
                <a:lnTo>
                  <a:pt x="5392999" y="3604645"/>
                </a:lnTo>
                <a:lnTo>
                  <a:pt x="5383228" y="3604645"/>
                </a:lnTo>
                <a:lnTo>
                  <a:pt x="5379970" y="3591375"/>
                </a:lnTo>
                <a:lnTo>
                  <a:pt x="5376713" y="3578106"/>
                </a:lnTo>
                <a:lnTo>
                  <a:pt x="5363683" y="3591375"/>
                </a:lnTo>
                <a:lnTo>
                  <a:pt x="5366941" y="3564837"/>
                </a:lnTo>
                <a:lnTo>
                  <a:pt x="5370199" y="3564837"/>
                </a:lnTo>
                <a:lnTo>
                  <a:pt x="5366941" y="3551567"/>
                </a:lnTo>
                <a:lnTo>
                  <a:pt x="5357169" y="3564837"/>
                </a:lnTo>
                <a:lnTo>
                  <a:pt x="5344141" y="3578106"/>
                </a:lnTo>
                <a:lnTo>
                  <a:pt x="5334367" y="3591375"/>
                </a:lnTo>
                <a:lnTo>
                  <a:pt x="5324596" y="3591375"/>
                </a:lnTo>
                <a:lnTo>
                  <a:pt x="5324596" y="3578106"/>
                </a:lnTo>
                <a:lnTo>
                  <a:pt x="5308310" y="3551567"/>
                </a:lnTo>
                <a:lnTo>
                  <a:pt x="5305053" y="3538298"/>
                </a:lnTo>
                <a:lnTo>
                  <a:pt x="5278995" y="3525028"/>
                </a:lnTo>
                <a:lnTo>
                  <a:pt x="5272480" y="3538298"/>
                </a:lnTo>
                <a:lnTo>
                  <a:pt x="5252936" y="3525028"/>
                </a:lnTo>
                <a:lnTo>
                  <a:pt x="5217107" y="3525028"/>
                </a:lnTo>
                <a:lnTo>
                  <a:pt x="5187791" y="3538298"/>
                </a:lnTo>
                <a:lnTo>
                  <a:pt x="5164991" y="3538298"/>
                </a:lnTo>
                <a:lnTo>
                  <a:pt x="5129160" y="3551567"/>
                </a:lnTo>
                <a:lnTo>
                  <a:pt x="5119389" y="3578106"/>
                </a:lnTo>
                <a:lnTo>
                  <a:pt x="5093331" y="3564837"/>
                </a:lnTo>
                <a:lnTo>
                  <a:pt x="5057499" y="3578106"/>
                </a:lnTo>
                <a:lnTo>
                  <a:pt x="5044471" y="3578106"/>
                </a:lnTo>
                <a:lnTo>
                  <a:pt x="5041213" y="3578106"/>
                </a:lnTo>
                <a:lnTo>
                  <a:pt x="5024927" y="3591375"/>
                </a:lnTo>
                <a:lnTo>
                  <a:pt x="4998869" y="3591375"/>
                </a:lnTo>
                <a:lnTo>
                  <a:pt x="4982583" y="3578106"/>
                </a:lnTo>
                <a:lnTo>
                  <a:pt x="4972811" y="3578106"/>
                </a:lnTo>
                <a:lnTo>
                  <a:pt x="4972811" y="3564837"/>
                </a:lnTo>
                <a:lnTo>
                  <a:pt x="4985841" y="3564837"/>
                </a:lnTo>
                <a:lnTo>
                  <a:pt x="4985841" y="3525028"/>
                </a:lnTo>
                <a:lnTo>
                  <a:pt x="4972811" y="3498489"/>
                </a:lnTo>
                <a:lnTo>
                  <a:pt x="4972811" y="3478586"/>
                </a:lnTo>
                <a:lnTo>
                  <a:pt x="4959781" y="3452046"/>
                </a:lnTo>
                <a:lnTo>
                  <a:pt x="4956525" y="3438777"/>
                </a:lnTo>
                <a:lnTo>
                  <a:pt x="4950010" y="3422190"/>
                </a:lnTo>
                <a:lnTo>
                  <a:pt x="4956525" y="3418872"/>
                </a:lnTo>
                <a:lnTo>
                  <a:pt x="4956525" y="3402285"/>
                </a:lnTo>
                <a:lnTo>
                  <a:pt x="4943495" y="3375747"/>
                </a:lnTo>
                <a:lnTo>
                  <a:pt x="4950010" y="3359160"/>
                </a:lnTo>
                <a:lnTo>
                  <a:pt x="4950010" y="3342573"/>
                </a:lnTo>
                <a:lnTo>
                  <a:pt x="4963039" y="3339256"/>
                </a:lnTo>
                <a:lnTo>
                  <a:pt x="4966297" y="3329304"/>
                </a:lnTo>
                <a:lnTo>
                  <a:pt x="4979326" y="3322669"/>
                </a:lnTo>
                <a:lnTo>
                  <a:pt x="5002127" y="3306083"/>
                </a:lnTo>
                <a:lnTo>
                  <a:pt x="5015155" y="3309400"/>
                </a:lnTo>
                <a:lnTo>
                  <a:pt x="5077044" y="3286178"/>
                </a:lnTo>
                <a:lnTo>
                  <a:pt x="5086815" y="3276226"/>
                </a:lnTo>
                <a:lnTo>
                  <a:pt x="5090073" y="3266274"/>
                </a:lnTo>
                <a:lnTo>
                  <a:pt x="5099845" y="3259639"/>
                </a:lnTo>
                <a:lnTo>
                  <a:pt x="5096587" y="3243052"/>
                </a:lnTo>
                <a:lnTo>
                  <a:pt x="5106359" y="3233100"/>
                </a:lnTo>
                <a:lnTo>
                  <a:pt x="5122645" y="3233100"/>
                </a:lnTo>
                <a:lnTo>
                  <a:pt x="5135675" y="3213197"/>
                </a:lnTo>
                <a:lnTo>
                  <a:pt x="5155218" y="3187652"/>
                </a:lnTo>
                <a:lnTo>
                  <a:pt x="5174762" y="3186325"/>
                </a:lnTo>
                <a:lnTo>
                  <a:pt x="5181277" y="3175378"/>
                </a:lnTo>
                <a:lnTo>
                  <a:pt x="5197563" y="3192960"/>
                </a:lnTo>
                <a:lnTo>
                  <a:pt x="5226878" y="3199927"/>
                </a:lnTo>
                <a:lnTo>
                  <a:pt x="5223621" y="3187652"/>
                </a:lnTo>
                <a:lnTo>
                  <a:pt x="5230136" y="3174052"/>
                </a:lnTo>
                <a:lnTo>
                  <a:pt x="5236649" y="3168743"/>
                </a:lnTo>
                <a:lnTo>
                  <a:pt x="5239907" y="3156470"/>
                </a:lnTo>
                <a:lnTo>
                  <a:pt x="5252936" y="3151162"/>
                </a:lnTo>
                <a:lnTo>
                  <a:pt x="5269223" y="3151162"/>
                </a:lnTo>
                <a:lnTo>
                  <a:pt x="5278995" y="3147181"/>
                </a:lnTo>
                <a:lnTo>
                  <a:pt x="5282252" y="3137892"/>
                </a:lnTo>
                <a:lnTo>
                  <a:pt x="5318081" y="3144527"/>
                </a:lnTo>
                <a:lnTo>
                  <a:pt x="5347397" y="3149835"/>
                </a:lnTo>
                <a:lnTo>
                  <a:pt x="5347397" y="3166090"/>
                </a:lnTo>
                <a:lnTo>
                  <a:pt x="5334367" y="3174052"/>
                </a:lnTo>
                <a:lnTo>
                  <a:pt x="5334367" y="3183672"/>
                </a:lnTo>
                <a:lnTo>
                  <a:pt x="5327854" y="3198268"/>
                </a:lnTo>
                <a:lnTo>
                  <a:pt x="5353912" y="3216514"/>
                </a:lnTo>
                <a:lnTo>
                  <a:pt x="5366941" y="3223149"/>
                </a:lnTo>
                <a:lnTo>
                  <a:pt x="5376713" y="3233100"/>
                </a:lnTo>
                <a:lnTo>
                  <a:pt x="5389741" y="3233100"/>
                </a:lnTo>
                <a:lnTo>
                  <a:pt x="5396257" y="3243052"/>
                </a:lnTo>
                <a:lnTo>
                  <a:pt x="5406028" y="3249687"/>
                </a:lnTo>
                <a:lnTo>
                  <a:pt x="5422314" y="3246370"/>
                </a:lnTo>
                <a:lnTo>
                  <a:pt x="5432087" y="3219831"/>
                </a:lnTo>
                <a:lnTo>
                  <a:pt x="5435343" y="3199927"/>
                </a:lnTo>
                <a:lnTo>
                  <a:pt x="5432087" y="3178364"/>
                </a:lnTo>
                <a:lnTo>
                  <a:pt x="5438601" y="3168743"/>
                </a:lnTo>
                <a:lnTo>
                  <a:pt x="5435343" y="3153815"/>
                </a:lnTo>
                <a:lnTo>
                  <a:pt x="5438601" y="3147181"/>
                </a:lnTo>
                <a:close/>
                <a:moveTo>
                  <a:pt x="5780614" y="3113344"/>
                </a:moveTo>
                <a:lnTo>
                  <a:pt x="5787129" y="3117656"/>
                </a:lnTo>
                <a:lnTo>
                  <a:pt x="5793643" y="3117656"/>
                </a:lnTo>
                <a:lnTo>
                  <a:pt x="5793643" y="3122964"/>
                </a:lnTo>
                <a:lnTo>
                  <a:pt x="5787129" y="3122964"/>
                </a:lnTo>
                <a:lnTo>
                  <a:pt x="5780614" y="3117656"/>
                </a:lnTo>
                <a:close/>
                <a:moveTo>
                  <a:pt x="5748041" y="3096093"/>
                </a:moveTo>
                <a:lnTo>
                  <a:pt x="5754556" y="3098748"/>
                </a:lnTo>
                <a:lnTo>
                  <a:pt x="5761071" y="3098748"/>
                </a:lnTo>
                <a:lnTo>
                  <a:pt x="5767585" y="3101401"/>
                </a:lnTo>
                <a:lnTo>
                  <a:pt x="5770843" y="3105382"/>
                </a:lnTo>
                <a:lnTo>
                  <a:pt x="5767585" y="3108036"/>
                </a:lnTo>
                <a:lnTo>
                  <a:pt x="5761071" y="3105382"/>
                </a:lnTo>
                <a:lnTo>
                  <a:pt x="5751299" y="3105382"/>
                </a:lnTo>
                <a:lnTo>
                  <a:pt x="5748041" y="3101401"/>
                </a:lnTo>
                <a:close/>
                <a:moveTo>
                  <a:pt x="5057499" y="3096093"/>
                </a:moveTo>
                <a:lnTo>
                  <a:pt x="5073786" y="3108036"/>
                </a:lnTo>
                <a:lnTo>
                  <a:pt x="5070529" y="3113344"/>
                </a:lnTo>
                <a:lnTo>
                  <a:pt x="5060757" y="3113344"/>
                </a:lnTo>
                <a:lnTo>
                  <a:pt x="5050986" y="3105382"/>
                </a:lnTo>
                <a:lnTo>
                  <a:pt x="5044471" y="3105382"/>
                </a:lnTo>
                <a:lnTo>
                  <a:pt x="5047728" y="3098748"/>
                </a:lnTo>
                <a:close/>
                <a:moveTo>
                  <a:pt x="6086798" y="3081166"/>
                </a:moveTo>
                <a:lnTo>
                  <a:pt x="6090055" y="3081166"/>
                </a:lnTo>
                <a:lnTo>
                  <a:pt x="6090055" y="3083819"/>
                </a:lnTo>
                <a:close/>
                <a:moveTo>
                  <a:pt x="5161733" y="3081166"/>
                </a:moveTo>
                <a:lnTo>
                  <a:pt x="5174762" y="3081166"/>
                </a:lnTo>
                <a:lnTo>
                  <a:pt x="5171504" y="3090454"/>
                </a:lnTo>
                <a:lnTo>
                  <a:pt x="5151961" y="3096093"/>
                </a:lnTo>
                <a:lnTo>
                  <a:pt x="5148704" y="3098748"/>
                </a:lnTo>
                <a:lnTo>
                  <a:pt x="5135675" y="3113344"/>
                </a:lnTo>
                <a:lnTo>
                  <a:pt x="5125903" y="3115003"/>
                </a:lnTo>
                <a:lnTo>
                  <a:pt x="5119389" y="3115003"/>
                </a:lnTo>
                <a:lnTo>
                  <a:pt x="5122645" y="3102728"/>
                </a:lnTo>
                <a:lnTo>
                  <a:pt x="5129160" y="3098748"/>
                </a:lnTo>
                <a:lnTo>
                  <a:pt x="5138931" y="3096093"/>
                </a:lnTo>
                <a:lnTo>
                  <a:pt x="5145446" y="3090454"/>
                </a:lnTo>
                <a:lnTo>
                  <a:pt x="5148704" y="3083819"/>
                </a:lnTo>
                <a:close/>
                <a:moveTo>
                  <a:pt x="5767585" y="3078511"/>
                </a:moveTo>
                <a:lnTo>
                  <a:pt x="5770843" y="3083819"/>
                </a:lnTo>
                <a:lnTo>
                  <a:pt x="5770843" y="3089127"/>
                </a:lnTo>
                <a:lnTo>
                  <a:pt x="5777357" y="3093439"/>
                </a:lnTo>
                <a:lnTo>
                  <a:pt x="5777357" y="3098748"/>
                </a:lnTo>
                <a:lnTo>
                  <a:pt x="5770843" y="3093439"/>
                </a:lnTo>
                <a:lnTo>
                  <a:pt x="5767585" y="3081166"/>
                </a:lnTo>
                <a:close/>
                <a:moveTo>
                  <a:pt x="5064015" y="3078511"/>
                </a:moveTo>
                <a:lnTo>
                  <a:pt x="5077044" y="3078511"/>
                </a:lnTo>
                <a:lnTo>
                  <a:pt x="5086815" y="3083819"/>
                </a:lnTo>
                <a:lnTo>
                  <a:pt x="5077044" y="3090454"/>
                </a:lnTo>
                <a:lnTo>
                  <a:pt x="5057499" y="3086473"/>
                </a:lnTo>
                <a:close/>
                <a:moveTo>
                  <a:pt x="5138931" y="3077184"/>
                </a:moveTo>
                <a:lnTo>
                  <a:pt x="5148704" y="3078511"/>
                </a:lnTo>
                <a:lnTo>
                  <a:pt x="5135675" y="3081166"/>
                </a:lnTo>
                <a:close/>
                <a:moveTo>
                  <a:pt x="5028185" y="3077184"/>
                </a:moveTo>
                <a:lnTo>
                  <a:pt x="5044471" y="3078511"/>
                </a:lnTo>
                <a:lnTo>
                  <a:pt x="5044471" y="3083819"/>
                </a:lnTo>
                <a:lnTo>
                  <a:pt x="5008641" y="3093439"/>
                </a:lnTo>
                <a:lnTo>
                  <a:pt x="5005384" y="3083819"/>
                </a:lnTo>
                <a:lnTo>
                  <a:pt x="5011899" y="3078511"/>
                </a:lnTo>
                <a:lnTo>
                  <a:pt x="5021670" y="3086473"/>
                </a:lnTo>
                <a:close/>
                <a:moveTo>
                  <a:pt x="4995612" y="3077184"/>
                </a:moveTo>
                <a:lnTo>
                  <a:pt x="5002127" y="3081166"/>
                </a:lnTo>
                <a:lnTo>
                  <a:pt x="4998869" y="3086473"/>
                </a:lnTo>
                <a:lnTo>
                  <a:pt x="4989097" y="3089127"/>
                </a:lnTo>
                <a:lnTo>
                  <a:pt x="4992355" y="3081166"/>
                </a:lnTo>
                <a:close/>
                <a:moveTo>
                  <a:pt x="5708955" y="3074531"/>
                </a:moveTo>
                <a:lnTo>
                  <a:pt x="5715469" y="3074531"/>
                </a:lnTo>
                <a:lnTo>
                  <a:pt x="5718727" y="3081166"/>
                </a:lnTo>
                <a:lnTo>
                  <a:pt x="5715469" y="3083819"/>
                </a:lnTo>
                <a:lnTo>
                  <a:pt x="5712211" y="3078511"/>
                </a:lnTo>
                <a:lnTo>
                  <a:pt x="5705697" y="3077184"/>
                </a:lnTo>
                <a:close/>
                <a:moveTo>
                  <a:pt x="4976068" y="3074531"/>
                </a:moveTo>
                <a:lnTo>
                  <a:pt x="4982583" y="3081166"/>
                </a:lnTo>
                <a:lnTo>
                  <a:pt x="4976068" y="3086473"/>
                </a:lnTo>
                <a:lnTo>
                  <a:pt x="4966297" y="3081166"/>
                </a:lnTo>
                <a:close/>
                <a:moveTo>
                  <a:pt x="5735013" y="3066237"/>
                </a:moveTo>
                <a:lnTo>
                  <a:pt x="5741527" y="3071877"/>
                </a:lnTo>
                <a:lnTo>
                  <a:pt x="5744785" y="3074531"/>
                </a:lnTo>
                <a:lnTo>
                  <a:pt x="5751299" y="3078511"/>
                </a:lnTo>
                <a:lnTo>
                  <a:pt x="5751299" y="3083819"/>
                </a:lnTo>
                <a:lnTo>
                  <a:pt x="5738269" y="3074531"/>
                </a:lnTo>
                <a:lnTo>
                  <a:pt x="5731755" y="3068891"/>
                </a:lnTo>
                <a:close/>
                <a:moveTo>
                  <a:pt x="4230153" y="3062256"/>
                </a:moveTo>
                <a:lnTo>
                  <a:pt x="4233411" y="3062256"/>
                </a:lnTo>
                <a:lnTo>
                  <a:pt x="4233411" y="3064911"/>
                </a:lnTo>
                <a:close/>
                <a:moveTo>
                  <a:pt x="5695925" y="3047329"/>
                </a:moveTo>
                <a:lnTo>
                  <a:pt x="5705697" y="3054294"/>
                </a:lnTo>
                <a:lnTo>
                  <a:pt x="5705697" y="3056949"/>
                </a:lnTo>
                <a:lnTo>
                  <a:pt x="5712211" y="3064911"/>
                </a:lnTo>
                <a:lnTo>
                  <a:pt x="5702440" y="3059602"/>
                </a:lnTo>
                <a:lnTo>
                  <a:pt x="5699182" y="3054294"/>
                </a:lnTo>
                <a:lnTo>
                  <a:pt x="5692669" y="3050314"/>
                </a:lnTo>
                <a:close/>
                <a:moveTo>
                  <a:pt x="4816463" y="3035386"/>
                </a:moveTo>
                <a:lnTo>
                  <a:pt x="4829491" y="3040694"/>
                </a:lnTo>
                <a:lnTo>
                  <a:pt x="4839263" y="3038039"/>
                </a:lnTo>
                <a:lnTo>
                  <a:pt x="4845777" y="3042021"/>
                </a:lnTo>
                <a:lnTo>
                  <a:pt x="4855550" y="3042021"/>
                </a:lnTo>
                <a:lnTo>
                  <a:pt x="4862063" y="3052967"/>
                </a:lnTo>
                <a:lnTo>
                  <a:pt x="4891379" y="3054294"/>
                </a:lnTo>
                <a:lnTo>
                  <a:pt x="4901151" y="3044674"/>
                </a:lnTo>
                <a:lnTo>
                  <a:pt x="4907665" y="3050314"/>
                </a:lnTo>
                <a:lnTo>
                  <a:pt x="4910923" y="3050314"/>
                </a:lnTo>
                <a:lnTo>
                  <a:pt x="4923952" y="3054294"/>
                </a:lnTo>
                <a:lnTo>
                  <a:pt x="4930467" y="3054294"/>
                </a:lnTo>
                <a:lnTo>
                  <a:pt x="4936981" y="3066237"/>
                </a:lnTo>
                <a:lnTo>
                  <a:pt x="4943495" y="3068891"/>
                </a:lnTo>
                <a:lnTo>
                  <a:pt x="4956525" y="3066237"/>
                </a:lnTo>
                <a:lnTo>
                  <a:pt x="4963039" y="3071877"/>
                </a:lnTo>
                <a:lnTo>
                  <a:pt x="4963039" y="3083819"/>
                </a:lnTo>
                <a:lnTo>
                  <a:pt x="4950010" y="3083819"/>
                </a:lnTo>
                <a:lnTo>
                  <a:pt x="4943495" y="3078511"/>
                </a:lnTo>
                <a:lnTo>
                  <a:pt x="4930467" y="3081166"/>
                </a:lnTo>
                <a:lnTo>
                  <a:pt x="4917437" y="3078511"/>
                </a:lnTo>
                <a:lnTo>
                  <a:pt x="4897894" y="3077184"/>
                </a:lnTo>
                <a:lnTo>
                  <a:pt x="4888123" y="3071877"/>
                </a:lnTo>
                <a:lnTo>
                  <a:pt x="4875093" y="3066237"/>
                </a:lnTo>
                <a:lnTo>
                  <a:pt x="4858807" y="3068891"/>
                </a:lnTo>
                <a:lnTo>
                  <a:pt x="4842521" y="3064911"/>
                </a:lnTo>
                <a:lnTo>
                  <a:pt x="4826234" y="3062256"/>
                </a:lnTo>
                <a:lnTo>
                  <a:pt x="4826234" y="3056949"/>
                </a:lnTo>
                <a:lnTo>
                  <a:pt x="4816463" y="3052967"/>
                </a:lnTo>
                <a:lnTo>
                  <a:pt x="4813205" y="3044674"/>
                </a:lnTo>
                <a:close/>
                <a:moveTo>
                  <a:pt x="5669867" y="3030077"/>
                </a:moveTo>
                <a:lnTo>
                  <a:pt x="5676382" y="3038039"/>
                </a:lnTo>
                <a:lnTo>
                  <a:pt x="5682896" y="3044674"/>
                </a:lnTo>
                <a:lnTo>
                  <a:pt x="5679639" y="3052967"/>
                </a:lnTo>
                <a:lnTo>
                  <a:pt x="5673124" y="3050314"/>
                </a:lnTo>
                <a:lnTo>
                  <a:pt x="5673124" y="3042021"/>
                </a:lnTo>
                <a:lnTo>
                  <a:pt x="5663353" y="3038039"/>
                </a:lnTo>
                <a:close/>
                <a:moveTo>
                  <a:pt x="5607979" y="3005530"/>
                </a:moveTo>
                <a:lnTo>
                  <a:pt x="5621009" y="3008515"/>
                </a:lnTo>
                <a:lnTo>
                  <a:pt x="5624265" y="3016477"/>
                </a:lnTo>
                <a:lnTo>
                  <a:pt x="5614493" y="3023112"/>
                </a:lnTo>
                <a:lnTo>
                  <a:pt x="5614493" y="3030077"/>
                </a:lnTo>
                <a:lnTo>
                  <a:pt x="5591693" y="3042021"/>
                </a:lnTo>
                <a:lnTo>
                  <a:pt x="5575406" y="3042021"/>
                </a:lnTo>
                <a:lnTo>
                  <a:pt x="5552605" y="3032732"/>
                </a:lnTo>
                <a:lnTo>
                  <a:pt x="5552605" y="3028751"/>
                </a:lnTo>
                <a:lnTo>
                  <a:pt x="5568891" y="3030077"/>
                </a:lnTo>
                <a:lnTo>
                  <a:pt x="5588435" y="3028751"/>
                </a:lnTo>
                <a:lnTo>
                  <a:pt x="5598207" y="3028751"/>
                </a:lnTo>
                <a:lnTo>
                  <a:pt x="5601464" y="3020457"/>
                </a:lnTo>
                <a:lnTo>
                  <a:pt x="5611237" y="3017804"/>
                </a:lnTo>
                <a:close/>
                <a:moveTo>
                  <a:pt x="3936998" y="3005530"/>
                </a:moveTo>
                <a:lnTo>
                  <a:pt x="3943513" y="3016477"/>
                </a:lnTo>
                <a:lnTo>
                  <a:pt x="3936998" y="3016477"/>
                </a:lnTo>
                <a:lnTo>
                  <a:pt x="3933741" y="3008515"/>
                </a:lnTo>
                <a:close/>
                <a:moveTo>
                  <a:pt x="5624265" y="2998895"/>
                </a:moveTo>
                <a:lnTo>
                  <a:pt x="5637295" y="3005530"/>
                </a:lnTo>
                <a:lnTo>
                  <a:pt x="5627523" y="3011169"/>
                </a:lnTo>
                <a:close/>
                <a:moveTo>
                  <a:pt x="5178019" y="2983967"/>
                </a:moveTo>
                <a:lnTo>
                  <a:pt x="5184533" y="2989607"/>
                </a:lnTo>
                <a:lnTo>
                  <a:pt x="5184533" y="2993587"/>
                </a:lnTo>
                <a:lnTo>
                  <a:pt x="5178019" y="2998895"/>
                </a:lnTo>
                <a:lnTo>
                  <a:pt x="5164991" y="2992260"/>
                </a:lnTo>
                <a:lnTo>
                  <a:pt x="5164991" y="2986952"/>
                </a:lnTo>
                <a:close/>
                <a:moveTo>
                  <a:pt x="5226878" y="2979985"/>
                </a:moveTo>
                <a:lnTo>
                  <a:pt x="5246422" y="2986952"/>
                </a:lnTo>
                <a:lnTo>
                  <a:pt x="5249679" y="2993587"/>
                </a:lnTo>
                <a:lnTo>
                  <a:pt x="5246422" y="2998895"/>
                </a:lnTo>
                <a:lnTo>
                  <a:pt x="5233393" y="2992260"/>
                </a:lnTo>
                <a:lnTo>
                  <a:pt x="5217107" y="2992260"/>
                </a:lnTo>
                <a:lnTo>
                  <a:pt x="5207335" y="2992260"/>
                </a:lnTo>
                <a:lnTo>
                  <a:pt x="5200820" y="2981313"/>
                </a:lnTo>
                <a:lnTo>
                  <a:pt x="5220363" y="2983967"/>
                </a:lnTo>
                <a:close/>
                <a:moveTo>
                  <a:pt x="4845777" y="2977332"/>
                </a:moveTo>
                <a:lnTo>
                  <a:pt x="4855550" y="2981313"/>
                </a:lnTo>
                <a:lnTo>
                  <a:pt x="4852292" y="2989607"/>
                </a:lnTo>
                <a:lnTo>
                  <a:pt x="4845777" y="2989607"/>
                </a:lnTo>
                <a:close/>
                <a:moveTo>
                  <a:pt x="4803433" y="2959750"/>
                </a:moveTo>
                <a:lnTo>
                  <a:pt x="4816463" y="2959750"/>
                </a:lnTo>
                <a:lnTo>
                  <a:pt x="4819719" y="2972024"/>
                </a:lnTo>
                <a:lnTo>
                  <a:pt x="4829491" y="2979985"/>
                </a:lnTo>
                <a:lnTo>
                  <a:pt x="4826234" y="2983967"/>
                </a:lnTo>
                <a:lnTo>
                  <a:pt x="4813205" y="2979985"/>
                </a:lnTo>
                <a:lnTo>
                  <a:pt x="4809947" y="2969370"/>
                </a:lnTo>
                <a:lnTo>
                  <a:pt x="4803433" y="2969370"/>
                </a:lnTo>
                <a:close/>
                <a:moveTo>
                  <a:pt x="4236667" y="2957096"/>
                </a:moveTo>
                <a:lnTo>
                  <a:pt x="4236667" y="2959750"/>
                </a:lnTo>
                <a:lnTo>
                  <a:pt x="4233411" y="2959750"/>
                </a:lnTo>
                <a:close/>
                <a:moveTo>
                  <a:pt x="4692685" y="2947808"/>
                </a:moveTo>
                <a:lnTo>
                  <a:pt x="4699200" y="2962403"/>
                </a:lnTo>
                <a:lnTo>
                  <a:pt x="4692685" y="2959750"/>
                </a:lnTo>
                <a:lnTo>
                  <a:pt x="4689429" y="2953115"/>
                </a:lnTo>
                <a:close/>
                <a:moveTo>
                  <a:pt x="4249697" y="2943826"/>
                </a:moveTo>
                <a:lnTo>
                  <a:pt x="4252953" y="2943826"/>
                </a:lnTo>
                <a:lnTo>
                  <a:pt x="4249697" y="2945153"/>
                </a:lnTo>
                <a:close/>
                <a:moveTo>
                  <a:pt x="1400887" y="2940841"/>
                </a:moveTo>
                <a:lnTo>
                  <a:pt x="1403493" y="2940841"/>
                </a:lnTo>
                <a:lnTo>
                  <a:pt x="1400887" y="2945153"/>
                </a:lnTo>
                <a:lnTo>
                  <a:pt x="1398282" y="2943826"/>
                </a:lnTo>
                <a:close/>
                <a:moveTo>
                  <a:pt x="5275737" y="2938187"/>
                </a:moveTo>
                <a:lnTo>
                  <a:pt x="5288767" y="2940841"/>
                </a:lnTo>
                <a:lnTo>
                  <a:pt x="5292023" y="2943826"/>
                </a:lnTo>
                <a:lnTo>
                  <a:pt x="5301795" y="2943826"/>
                </a:lnTo>
                <a:lnTo>
                  <a:pt x="5308310" y="2955770"/>
                </a:lnTo>
                <a:lnTo>
                  <a:pt x="5305053" y="2959750"/>
                </a:lnTo>
                <a:lnTo>
                  <a:pt x="5308310" y="2972024"/>
                </a:lnTo>
                <a:lnTo>
                  <a:pt x="5314825" y="2977332"/>
                </a:lnTo>
                <a:lnTo>
                  <a:pt x="5318081" y="2983967"/>
                </a:lnTo>
                <a:lnTo>
                  <a:pt x="5321339" y="2992260"/>
                </a:lnTo>
                <a:lnTo>
                  <a:pt x="5327854" y="2992260"/>
                </a:lnTo>
                <a:lnTo>
                  <a:pt x="5344141" y="2977332"/>
                </a:lnTo>
                <a:lnTo>
                  <a:pt x="5344141" y="2969370"/>
                </a:lnTo>
                <a:lnTo>
                  <a:pt x="5353912" y="2972024"/>
                </a:lnTo>
                <a:lnTo>
                  <a:pt x="5357169" y="2962403"/>
                </a:lnTo>
                <a:lnTo>
                  <a:pt x="5366941" y="2957096"/>
                </a:lnTo>
                <a:lnTo>
                  <a:pt x="5383228" y="2962403"/>
                </a:lnTo>
                <a:lnTo>
                  <a:pt x="5402771" y="2972024"/>
                </a:lnTo>
                <a:lnTo>
                  <a:pt x="5409286" y="2972024"/>
                </a:lnTo>
                <a:lnTo>
                  <a:pt x="5425572" y="2977332"/>
                </a:lnTo>
                <a:lnTo>
                  <a:pt x="5461401" y="2992260"/>
                </a:lnTo>
                <a:lnTo>
                  <a:pt x="5467917" y="2992260"/>
                </a:lnTo>
                <a:lnTo>
                  <a:pt x="5477688" y="2998895"/>
                </a:lnTo>
                <a:lnTo>
                  <a:pt x="5487459" y="2998895"/>
                </a:lnTo>
                <a:lnTo>
                  <a:pt x="5493975" y="3008515"/>
                </a:lnTo>
                <a:lnTo>
                  <a:pt x="5507004" y="3016477"/>
                </a:lnTo>
                <a:lnTo>
                  <a:pt x="5507004" y="3028751"/>
                </a:lnTo>
                <a:lnTo>
                  <a:pt x="5520033" y="3030077"/>
                </a:lnTo>
                <a:lnTo>
                  <a:pt x="5529805" y="3038039"/>
                </a:lnTo>
                <a:lnTo>
                  <a:pt x="5536319" y="3038039"/>
                </a:lnTo>
                <a:lnTo>
                  <a:pt x="5546091" y="3050314"/>
                </a:lnTo>
                <a:lnTo>
                  <a:pt x="5529805" y="3050314"/>
                </a:lnTo>
                <a:lnTo>
                  <a:pt x="5536319" y="3064911"/>
                </a:lnTo>
                <a:lnTo>
                  <a:pt x="5546091" y="3074531"/>
                </a:lnTo>
                <a:lnTo>
                  <a:pt x="5549348" y="3083819"/>
                </a:lnTo>
                <a:lnTo>
                  <a:pt x="5581921" y="3110690"/>
                </a:lnTo>
                <a:lnTo>
                  <a:pt x="5581921" y="3117656"/>
                </a:lnTo>
                <a:lnTo>
                  <a:pt x="5565635" y="3113344"/>
                </a:lnTo>
                <a:lnTo>
                  <a:pt x="5546091" y="3113344"/>
                </a:lnTo>
                <a:lnTo>
                  <a:pt x="5539577" y="3108036"/>
                </a:lnTo>
                <a:lnTo>
                  <a:pt x="5536319" y="3101401"/>
                </a:lnTo>
                <a:lnTo>
                  <a:pt x="5516775" y="3081166"/>
                </a:lnTo>
                <a:lnTo>
                  <a:pt x="5513519" y="3074531"/>
                </a:lnTo>
                <a:lnTo>
                  <a:pt x="5487459" y="3066237"/>
                </a:lnTo>
                <a:lnTo>
                  <a:pt x="5480946" y="3068891"/>
                </a:lnTo>
                <a:lnTo>
                  <a:pt x="5464659" y="3083819"/>
                </a:lnTo>
                <a:lnTo>
                  <a:pt x="5467917" y="3090454"/>
                </a:lnTo>
                <a:lnTo>
                  <a:pt x="5451630" y="3098748"/>
                </a:lnTo>
                <a:lnTo>
                  <a:pt x="5445115" y="3093439"/>
                </a:lnTo>
                <a:lnTo>
                  <a:pt x="5432087" y="3096093"/>
                </a:lnTo>
                <a:lnTo>
                  <a:pt x="5425572" y="3093439"/>
                </a:lnTo>
                <a:lnTo>
                  <a:pt x="5406028" y="3077184"/>
                </a:lnTo>
                <a:lnTo>
                  <a:pt x="5389741" y="3077184"/>
                </a:lnTo>
                <a:lnTo>
                  <a:pt x="5389741" y="3074531"/>
                </a:lnTo>
                <a:lnTo>
                  <a:pt x="5379970" y="3078511"/>
                </a:lnTo>
                <a:lnTo>
                  <a:pt x="5366941" y="3081166"/>
                </a:lnTo>
                <a:lnTo>
                  <a:pt x="5373455" y="3066237"/>
                </a:lnTo>
                <a:lnTo>
                  <a:pt x="5388325" y="3062602"/>
                </a:lnTo>
                <a:lnTo>
                  <a:pt x="5389741" y="3064911"/>
                </a:lnTo>
                <a:lnTo>
                  <a:pt x="5389741" y="3062256"/>
                </a:lnTo>
                <a:lnTo>
                  <a:pt x="5388325" y="3062602"/>
                </a:lnTo>
                <a:lnTo>
                  <a:pt x="5386485" y="3059602"/>
                </a:lnTo>
                <a:lnTo>
                  <a:pt x="5389741" y="3052967"/>
                </a:lnTo>
                <a:lnTo>
                  <a:pt x="5379970" y="3042021"/>
                </a:lnTo>
                <a:lnTo>
                  <a:pt x="5373455" y="3028751"/>
                </a:lnTo>
                <a:lnTo>
                  <a:pt x="5360427" y="3020457"/>
                </a:lnTo>
                <a:lnTo>
                  <a:pt x="5353912" y="3017804"/>
                </a:lnTo>
                <a:lnTo>
                  <a:pt x="5334367" y="3011169"/>
                </a:lnTo>
                <a:lnTo>
                  <a:pt x="5324596" y="3011169"/>
                </a:lnTo>
                <a:lnTo>
                  <a:pt x="5308310" y="3001549"/>
                </a:lnTo>
                <a:lnTo>
                  <a:pt x="5295281" y="2993587"/>
                </a:lnTo>
                <a:lnTo>
                  <a:pt x="5288767" y="3004202"/>
                </a:lnTo>
                <a:lnTo>
                  <a:pt x="5282252" y="3004202"/>
                </a:lnTo>
                <a:lnTo>
                  <a:pt x="5285509" y="2993587"/>
                </a:lnTo>
                <a:lnTo>
                  <a:pt x="5278995" y="2986952"/>
                </a:lnTo>
                <a:lnTo>
                  <a:pt x="5282252" y="2981313"/>
                </a:lnTo>
                <a:lnTo>
                  <a:pt x="5288767" y="2974678"/>
                </a:lnTo>
                <a:lnTo>
                  <a:pt x="5269223" y="2968043"/>
                </a:lnTo>
                <a:lnTo>
                  <a:pt x="5265965" y="2962403"/>
                </a:lnTo>
                <a:lnTo>
                  <a:pt x="5262709" y="2957096"/>
                </a:lnTo>
                <a:lnTo>
                  <a:pt x="5249679" y="2955770"/>
                </a:lnTo>
                <a:lnTo>
                  <a:pt x="5256194" y="2945153"/>
                </a:lnTo>
                <a:lnTo>
                  <a:pt x="5265965" y="2943826"/>
                </a:lnTo>
                <a:close/>
                <a:moveTo>
                  <a:pt x="4239925" y="2932879"/>
                </a:moveTo>
                <a:lnTo>
                  <a:pt x="4243182" y="2935533"/>
                </a:lnTo>
                <a:lnTo>
                  <a:pt x="4239925" y="2935533"/>
                </a:lnTo>
                <a:close/>
                <a:moveTo>
                  <a:pt x="1383624" y="2928898"/>
                </a:moveTo>
                <a:lnTo>
                  <a:pt x="1386229" y="2931553"/>
                </a:lnTo>
                <a:lnTo>
                  <a:pt x="1386229" y="2935533"/>
                </a:lnTo>
                <a:lnTo>
                  <a:pt x="1391441" y="2938187"/>
                </a:lnTo>
                <a:lnTo>
                  <a:pt x="1392744" y="2943826"/>
                </a:lnTo>
                <a:lnTo>
                  <a:pt x="1391441" y="2947808"/>
                </a:lnTo>
                <a:lnTo>
                  <a:pt x="1381018" y="2950461"/>
                </a:lnTo>
                <a:lnTo>
                  <a:pt x="1381018" y="2945153"/>
                </a:lnTo>
                <a:lnTo>
                  <a:pt x="1386229" y="2940841"/>
                </a:lnTo>
                <a:lnTo>
                  <a:pt x="1383624" y="2935533"/>
                </a:lnTo>
                <a:lnTo>
                  <a:pt x="1381018" y="2931553"/>
                </a:lnTo>
                <a:lnTo>
                  <a:pt x="1379715" y="2931553"/>
                </a:lnTo>
                <a:close/>
                <a:moveTo>
                  <a:pt x="3086851" y="2923591"/>
                </a:moveTo>
                <a:lnTo>
                  <a:pt x="3090108" y="2926245"/>
                </a:lnTo>
                <a:lnTo>
                  <a:pt x="3086851" y="2931553"/>
                </a:lnTo>
                <a:lnTo>
                  <a:pt x="3083593" y="2928898"/>
                </a:lnTo>
                <a:close/>
                <a:moveTo>
                  <a:pt x="4256211" y="2916624"/>
                </a:moveTo>
                <a:lnTo>
                  <a:pt x="4259469" y="2919278"/>
                </a:lnTo>
                <a:lnTo>
                  <a:pt x="4256211" y="2920605"/>
                </a:lnTo>
                <a:lnTo>
                  <a:pt x="4252953" y="2919278"/>
                </a:lnTo>
                <a:close/>
                <a:moveTo>
                  <a:pt x="4774118" y="2907336"/>
                </a:moveTo>
                <a:lnTo>
                  <a:pt x="4777375" y="2907336"/>
                </a:lnTo>
                <a:lnTo>
                  <a:pt x="4780631" y="2907336"/>
                </a:lnTo>
                <a:lnTo>
                  <a:pt x="4777375" y="2908663"/>
                </a:lnTo>
                <a:lnTo>
                  <a:pt x="4774118" y="2908663"/>
                </a:lnTo>
                <a:close/>
                <a:moveTo>
                  <a:pt x="5145446" y="2902028"/>
                </a:moveTo>
                <a:lnTo>
                  <a:pt x="5148704" y="2904681"/>
                </a:lnTo>
                <a:lnTo>
                  <a:pt x="5145446" y="2913970"/>
                </a:lnTo>
                <a:lnTo>
                  <a:pt x="5135675" y="2923591"/>
                </a:lnTo>
                <a:lnTo>
                  <a:pt x="5122645" y="2926245"/>
                </a:lnTo>
                <a:lnTo>
                  <a:pt x="5112873" y="2923591"/>
                </a:lnTo>
                <a:lnTo>
                  <a:pt x="5090073" y="2920605"/>
                </a:lnTo>
                <a:lnTo>
                  <a:pt x="5077044" y="2923591"/>
                </a:lnTo>
                <a:lnTo>
                  <a:pt x="5070529" y="2920605"/>
                </a:lnTo>
                <a:lnTo>
                  <a:pt x="5060757" y="2928898"/>
                </a:lnTo>
                <a:lnTo>
                  <a:pt x="5057499" y="2935533"/>
                </a:lnTo>
                <a:lnTo>
                  <a:pt x="5064015" y="2947808"/>
                </a:lnTo>
                <a:lnTo>
                  <a:pt x="5070529" y="2955770"/>
                </a:lnTo>
                <a:lnTo>
                  <a:pt x="5077044" y="2957096"/>
                </a:lnTo>
                <a:lnTo>
                  <a:pt x="5086815" y="2947808"/>
                </a:lnTo>
                <a:lnTo>
                  <a:pt x="5096587" y="2947808"/>
                </a:lnTo>
                <a:lnTo>
                  <a:pt x="5096587" y="2945153"/>
                </a:lnTo>
                <a:lnTo>
                  <a:pt x="5109617" y="2945153"/>
                </a:lnTo>
                <a:lnTo>
                  <a:pt x="5103102" y="2957096"/>
                </a:lnTo>
                <a:lnTo>
                  <a:pt x="5093331" y="2959750"/>
                </a:lnTo>
                <a:lnTo>
                  <a:pt x="5086815" y="2969370"/>
                </a:lnTo>
                <a:lnTo>
                  <a:pt x="5093331" y="2972024"/>
                </a:lnTo>
                <a:lnTo>
                  <a:pt x="5103102" y="2986952"/>
                </a:lnTo>
                <a:lnTo>
                  <a:pt x="5099845" y="2996240"/>
                </a:lnTo>
                <a:lnTo>
                  <a:pt x="5106359" y="2998895"/>
                </a:lnTo>
                <a:lnTo>
                  <a:pt x="5106359" y="3008515"/>
                </a:lnTo>
                <a:lnTo>
                  <a:pt x="5096587" y="3011169"/>
                </a:lnTo>
                <a:lnTo>
                  <a:pt x="5093331" y="3017804"/>
                </a:lnTo>
                <a:lnTo>
                  <a:pt x="5086815" y="3013823"/>
                </a:lnTo>
                <a:lnTo>
                  <a:pt x="5086815" y="3004202"/>
                </a:lnTo>
                <a:lnTo>
                  <a:pt x="5077044" y="2993587"/>
                </a:lnTo>
                <a:lnTo>
                  <a:pt x="5077044" y="2979985"/>
                </a:lnTo>
                <a:lnTo>
                  <a:pt x="5070529" y="2977332"/>
                </a:lnTo>
                <a:lnTo>
                  <a:pt x="5064015" y="2983967"/>
                </a:lnTo>
                <a:lnTo>
                  <a:pt x="5067273" y="2989607"/>
                </a:lnTo>
                <a:lnTo>
                  <a:pt x="5067273" y="3013823"/>
                </a:lnTo>
                <a:lnTo>
                  <a:pt x="5064015" y="3028751"/>
                </a:lnTo>
                <a:lnTo>
                  <a:pt x="5057499" y="3032732"/>
                </a:lnTo>
                <a:lnTo>
                  <a:pt x="5047728" y="3028751"/>
                </a:lnTo>
                <a:lnTo>
                  <a:pt x="5050986" y="3011169"/>
                </a:lnTo>
                <a:lnTo>
                  <a:pt x="5050986" y="3001549"/>
                </a:lnTo>
                <a:lnTo>
                  <a:pt x="5047728" y="2992260"/>
                </a:lnTo>
                <a:lnTo>
                  <a:pt x="5041213" y="2993587"/>
                </a:lnTo>
                <a:lnTo>
                  <a:pt x="5041213" y="2979985"/>
                </a:lnTo>
                <a:lnTo>
                  <a:pt x="5047728" y="2965390"/>
                </a:lnTo>
                <a:lnTo>
                  <a:pt x="5047728" y="2955770"/>
                </a:lnTo>
                <a:lnTo>
                  <a:pt x="5054243" y="2945153"/>
                </a:lnTo>
                <a:lnTo>
                  <a:pt x="5057499" y="2919278"/>
                </a:lnTo>
                <a:lnTo>
                  <a:pt x="5070529" y="2916624"/>
                </a:lnTo>
                <a:lnTo>
                  <a:pt x="5073786" y="2907336"/>
                </a:lnTo>
                <a:lnTo>
                  <a:pt x="5106359" y="2913970"/>
                </a:lnTo>
                <a:lnTo>
                  <a:pt x="5125903" y="2916624"/>
                </a:lnTo>
                <a:lnTo>
                  <a:pt x="5135675" y="2913970"/>
                </a:lnTo>
                <a:close/>
                <a:moveTo>
                  <a:pt x="5191049" y="2899042"/>
                </a:moveTo>
                <a:lnTo>
                  <a:pt x="5200820" y="2904681"/>
                </a:lnTo>
                <a:lnTo>
                  <a:pt x="5191049" y="2913970"/>
                </a:lnTo>
                <a:lnTo>
                  <a:pt x="5200820" y="2908663"/>
                </a:lnTo>
                <a:lnTo>
                  <a:pt x="5200820" y="2919278"/>
                </a:lnTo>
                <a:lnTo>
                  <a:pt x="5210591" y="2926245"/>
                </a:lnTo>
                <a:lnTo>
                  <a:pt x="5191049" y="2920605"/>
                </a:lnTo>
                <a:lnTo>
                  <a:pt x="5187791" y="2908663"/>
                </a:lnTo>
                <a:close/>
                <a:moveTo>
                  <a:pt x="4236667" y="2895061"/>
                </a:moveTo>
                <a:lnTo>
                  <a:pt x="4239925" y="2895061"/>
                </a:lnTo>
                <a:lnTo>
                  <a:pt x="4236667" y="2896388"/>
                </a:lnTo>
                <a:close/>
                <a:moveTo>
                  <a:pt x="4239925" y="2880464"/>
                </a:moveTo>
                <a:lnTo>
                  <a:pt x="4243182" y="2880464"/>
                </a:lnTo>
                <a:lnTo>
                  <a:pt x="4243182" y="2883119"/>
                </a:lnTo>
                <a:lnTo>
                  <a:pt x="4239925" y="2883119"/>
                </a:lnTo>
                <a:close/>
                <a:moveTo>
                  <a:pt x="4249697" y="2865537"/>
                </a:moveTo>
                <a:lnTo>
                  <a:pt x="4252953" y="2865537"/>
                </a:lnTo>
                <a:lnTo>
                  <a:pt x="4252953" y="2868191"/>
                </a:lnTo>
                <a:lnTo>
                  <a:pt x="4249697" y="2868191"/>
                </a:lnTo>
                <a:close/>
                <a:moveTo>
                  <a:pt x="3122681" y="2865537"/>
                </a:moveTo>
                <a:lnTo>
                  <a:pt x="3129195" y="2865537"/>
                </a:lnTo>
                <a:lnTo>
                  <a:pt x="3129195" y="2868191"/>
                </a:lnTo>
                <a:lnTo>
                  <a:pt x="3122681" y="2874826"/>
                </a:lnTo>
                <a:lnTo>
                  <a:pt x="3119424" y="2872171"/>
                </a:lnTo>
                <a:close/>
                <a:moveTo>
                  <a:pt x="4634055" y="2831700"/>
                </a:moveTo>
                <a:lnTo>
                  <a:pt x="4640569" y="2836012"/>
                </a:lnTo>
                <a:lnTo>
                  <a:pt x="4653599" y="2838666"/>
                </a:lnTo>
                <a:lnTo>
                  <a:pt x="4669885" y="2838666"/>
                </a:lnTo>
                <a:lnTo>
                  <a:pt x="4676399" y="2843974"/>
                </a:lnTo>
                <a:lnTo>
                  <a:pt x="4682913" y="2858902"/>
                </a:lnTo>
                <a:lnTo>
                  <a:pt x="4699200" y="2868191"/>
                </a:lnTo>
                <a:lnTo>
                  <a:pt x="4715487" y="2883119"/>
                </a:lnTo>
                <a:lnTo>
                  <a:pt x="4718744" y="2889754"/>
                </a:lnTo>
                <a:lnTo>
                  <a:pt x="4725259" y="2889754"/>
                </a:lnTo>
                <a:lnTo>
                  <a:pt x="4735031" y="2899042"/>
                </a:lnTo>
                <a:lnTo>
                  <a:pt x="4748059" y="2907336"/>
                </a:lnTo>
                <a:lnTo>
                  <a:pt x="4748059" y="2913970"/>
                </a:lnTo>
                <a:lnTo>
                  <a:pt x="4770860" y="2920605"/>
                </a:lnTo>
                <a:lnTo>
                  <a:pt x="4774118" y="2926245"/>
                </a:lnTo>
                <a:lnTo>
                  <a:pt x="4770860" y="2943826"/>
                </a:lnTo>
                <a:lnTo>
                  <a:pt x="4774118" y="2947808"/>
                </a:lnTo>
                <a:lnTo>
                  <a:pt x="4787147" y="2950461"/>
                </a:lnTo>
                <a:lnTo>
                  <a:pt x="4790405" y="2965390"/>
                </a:lnTo>
                <a:lnTo>
                  <a:pt x="4796918" y="2972024"/>
                </a:lnTo>
                <a:lnTo>
                  <a:pt x="4809947" y="2974678"/>
                </a:lnTo>
                <a:lnTo>
                  <a:pt x="4816463" y="2989607"/>
                </a:lnTo>
                <a:lnTo>
                  <a:pt x="4816463" y="2998895"/>
                </a:lnTo>
                <a:lnTo>
                  <a:pt x="4809947" y="3035386"/>
                </a:lnTo>
                <a:lnTo>
                  <a:pt x="4803433" y="3028751"/>
                </a:lnTo>
                <a:lnTo>
                  <a:pt x="4790405" y="3035386"/>
                </a:lnTo>
                <a:lnTo>
                  <a:pt x="4774118" y="3017804"/>
                </a:lnTo>
                <a:lnTo>
                  <a:pt x="4770860" y="3017804"/>
                </a:lnTo>
                <a:lnTo>
                  <a:pt x="4751317" y="3001549"/>
                </a:lnTo>
                <a:lnTo>
                  <a:pt x="4751317" y="2996240"/>
                </a:lnTo>
                <a:lnTo>
                  <a:pt x="4738287" y="2989607"/>
                </a:lnTo>
                <a:lnTo>
                  <a:pt x="4725259" y="2969370"/>
                </a:lnTo>
                <a:lnTo>
                  <a:pt x="4725259" y="2965390"/>
                </a:lnTo>
                <a:lnTo>
                  <a:pt x="4718744" y="2945153"/>
                </a:lnTo>
                <a:lnTo>
                  <a:pt x="4708973" y="2935533"/>
                </a:lnTo>
                <a:lnTo>
                  <a:pt x="4705715" y="2931553"/>
                </a:lnTo>
                <a:lnTo>
                  <a:pt x="4695943" y="2926245"/>
                </a:lnTo>
                <a:lnTo>
                  <a:pt x="4689429" y="2904681"/>
                </a:lnTo>
                <a:lnTo>
                  <a:pt x="4686171" y="2896388"/>
                </a:lnTo>
                <a:lnTo>
                  <a:pt x="4669885" y="2889754"/>
                </a:lnTo>
                <a:lnTo>
                  <a:pt x="4669885" y="2880464"/>
                </a:lnTo>
                <a:lnTo>
                  <a:pt x="4656855" y="2865537"/>
                </a:lnTo>
                <a:lnTo>
                  <a:pt x="4653599" y="2865537"/>
                </a:lnTo>
                <a:lnTo>
                  <a:pt x="4634055" y="2847955"/>
                </a:lnTo>
                <a:lnTo>
                  <a:pt x="4627540" y="2834354"/>
                </a:lnTo>
                <a:close/>
                <a:moveTo>
                  <a:pt x="5011899" y="2814117"/>
                </a:moveTo>
                <a:lnTo>
                  <a:pt x="5018413" y="2817104"/>
                </a:lnTo>
                <a:lnTo>
                  <a:pt x="5021670" y="2826392"/>
                </a:lnTo>
                <a:lnTo>
                  <a:pt x="5034699" y="2829046"/>
                </a:lnTo>
                <a:lnTo>
                  <a:pt x="5044471" y="2841320"/>
                </a:lnTo>
                <a:lnTo>
                  <a:pt x="5028185" y="2846627"/>
                </a:lnTo>
                <a:lnTo>
                  <a:pt x="5034699" y="2853262"/>
                </a:lnTo>
                <a:lnTo>
                  <a:pt x="5018413" y="2858902"/>
                </a:lnTo>
                <a:lnTo>
                  <a:pt x="5021670" y="2868191"/>
                </a:lnTo>
                <a:lnTo>
                  <a:pt x="5011899" y="2868191"/>
                </a:lnTo>
                <a:lnTo>
                  <a:pt x="5018413" y="2883119"/>
                </a:lnTo>
                <a:lnTo>
                  <a:pt x="5024927" y="2889754"/>
                </a:lnTo>
                <a:lnTo>
                  <a:pt x="5021670" y="2899042"/>
                </a:lnTo>
                <a:lnTo>
                  <a:pt x="5034699" y="2907336"/>
                </a:lnTo>
                <a:lnTo>
                  <a:pt x="5041213" y="2916624"/>
                </a:lnTo>
                <a:lnTo>
                  <a:pt x="5028185" y="2916624"/>
                </a:lnTo>
                <a:lnTo>
                  <a:pt x="5021670" y="2919278"/>
                </a:lnTo>
                <a:lnTo>
                  <a:pt x="5015155" y="2928898"/>
                </a:lnTo>
                <a:lnTo>
                  <a:pt x="5015155" y="2940841"/>
                </a:lnTo>
                <a:lnTo>
                  <a:pt x="5008641" y="2953115"/>
                </a:lnTo>
                <a:lnTo>
                  <a:pt x="4998869" y="2957096"/>
                </a:lnTo>
                <a:lnTo>
                  <a:pt x="4998869" y="2977332"/>
                </a:lnTo>
                <a:lnTo>
                  <a:pt x="4989097" y="2992260"/>
                </a:lnTo>
                <a:lnTo>
                  <a:pt x="4985841" y="2996240"/>
                </a:lnTo>
                <a:lnTo>
                  <a:pt x="4966297" y="3004202"/>
                </a:lnTo>
                <a:lnTo>
                  <a:pt x="4963039" y="2993587"/>
                </a:lnTo>
                <a:lnTo>
                  <a:pt x="4950010" y="2992260"/>
                </a:lnTo>
                <a:lnTo>
                  <a:pt x="4940239" y="2983967"/>
                </a:lnTo>
                <a:lnTo>
                  <a:pt x="4930467" y="2992260"/>
                </a:lnTo>
                <a:lnTo>
                  <a:pt x="4917437" y="2992260"/>
                </a:lnTo>
                <a:lnTo>
                  <a:pt x="4917437" y="2983967"/>
                </a:lnTo>
                <a:lnTo>
                  <a:pt x="4891379" y="2983967"/>
                </a:lnTo>
                <a:lnTo>
                  <a:pt x="4888123" y="2972024"/>
                </a:lnTo>
                <a:lnTo>
                  <a:pt x="4888123" y="2955770"/>
                </a:lnTo>
                <a:lnTo>
                  <a:pt x="4875093" y="2945153"/>
                </a:lnTo>
                <a:lnTo>
                  <a:pt x="4868579" y="2935533"/>
                </a:lnTo>
                <a:lnTo>
                  <a:pt x="4865321" y="2916624"/>
                </a:lnTo>
                <a:lnTo>
                  <a:pt x="4868579" y="2904681"/>
                </a:lnTo>
                <a:lnTo>
                  <a:pt x="4881607" y="2895061"/>
                </a:lnTo>
                <a:lnTo>
                  <a:pt x="4884865" y="2902028"/>
                </a:lnTo>
                <a:lnTo>
                  <a:pt x="4904409" y="2904681"/>
                </a:lnTo>
                <a:lnTo>
                  <a:pt x="4907665" y="2887099"/>
                </a:lnTo>
                <a:lnTo>
                  <a:pt x="4914181" y="2880464"/>
                </a:lnTo>
                <a:lnTo>
                  <a:pt x="4936981" y="2874826"/>
                </a:lnTo>
                <a:lnTo>
                  <a:pt x="4953268" y="2855916"/>
                </a:lnTo>
                <a:lnTo>
                  <a:pt x="4956525" y="2850609"/>
                </a:lnTo>
                <a:lnTo>
                  <a:pt x="4959781" y="2850609"/>
                </a:lnTo>
                <a:lnTo>
                  <a:pt x="4963039" y="2850609"/>
                </a:lnTo>
                <a:lnTo>
                  <a:pt x="4963039" y="2847955"/>
                </a:lnTo>
                <a:lnTo>
                  <a:pt x="4966297" y="2846627"/>
                </a:lnTo>
                <a:lnTo>
                  <a:pt x="4972811" y="2843974"/>
                </a:lnTo>
                <a:lnTo>
                  <a:pt x="4976068" y="2843974"/>
                </a:lnTo>
                <a:lnTo>
                  <a:pt x="4982583" y="2838666"/>
                </a:lnTo>
                <a:lnTo>
                  <a:pt x="4992355" y="2822411"/>
                </a:lnTo>
                <a:lnTo>
                  <a:pt x="4998869" y="2817104"/>
                </a:lnTo>
                <a:close/>
                <a:moveTo>
                  <a:pt x="4246440" y="2807483"/>
                </a:moveTo>
                <a:lnTo>
                  <a:pt x="4249697" y="2810137"/>
                </a:lnTo>
                <a:lnTo>
                  <a:pt x="4246440" y="2814117"/>
                </a:lnTo>
                <a:lnTo>
                  <a:pt x="4246440" y="2811464"/>
                </a:lnTo>
                <a:close/>
                <a:moveTo>
                  <a:pt x="5155218" y="2759050"/>
                </a:moveTo>
                <a:lnTo>
                  <a:pt x="5168247" y="2770992"/>
                </a:lnTo>
                <a:lnTo>
                  <a:pt x="5171504" y="2789901"/>
                </a:lnTo>
                <a:lnTo>
                  <a:pt x="5174762" y="2802175"/>
                </a:lnTo>
                <a:lnTo>
                  <a:pt x="5164991" y="2810137"/>
                </a:lnTo>
                <a:lnTo>
                  <a:pt x="5155218" y="2802175"/>
                </a:lnTo>
                <a:lnTo>
                  <a:pt x="5155218" y="2810137"/>
                </a:lnTo>
                <a:lnTo>
                  <a:pt x="5158475" y="2823738"/>
                </a:lnTo>
                <a:lnTo>
                  <a:pt x="5155218" y="2831700"/>
                </a:lnTo>
                <a:lnTo>
                  <a:pt x="5148704" y="2826392"/>
                </a:lnTo>
                <a:lnTo>
                  <a:pt x="5135675" y="2822411"/>
                </a:lnTo>
                <a:lnTo>
                  <a:pt x="5129160" y="2817104"/>
                </a:lnTo>
                <a:lnTo>
                  <a:pt x="5129160" y="2807483"/>
                </a:lnTo>
                <a:lnTo>
                  <a:pt x="5132418" y="2799522"/>
                </a:lnTo>
                <a:lnTo>
                  <a:pt x="5129160" y="2795540"/>
                </a:lnTo>
                <a:lnTo>
                  <a:pt x="5119389" y="2792555"/>
                </a:lnTo>
                <a:lnTo>
                  <a:pt x="5119389" y="2799522"/>
                </a:lnTo>
                <a:lnTo>
                  <a:pt x="5112873" y="2792555"/>
                </a:lnTo>
                <a:lnTo>
                  <a:pt x="5106359" y="2798195"/>
                </a:lnTo>
                <a:lnTo>
                  <a:pt x="5106359" y="2792555"/>
                </a:lnTo>
                <a:lnTo>
                  <a:pt x="5096587" y="2807483"/>
                </a:lnTo>
                <a:lnTo>
                  <a:pt x="5093331" y="2804829"/>
                </a:lnTo>
                <a:lnTo>
                  <a:pt x="5099845" y="2787247"/>
                </a:lnTo>
                <a:lnTo>
                  <a:pt x="5112873" y="2785920"/>
                </a:lnTo>
                <a:lnTo>
                  <a:pt x="5119389" y="2775305"/>
                </a:lnTo>
                <a:lnTo>
                  <a:pt x="5132418" y="2785920"/>
                </a:lnTo>
                <a:lnTo>
                  <a:pt x="5142189" y="2770992"/>
                </a:lnTo>
                <a:lnTo>
                  <a:pt x="5148704" y="2773978"/>
                </a:lnTo>
                <a:lnTo>
                  <a:pt x="5155218" y="2770992"/>
                </a:lnTo>
                <a:close/>
                <a:moveTo>
                  <a:pt x="4370216" y="2759050"/>
                </a:moveTo>
                <a:lnTo>
                  <a:pt x="4379987" y="2765685"/>
                </a:lnTo>
                <a:lnTo>
                  <a:pt x="4386503" y="2780612"/>
                </a:lnTo>
                <a:lnTo>
                  <a:pt x="4396274" y="2799522"/>
                </a:lnTo>
                <a:lnTo>
                  <a:pt x="4393017" y="2811464"/>
                </a:lnTo>
                <a:lnTo>
                  <a:pt x="4386503" y="2822411"/>
                </a:lnTo>
                <a:lnTo>
                  <a:pt x="4373473" y="2826392"/>
                </a:lnTo>
                <a:lnTo>
                  <a:pt x="4366958" y="2823738"/>
                </a:lnTo>
                <a:lnTo>
                  <a:pt x="4360445" y="2810137"/>
                </a:lnTo>
                <a:lnTo>
                  <a:pt x="4360445" y="2785920"/>
                </a:lnTo>
                <a:lnTo>
                  <a:pt x="4366958" y="2763030"/>
                </a:lnTo>
                <a:close/>
                <a:moveTo>
                  <a:pt x="5132418" y="2751088"/>
                </a:moveTo>
                <a:lnTo>
                  <a:pt x="5138931" y="2751088"/>
                </a:lnTo>
                <a:lnTo>
                  <a:pt x="5135675" y="2761703"/>
                </a:lnTo>
                <a:lnTo>
                  <a:pt x="5125903" y="2759050"/>
                </a:lnTo>
                <a:close/>
                <a:moveTo>
                  <a:pt x="5125903" y="2738813"/>
                </a:moveTo>
                <a:lnTo>
                  <a:pt x="5129160" y="2746775"/>
                </a:lnTo>
                <a:lnTo>
                  <a:pt x="5119389" y="2751088"/>
                </a:lnTo>
                <a:close/>
                <a:moveTo>
                  <a:pt x="5050986" y="2738813"/>
                </a:moveTo>
                <a:lnTo>
                  <a:pt x="5054243" y="2744121"/>
                </a:lnTo>
                <a:lnTo>
                  <a:pt x="5044471" y="2751088"/>
                </a:lnTo>
                <a:lnTo>
                  <a:pt x="5041213" y="2751088"/>
                </a:lnTo>
                <a:close/>
                <a:moveTo>
                  <a:pt x="5112873" y="2737486"/>
                </a:moveTo>
                <a:lnTo>
                  <a:pt x="5119389" y="2738813"/>
                </a:lnTo>
                <a:lnTo>
                  <a:pt x="5112873" y="2753742"/>
                </a:lnTo>
                <a:lnTo>
                  <a:pt x="5116131" y="2765685"/>
                </a:lnTo>
                <a:lnTo>
                  <a:pt x="5112873" y="2770992"/>
                </a:lnTo>
                <a:lnTo>
                  <a:pt x="5106359" y="2763030"/>
                </a:lnTo>
                <a:lnTo>
                  <a:pt x="5103102" y="2753742"/>
                </a:lnTo>
                <a:lnTo>
                  <a:pt x="5109617" y="2751088"/>
                </a:lnTo>
                <a:close/>
                <a:moveTo>
                  <a:pt x="1910325" y="2737486"/>
                </a:moveTo>
                <a:lnTo>
                  <a:pt x="1912930" y="2737486"/>
                </a:lnTo>
                <a:lnTo>
                  <a:pt x="1912930" y="2738813"/>
                </a:lnTo>
                <a:lnTo>
                  <a:pt x="1910325" y="2741468"/>
                </a:lnTo>
                <a:lnTo>
                  <a:pt x="1910325" y="2744121"/>
                </a:lnTo>
                <a:lnTo>
                  <a:pt x="1910325" y="2746775"/>
                </a:lnTo>
                <a:lnTo>
                  <a:pt x="1912930" y="2746775"/>
                </a:lnTo>
                <a:lnTo>
                  <a:pt x="1912930" y="2751088"/>
                </a:lnTo>
                <a:lnTo>
                  <a:pt x="1910325" y="2751088"/>
                </a:lnTo>
                <a:lnTo>
                  <a:pt x="1907718" y="2751088"/>
                </a:lnTo>
                <a:lnTo>
                  <a:pt x="1905113" y="2751088"/>
                </a:lnTo>
                <a:lnTo>
                  <a:pt x="1903810" y="2751088"/>
                </a:lnTo>
                <a:lnTo>
                  <a:pt x="1898598" y="2751088"/>
                </a:lnTo>
                <a:lnTo>
                  <a:pt x="1901204" y="2749430"/>
                </a:lnTo>
                <a:lnTo>
                  <a:pt x="1903810" y="2749430"/>
                </a:lnTo>
                <a:lnTo>
                  <a:pt x="1903810" y="2741468"/>
                </a:lnTo>
                <a:lnTo>
                  <a:pt x="1901204" y="2741468"/>
                </a:lnTo>
                <a:lnTo>
                  <a:pt x="1901204" y="2738813"/>
                </a:lnTo>
                <a:lnTo>
                  <a:pt x="1903810" y="2738813"/>
                </a:lnTo>
                <a:lnTo>
                  <a:pt x="1905113" y="2738813"/>
                </a:lnTo>
                <a:lnTo>
                  <a:pt x="1907718" y="2738813"/>
                </a:lnTo>
                <a:lnTo>
                  <a:pt x="1910325" y="2738813"/>
                </a:lnTo>
                <a:close/>
                <a:moveTo>
                  <a:pt x="1836385" y="2734833"/>
                </a:moveTo>
                <a:lnTo>
                  <a:pt x="1838990" y="2737486"/>
                </a:lnTo>
                <a:lnTo>
                  <a:pt x="1836385" y="2737486"/>
                </a:lnTo>
                <a:close/>
                <a:moveTo>
                  <a:pt x="1860163" y="2732179"/>
                </a:moveTo>
                <a:lnTo>
                  <a:pt x="1862768" y="2732179"/>
                </a:lnTo>
                <a:lnTo>
                  <a:pt x="1862768" y="2734833"/>
                </a:lnTo>
                <a:lnTo>
                  <a:pt x="1860163" y="2737486"/>
                </a:lnTo>
                <a:lnTo>
                  <a:pt x="1857556" y="2737486"/>
                </a:lnTo>
                <a:lnTo>
                  <a:pt x="1856254" y="2737486"/>
                </a:lnTo>
                <a:lnTo>
                  <a:pt x="1853322" y="2737486"/>
                </a:lnTo>
                <a:lnTo>
                  <a:pt x="1853322" y="2734833"/>
                </a:lnTo>
                <a:lnTo>
                  <a:pt x="1856254" y="2734833"/>
                </a:lnTo>
                <a:lnTo>
                  <a:pt x="1857556" y="2734833"/>
                </a:lnTo>
                <a:lnTo>
                  <a:pt x="1860163" y="2734833"/>
                </a:lnTo>
                <a:close/>
                <a:moveTo>
                  <a:pt x="1915536" y="2729525"/>
                </a:moveTo>
                <a:lnTo>
                  <a:pt x="1916839" y="2729525"/>
                </a:lnTo>
                <a:lnTo>
                  <a:pt x="1919771" y="2729525"/>
                </a:lnTo>
                <a:lnTo>
                  <a:pt x="1916839" y="2732179"/>
                </a:lnTo>
                <a:lnTo>
                  <a:pt x="1915536" y="2732179"/>
                </a:lnTo>
                <a:close/>
                <a:moveTo>
                  <a:pt x="5145446" y="2726540"/>
                </a:moveTo>
                <a:lnTo>
                  <a:pt x="5148704" y="2738813"/>
                </a:lnTo>
                <a:lnTo>
                  <a:pt x="5148704" y="2744121"/>
                </a:lnTo>
                <a:lnTo>
                  <a:pt x="5142189" y="2741468"/>
                </a:lnTo>
                <a:lnTo>
                  <a:pt x="5135675" y="2732179"/>
                </a:lnTo>
                <a:close/>
                <a:moveTo>
                  <a:pt x="5093331" y="2722558"/>
                </a:moveTo>
                <a:lnTo>
                  <a:pt x="5112873" y="2732179"/>
                </a:lnTo>
                <a:lnTo>
                  <a:pt x="5106359" y="2738813"/>
                </a:lnTo>
                <a:lnTo>
                  <a:pt x="5093331" y="2744121"/>
                </a:lnTo>
                <a:close/>
                <a:moveTo>
                  <a:pt x="1901204" y="2713270"/>
                </a:moveTo>
                <a:lnTo>
                  <a:pt x="1901204" y="2714596"/>
                </a:lnTo>
                <a:lnTo>
                  <a:pt x="1901204" y="2717251"/>
                </a:lnTo>
                <a:lnTo>
                  <a:pt x="1898598" y="2717251"/>
                </a:lnTo>
                <a:lnTo>
                  <a:pt x="1898598" y="2714596"/>
                </a:lnTo>
                <a:close/>
                <a:moveTo>
                  <a:pt x="1784594" y="2713270"/>
                </a:moveTo>
                <a:lnTo>
                  <a:pt x="1785896" y="2713270"/>
                </a:lnTo>
                <a:lnTo>
                  <a:pt x="1785896" y="2714596"/>
                </a:lnTo>
                <a:lnTo>
                  <a:pt x="1785896" y="2717251"/>
                </a:lnTo>
                <a:lnTo>
                  <a:pt x="1784594" y="2714596"/>
                </a:lnTo>
                <a:close/>
                <a:moveTo>
                  <a:pt x="1772868" y="2710616"/>
                </a:moveTo>
                <a:lnTo>
                  <a:pt x="1772868" y="2713270"/>
                </a:lnTo>
                <a:lnTo>
                  <a:pt x="1769937" y="2713270"/>
                </a:lnTo>
                <a:close/>
                <a:moveTo>
                  <a:pt x="5132418" y="2707963"/>
                </a:moveTo>
                <a:lnTo>
                  <a:pt x="5148704" y="2707963"/>
                </a:lnTo>
                <a:lnTo>
                  <a:pt x="5155218" y="2713270"/>
                </a:lnTo>
                <a:lnTo>
                  <a:pt x="5155218" y="2725213"/>
                </a:lnTo>
                <a:lnTo>
                  <a:pt x="5158475" y="2734833"/>
                </a:lnTo>
                <a:lnTo>
                  <a:pt x="5151961" y="2732179"/>
                </a:lnTo>
                <a:lnTo>
                  <a:pt x="5148704" y="2722558"/>
                </a:lnTo>
                <a:lnTo>
                  <a:pt x="5135675" y="2713270"/>
                </a:lnTo>
                <a:close/>
                <a:moveTo>
                  <a:pt x="3901169" y="2704976"/>
                </a:moveTo>
                <a:lnTo>
                  <a:pt x="3907683" y="2704976"/>
                </a:lnTo>
                <a:lnTo>
                  <a:pt x="3914198" y="2704976"/>
                </a:lnTo>
                <a:lnTo>
                  <a:pt x="3917455" y="2707963"/>
                </a:lnTo>
                <a:lnTo>
                  <a:pt x="3914198" y="2710616"/>
                </a:lnTo>
                <a:lnTo>
                  <a:pt x="3907683" y="2713270"/>
                </a:lnTo>
                <a:lnTo>
                  <a:pt x="3901169" y="2707963"/>
                </a:lnTo>
                <a:close/>
                <a:moveTo>
                  <a:pt x="1755604" y="2704976"/>
                </a:moveTo>
                <a:lnTo>
                  <a:pt x="1758210" y="2707963"/>
                </a:lnTo>
                <a:lnTo>
                  <a:pt x="1758210" y="2710616"/>
                </a:lnTo>
                <a:lnTo>
                  <a:pt x="1752998" y="2707963"/>
                </a:lnTo>
                <a:close/>
                <a:moveTo>
                  <a:pt x="1934103" y="2693034"/>
                </a:moveTo>
                <a:lnTo>
                  <a:pt x="1936708" y="2693034"/>
                </a:lnTo>
                <a:lnTo>
                  <a:pt x="1936708" y="2695688"/>
                </a:lnTo>
                <a:lnTo>
                  <a:pt x="1939314" y="2695688"/>
                </a:lnTo>
                <a:lnTo>
                  <a:pt x="1939314" y="2698341"/>
                </a:lnTo>
                <a:lnTo>
                  <a:pt x="1936708" y="2698341"/>
                </a:lnTo>
                <a:lnTo>
                  <a:pt x="1934103" y="2695688"/>
                </a:lnTo>
                <a:close/>
                <a:moveTo>
                  <a:pt x="1907718" y="2690381"/>
                </a:moveTo>
                <a:lnTo>
                  <a:pt x="1910325" y="2693034"/>
                </a:lnTo>
                <a:lnTo>
                  <a:pt x="1910325" y="2695688"/>
                </a:lnTo>
                <a:lnTo>
                  <a:pt x="1907718" y="2695688"/>
                </a:lnTo>
                <a:lnTo>
                  <a:pt x="1907718" y="2693034"/>
                </a:lnTo>
                <a:close/>
                <a:moveTo>
                  <a:pt x="5067273" y="2689053"/>
                </a:moveTo>
                <a:lnTo>
                  <a:pt x="5077044" y="2689053"/>
                </a:lnTo>
                <a:lnTo>
                  <a:pt x="5086815" y="2695688"/>
                </a:lnTo>
                <a:lnTo>
                  <a:pt x="5086815" y="2704976"/>
                </a:lnTo>
                <a:lnTo>
                  <a:pt x="5077044" y="2710616"/>
                </a:lnTo>
                <a:close/>
                <a:moveTo>
                  <a:pt x="1912930" y="2678106"/>
                </a:moveTo>
                <a:lnTo>
                  <a:pt x="1912930" y="2680759"/>
                </a:lnTo>
                <a:lnTo>
                  <a:pt x="1912930" y="2683414"/>
                </a:lnTo>
                <a:lnTo>
                  <a:pt x="1912930" y="2686399"/>
                </a:lnTo>
                <a:lnTo>
                  <a:pt x="1910325" y="2686399"/>
                </a:lnTo>
                <a:lnTo>
                  <a:pt x="1910325" y="2683414"/>
                </a:lnTo>
                <a:lnTo>
                  <a:pt x="1910325" y="2680759"/>
                </a:lnTo>
                <a:close/>
                <a:moveTo>
                  <a:pt x="1907718" y="2664504"/>
                </a:moveTo>
                <a:lnTo>
                  <a:pt x="1910325" y="2664504"/>
                </a:lnTo>
                <a:lnTo>
                  <a:pt x="1910325" y="2666164"/>
                </a:lnTo>
                <a:lnTo>
                  <a:pt x="1912930" y="2666164"/>
                </a:lnTo>
                <a:lnTo>
                  <a:pt x="1912930" y="2668817"/>
                </a:lnTo>
                <a:lnTo>
                  <a:pt x="1915536" y="2671471"/>
                </a:lnTo>
                <a:lnTo>
                  <a:pt x="1915536" y="2674126"/>
                </a:lnTo>
                <a:lnTo>
                  <a:pt x="1912930" y="2671471"/>
                </a:lnTo>
                <a:lnTo>
                  <a:pt x="1910325" y="2671471"/>
                </a:lnTo>
                <a:lnTo>
                  <a:pt x="1907718" y="2668817"/>
                </a:lnTo>
                <a:lnTo>
                  <a:pt x="1907718" y="2666164"/>
                </a:lnTo>
                <a:close/>
                <a:moveTo>
                  <a:pt x="2560150" y="2656543"/>
                </a:moveTo>
                <a:lnTo>
                  <a:pt x="2565362" y="2661851"/>
                </a:lnTo>
                <a:lnTo>
                  <a:pt x="2562756" y="2664504"/>
                </a:lnTo>
                <a:lnTo>
                  <a:pt x="2558848" y="2661851"/>
                </a:lnTo>
                <a:close/>
                <a:moveTo>
                  <a:pt x="1903810" y="2652562"/>
                </a:moveTo>
                <a:lnTo>
                  <a:pt x="1905113" y="2652562"/>
                </a:lnTo>
                <a:lnTo>
                  <a:pt x="1907718" y="2652562"/>
                </a:lnTo>
                <a:lnTo>
                  <a:pt x="1907718" y="2653889"/>
                </a:lnTo>
                <a:lnTo>
                  <a:pt x="1907718" y="2656543"/>
                </a:lnTo>
                <a:lnTo>
                  <a:pt x="1907718" y="2659197"/>
                </a:lnTo>
                <a:lnTo>
                  <a:pt x="1905113" y="2659197"/>
                </a:lnTo>
                <a:lnTo>
                  <a:pt x="1905113" y="2656543"/>
                </a:lnTo>
                <a:lnTo>
                  <a:pt x="1903810" y="2653889"/>
                </a:lnTo>
                <a:close/>
                <a:moveTo>
                  <a:pt x="1905113" y="2644601"/>
                </a:moveTo>
                <a:lnTo>
                  <a:pt x="1907718" y="2644601"/>
                </a:lnTo>
                <a:lnTo>
                  <a:pt x="1907718" y="2647254"/>
                </a:lnTo>
                <a:lnTo>
                  <a:pt x="1905113" y="2647254"/>
                </a:lnTo>
                <a:close/>
                <a:moveTo>
                  <a:pt x="1898598" y="2637634"/>
                </a:moveTo>
                <a:lnTo>
                  <a:pt x="1901204" y="2637634"/>
                </a:lnTo>
                <a:lnTo>
                  <a:pt x="1901204" y="2640287"/>
                </a:lnTo>
                <a:lnTo>
                  <a:pt x="1903810" y="2641615"/>
                </a:lnTo>
                <a:lnTo>
                  <a:pt x="1901204" y="2641615"/>
                </a:lnTo>
                <a:lnTo>
                  <a:pt x="1901204" y="2644601"/>
                </a:lnTo>
                <a:lnTo>
                  <a:pt x="1898598" y="2641615"/>
                </a:lnTo>
                <a:lnTo>
                  <a:pt x="1898598" y="2640287"/>
                </a:lnTo>
                <a:close/>
                <a:moveTo>
                  <a:pt x="1903810" y="2634980"/>
                </a:moveTo>
                <a:lnTo>
                  <a:pt x="1905113" y="2634980"/>
                </a:lnTo>
                <a:lnTo>
                  <a:pt x="1905113" y="2637634"/>
                </a:lnTo>
                <a:lnTo>
                  <a:pt x="1907718" y="2637634"/>
                </a:lnTo>
                <a:lnTo>
                  <a:pt x="1907718" y="2640287"/>
                </a:lnTo>
                <a:lnTo>
                  <a:pt x="1903810" y="2640287"/>
                </a:lnTo>
                <a:lnTo>
                  <a:pt x="1903810" y="2637634"/>
                </a:lnTo>
                <a:close/>
                <a:moveTo>
                  <a:pt x="2532463" y="2623037"/>
                </a:moveTo>
                <a:lnTo>
                  <a:pt x="2536372" y="2623037"/>
                </a:lnTo>
                <a:lnTo>
                  <a:pt x="2536372" y="2625692"/>
                </a:lnTo>
                <a:lnTo>
                  <a:pt x="2532463" y="2628345"/>
                </a:lnTo>
                <a:close/>
                <a:moveTo>
                  <a:pt x="1895667" y="2623037"/>
                </a:moveTo>
                <a:lnTo>
                  <a:pt x="1898598" y="2623037"/>
                </a:lnTo>
                <a:lnTo>
                  <a:pt x="1901204" y="2623037"/>
                </a:lnTo>
                <a:lnTo>
                  <a:pt x="1901204" y="2625692"/>
                </a:lnTo>
                <a:lnTo>
                  <a:pt x="1898598" y="2625692"/>
                </a:lnTo>
                <a:lnTo>
                  <a:pt x="1895667" y="2625692"/>
                </a:lnTo>
                <a:close/>
                <a:moveTo>
                  <a:pt x="1881335" y="2620052"/>
                </a:moveTo>
                <a:lnTo>
                  <a:pt x="1883941" y="2620052"/>
                </a:lnTo>
                <a:lnTo>
                  <a:pt x="1883941" y="2623037"/>
                </a:lnTo>
                <a:close/>
                <a:moveTo>
                  <a:pt x="1880032" y="2617398"/>
                </a:moveTo>
                <a:lnTo>
                  <a:pt x="1881335" y="2617398"/>
                </a:lnTo>
                <a:lnTo>
                  <a:pt x="1881335" y="2620052"/>
                </a:lnTo>
                <a:lnTo>
                  <a:pt x="1880032" y="2620052"/>
                </a:lnTo>
                <a:close/>
                <a:moveTo>
                  <a:pt x="1895667" y="2613417"/>
                </a:moveTo>
                <a:lnTo>
                  <a:pt x="1898598" y="2613417"/>
                </a:lnTo>
                <a:lnTo>
                  <a:pt x="1898598" y="2616072"/>
                </a:lnTo>
                <a:lnTo>
                  <a:pt x="1895667" y="2616072"/>
                </a:lnTo>
                <a:close/>
                <a:moveTo>
                  <a:pt x="1844202" y="2610764"/>
                </a:moveTo>
                <a:lnTo>
                  <a:pt x="1845505" y="2610764"/>
                </a:lnTo>
                <a:lnTo>
                  <a:pt x="1848110" y="2610764"/>
                </a:lnTo>
                <a:lnTo>
                  <a:pt x="1848110" y="2613417"/>
                </a:lnTo>
                <a:lnTo>
                  <a:pt x="1845505" y="2613417"/>
                </a:lnTo>
                <a:lnTo>
                  <a:pt x="1844202" y="2613417"/>
                </a:lnTo>
                <a:close/>
                <a:moveTo>
                  <a:pt x="1877426" y="2604129"/>
                </a:moveTo>
                <a:lnTo>
                  <a:pt x="1880032" y="2604129"/>
                </a:lnTo>
                <a:lnTo>
                  <a:pt x="1880032" y="2605455"/>
                </a:lnTo>
                <a:lnTo>
                  <a:pt x="1877426" y="2605455"/>
                </a:lnTo>
                <a:close/>
                <a:moveTo>
                  <a:pt x="1833453" y="2604129"/>
                </a:moveTo>
                <a:lnTo>
                  <a:pt x="1836385" y="2604129"/>
                </a:lnTo>
                <a:lnTo>
                  <a:pt x="1836385" y="2605455"/>
                </a:lnTo>
                <a:lnTo>
                  <a:pt x="1833453" y="2605455"/>
                </a:lnTo>
                <a:lnTo>
                  <a:pt x="1832150" y="2605455"/>
                </a:lnTo>
                <a:close/>
                <a:moveTo>
                  <a:pt x="1877426" y="2601475"/>
                </a:moveTo>
                <a:lnTo>
                  <a:pt x="1877426" y="2604129"/>
                </a:lnTo>
                <a:lnTo>
                  <a:pt x="1874494" y="2604129"/>
                </a:lnTo>
                <a:close/>
                <a:moveTo>
                  <a:pt x="5080301" y="2595835"/>
                </a:moveTo>
                <a:lnTo>
                  <a:pt x="5093331" y="2601475"/>
                </a:lnTo>
                <a:lnTo>
                  <a:pt x="5099845" y="2617398"/>
                </a:lnTo>
                <a:lnTo>
                  <a:pt x="5106359" y="2623037"/>
                </a:lnTo>
                <a:lnTo>
                  <a:pt x="5099845" y="2632327"/>
                </a:lnTo>
                <a:lnTo>
                  <a:pt x="5083559" y="2656543"/>
                </a:lnTo>
                <a:lnTo>
                  <a:pt x="5090073" y="2678106"/>
                </a:lnTo>
                <a:lnTo>
                  <a:pt x="5096587" y="2680759"/>
                </a:lnTo>
                <a:lnTo>
                  <a:pt x="5103102" y="2674126"/>
                </a:lnTo>
                <a:lnTo>
                  <a:pt x="5109617" y="2676779"/>
                </a:lnTo>
                <a:lnTo>
                  <a:pt x="5112873" y="2686399"/>
                </a:lnTo>
                <a:lnTo>
                  <a:pt x="5119389" y="2680759"/>
                </a:lnTo>
                <a:lnTo>
                  <a:pt x="5125903" y="2695688"/>
                </a:lnTo>
                <a:lnTo>
                  <a:pt x="5132418" y="2698341"/>
                </a:lnTo>
                <a:lnTo>
                  <a:pt x="5129160" y="2707963"/>
                </a:lnTo>
                <a:lnTo>
                  <a:pt x="5119389" y="2698341"/>
                </a:lnTo>
                <a:lnTo>
                  <a:pt x="5116131" y="2690381"/>
                </a:lnTo>
                <a:lnTo>
                  <a:pt x="5106359" y="2680759"/>
                </a:lnTo>
                <a:lnTo>
                  <a:pt x="5096587" y="2686399"/>
                </a:lnTo>
                <a:lnTo>
                  <a:pt x="5090073" y="2680759"/>
                </a:lnTo>
                <a:lnTo>
                  <a:pt x="5083559" y="2689053"/>
                </a:lnTo>
                <a:lnTo>
                  <a:pt x="5070529" y="2680759"/>
                </a:lnTo>
                <a:lnTo>
                  <a:pt x="5070529" y="2676779"/>
                </a:lnTo>
                <a:lnTo>
                  <a:pt x="5077044" y="2671471"/>
                </a:lnTo>
                <a:lnTo>
                  <a:pt x="5060757" y="2666164"/>
                </a:lnTo>
                <a:lnTo>
                  <a:pt x="5057499" y="2647254"/>
                </a:lnTo>
                <a:lnTo>
                  <a:pt x="5067273" y="2640287"/>
                </a:lnTo>
                <a:lnTo>
                  <a:pt x="5067273" y="2632327"/>
                </a:lnTo>
                <a:lnTo>
                  <a:pt x="5067273" y="2625692"/>
                </a:lnTo>
                <a:lnTo>
                  <a:pt x="5067273" y="2613417"/>
                </a:lnTo>
                <a:lnTo>
                  <a:pt x="5070529" y="2598489"/>
                </a:lnTo>
                <a:close/>
                <a:moveTo>
                  <a:pt x="1805766" y="2595835"/>
                </a:moveTo>
                <a:lnTo>
                  <a:pt x="1808372" y="2598489"/>
                </a:lnTo>
                <a:lnTo>
                  <a:pt x="1809674" y="2598489"/>
                </a:lnTo>
                <a:lnTo>
                  <a:pt x="1812281" y="2598489"/>
                </a:lnTo>
                <a:lnTo>
                  <a:pt x="1815212" y="2598489"/>
                </a:lnTo>
                <a:lnTo>
                  <a:pt x="1817818" y="2598489"/>
                </a:lnTo>
                <a:lnTo>
                  <a:pt x="1821727" y="2598489"/>
                </a:lnTo>
                <a:lnTo>
                  <a:pt x="1824332" y="2598489"/>
                </a:lnTo>
                <a:lnTo>
                  <a:pt x="1826939" y="2598489"/>
                </a:lnTo>
                <a:lnTo>
                  <a:pt x="1829544" y="2598489"/>
                </a:lnTo>
                <a:lnTo>
                  <a:pt x="1832150" y="2601475"/>
                </a:lnTo>
                <a:lnTo>
                  <a:pt x="1832150" y="2604129"/>
                </a:lnTo>
                <a:lnTo>
                  <a:pt x="1829544" y="2604129"/>
                </a:lnTo>
                <a:lnTo>
                  <a:pt x="1826939" y="2605455"/>
                </a:lnTo>
                <a:lnTo>
                  <a:pt x="1826939" y="2608110"/>
                </a:lnTo>
                <a:lnTo>
                  <a:pt x="1821727" y="2608110"/>
                </a:lnTo>
                <a:lnTo>
                  <a:pt x="1820424" y="2608110"/>
                </a:lnTo>
                <a:lnTo>
                  <a:pt x="1817818" y="2608110"/>
                </a:lnTo>
                <a:lnTo>
                  <a:pt x="1815212" y="2608110"/>
                </a:lnTo>
                <a:lnTo>
                  <a:pt x="1812281" y="2608110"/>
                </a:lnTo>
                <a:lnTo>
                  <a:pt x="1809674" y="2608110"/>
                </a:lnTo>
                <a:lnTo>
                  <a:pt x="1808372" y="2608110"/>
                </a:lnTo>
                <a:lnTo>
                  <a:pt x="1805766" y="2608110"/>
                </a:lnTo>
                <a:lnTo>
                  <a:pt x="1803161" y="2608110"/>
                </a:lnTo>
                <a:lnTo>
                  <a:pt x="1803161" y="2605455"/>
                </a:lnTo>
                <a:lnTo>
                  <a:pt x="1805766" y="2604129"/>
                </a:lnTo>
                <a:lnTo>
                  <a:pt x="1803161" y="2601475"/>
                </a:lnTo>
                <a:lnTo>
                  <a:pt x="1805766" y="2598489"/>
                </a:lnTo>
                <a:close/>
                <a:moveTo>
                  <a:pt x="1619125" y="2595835"/>
                </a:moveTo>
                <a:lnTo>
                  <a:pt x="1636388" y="2601475"/>
                </a:lnTo>
                <a:lnTo>
                  <a:pt x="1645508" y="2604129"/>
                </a:lnTo>
                <a:lnTo>
                  <a:pt x="1642903" y="2610764"/>
                </a:lnTo>
                <a:lnTo>
                  <a:pt x="1638993" y="2608110"/>
                </a:lnTo>
                <a:lnTo>
                  <a:pt x="1636388" y="2608110"/>
                </a:lnTo>
                <a:lnTo>
                  <a:pt x="1631176" y="2608110"/>
                </a:lnTo>
                <a:lnTo>
                  <a:pt x="1629873" y="2613417"/>
                </a:lnTo>
                <a:lnTo>
                  <a:pt x="1627268" y="2610764"/>
                </a:lnTo>
                <a:lnTo>
                  <a:pt x="1621730" y="2610764"/>
                </a:lnTo>
                <a:lnTo>
                  <a:pt x="1615215" y="2604129"/>
                </a:lnTo>
                <a:lnTo>
                  <a:pt x="1610004" y="2604129"/>
                </a:lnTo>
                <a:lnTo>
                  <a:pt x="1612610" y="2598489"/>
                </a:lnTo>
                <a:close/>
                <a:moveTo>
                  <a:pt x="1558213" y="2581239"/>
                </a:moveTo>
                <a:lnTo>
                  <a:pt x="1562448" y="2581239"/>
                </a:lnTo>
                <a:lnTo>
                  <a:pt x="1559517" y="2583893"/>
                </a:lnTo>
                <a:close/>
                <a:moveTo>
                  <a:pt x="1707722" y="2568965"/>
                </a:moveTo>
                <a:lnTo>
                  <a:pt x="1724986" y="2574273"/>
                </a:lnTo>
                <a:lnTo>
                  <a:pt x="1738341" y="2571618"/>
                </a:lnTo>
                <a:lnTo>
                  <a:pt x="1750067" y="2576927"/>
                </a:lnTo>
                <a:lnTo>
                  <a:pt x="1758210" y="2576927"/>
                </a:lnTo>
                <a:lnTo>
                  <a:pt x="1760815" y="2583893"/>
                </a:lnTo>
                <a:lnTo>
                  <a:pt x="1769937" y="2581239"/>
                </a:lnTo>
                <a:lnTo>
                  <a:pt x="1784594" y="2593182"/>
                </a:lnTo>
                <a:lnTo>
                  <a:pt x="1781988" y="2601475"/>
                </a:lnTo>
                <a:lnTo>
                  <a:pt x="1758210" y="2598489"/>
                </a:lnTo>
                <a:lnTo>
                  <a:pt x="1746158" y="2604129"/>
                </a:lnTo>
                <a:lnTo>
                  <a:pt x="1737037" y="2604129"/>
                </a:lnTo>
                <a:lnTo>
                  <a:pt x="1728894" y="2613417"/>
                </a:lnTo>
                <a:lnTo>
                  <a:pt x="1724986" y="2605455"/>
                </a:lnTo>
                <a:lnTo>
                  <a:pt x="1719774" y="2604129"/>
                </a:lnTo>
                <a:lnTo>
                  <a:pt x="1705116" y="2604129"/>
                </a:lnTo>
                <a:lnTo>
                  <a:pt x="1695996" y="2601475"/>
                </a:lnTo>
                <a:lnTo>
                  <a:pt x="1686550" y="2604129"/>
                </a:lnTo>
                <a:lnTo>
                  <a:pt x="1678732" y="2601475"/>
                </a:lnTo>
                <a:lnTo>
                  <a:pt x="1681339" y="2593182"/>
                </a:lnTo>
                <a:lnTo>
                  <a:pt x="1690785" y="2598489"/>
                </a:lnTo>
                <a:lnTo>
                  <a:pt x="1707722" y="2598489"/>
                </a:lnTo>
                <a:lnTo>
                  <a:pt x="1710654" y="2591855"/>
                </a:lnTo>
                <a:lnTo>
                  <a:pt x="1705116" y="2589200"/>
                </a:lnTo>
                <a:lnTo>
                  <a:pt x="1707722" y="2579912"/>
                </a:lnTo>
                <a:lnTo>
                  <a:pt x="1695996" y="2576927"/>
                </a:lnTo>
                <a:close/>
                <a:moveTo>
                  <a:pt x="4897894" y="2567638"/>
                </a:moveTo>
                <a:lnTo>
                  <a:pt x="4904409" y="2576927"/>
                </a:lnTo>
                <a:lnTo>
                  <a:pt x="4897894" y="2581239"/>
                </a:lnTo>
                <a:lnTo>
                  <a:pt x="4894636" y="2591855"/>
                </a:lnTo>
                <a:lnTo>
                  <a:pt x="4881607" y="2604129"/>
                </a:lnTo>
                <a:lnTo>
                  <a:pt x="4865321" y="2598489"/>
                </a:lnTo>
                <a:lnTo>
                  <a:pt x="4862063" y="2583893"/>
                </a:lnTo>
                <a:lnTo>
                  <a:pt x="4875093" y="2571618"/>
                </a:lnTo>
                <a:close/>
                <a:moveTo>
                  <a:pt x="1701208" y="2544748"/>
                </a:moveTo>
                <a:lnTo>
                  <a:pt x="1702510" y="2544748"/>
                </a:lnTo>
                <a:lnTo>
                  <a:pt x="1702510" y="2547402"/>
                </a:lnTo>
                <a:lnTo>
                  <a:pt x="1701208" y="2550056"/>
                </a:lnTo>
                <a:lnTo>
                  <a:pt x="1698602" y="2552710"/>
                </a:lnTo>
                <a:lnTo>
                  <a:pt x="1695996" y="2552710"/>
                </a:lnTo>
                <a:lnTo>
                  <a:pt x="1693390" y="2552710"/>
                </a:lnTo>
                <a:lnTo>
                  <a:pt x="1690785" y="2552710"/>
                </a:lnTo>
                <a:lnTo>
                  <a:pt x="1690785" y="2550056"/>
                </a:lnTo>
                <a:lnTo>
                  <a:pt x="1690785" y="2547402"/>
                </a:lnTo>
                <a:lnTo>
                  <a:pt x="1693390" y="2547402"/>
                </a:lnTo>
                <a:lnTo>
                  <a:pt x="1695996" y="2547402"/>
                </a:lnTo>
                <a:lnTo>
                  <a:pt x="1698602" y="2547402"/>
                </a:lnTo>
                <a:lnTo>
                  <a:pt x="1701208" y="2547402"/>
                </a:lnTo>
                <a:close/>
                <a:moveTo>
                  <a:pt x="1719774" y="2532473"/>
                </a:moveTo>
                <a:lnTo>
                  <a:pt x="1722380" y="2532473"/>
                </a:lnTo>
                <a:lnTo>
                  <a:pt x="1722380" y="2535128"/>
                </a:lnTo>
                <a:close/>
                <a:moveTo>
                  <a:pt x="1702510" y="2523185"/>
                </a:moveTo>
                <a:lnTo>
                  <a:pt x="1705116" y="2523185"/>
                </a:lnTo>
                <a:lnTo>
                  <a:pt x="1707722" y="2525839"/>
                </a:lnTo>
                <a:lnTo>
                  <a:pt x="1705116" y="2525839"/>
                </a:lnTo>
                <a:close/>
                <a:moveTo>
                  <a:pt x="1701208" y="2523185"/>
                </a:moveTo>
                <a:lnTo>
                  <a:pt x="1702510" y="2523185"/>
                </a:lnTo>
                <a:lnTo>
                  <a:pt x="1702510" y="2525839"/>
                </a:lnTo>
                <a:lnTo>
                  <a:pt x="1701208" y="2525839"/>
                </a:lnTo>
                <a:close/>
                <a:moveTo>
                  <a:pt x="1689482" y="2520531"/>
                </a:moveTo>
                <a:lnTo>
                  <a:pt x="1689482" y="2523185"/>
                </a:lnTo>
                <a:lnTo>
                  <a:pt x="1686550" y="2525839"/>
                </a:lnTo>
                <a:lnTo>
                  <a:pt x="1683944" y="2525839"/>
                </a:lnTo>
                <a:lnTo>
                  <a:pt x="1681339" y="2528493"/>
                </a:lnTo>
                <a:lnTo>
                  <a:pt x="1681339" y="2525839"/>
                </a:lnTo>
                <a:lnTo>
                  <a:pt x="1683944" y="2523185"/>
                </a:lnTo>
                <a:lnTo>
                  <a:pt x="1686550" y="2523185"/>
                </a:lnTo>
                <a:close/>
                <a:moveTo>
                  <a:pt x="1683944" y="2519204"/>
                </a:moveTo>
                <a:lnTo>
                  <a:pt x="1686550" y="2519204"/>
                </a:lnTo>
                <a:lnTo>
                  <a:pt x="1689482" y="2519204"/>
                </a:lnTo>
                <a:lnTo>
                  <a:pt x="1689482" y="2520531"/>
                </a:lnTo>
                <a:lnTo>
                  <a:pt x="1686550" y="2520531"/>
                </a:lnTo>
                <a:close/>
                <a:moveTo>
                  <a:pt x="1678732" y="2516551"/>
                </a:moveTo>
                <a:lnTo>
                  <a:pt x="1681339" y="2516551"/>
                </a:lnTo>
                <a:lnTo>
                  <a:pt x="1683944" y="2519204"/>
                </a:lnTo>
                <a:lnTo>
                  <a:pt x="1681339" y="2519204"/>
                </a:lnTo>
                <a:close/>
                <a:moveTo>
                  <a:pt x="1669612" y="2510911"/>
                </a:moveTo>
                <a:lnTo>
                  <a:pt x="1672218" y="2516551"/>
                </a:lnTo>
                <a:lnTo>
                  <a:pt x="1669612" y="2516551"/>
                </a:lnTo>
                <a:lnTo>
                  <a:pt x="1669612" y="2513565"/>
                </a:lnTo>
                <a:close/>
                <a:moveTo>
                  <a:pt x="1541275" y="2508257"/>
                </a:moveTo>
                <a:lnTo>
                  <a:pt x="1570265" y="2510911"/>
                </a:lnTo>
                <a:lnTo>
                  <a:pt x="1581991" y="2513565"/>
                </a:lnTo>
                <a:lnTo>
                  <a:pt x="1594044" y="2523185"/>
                </a:lnTo>
                <a:lnTo>
                  <a:pt x="1603164" y="2523185"/>
                </a:lnTo>
                <a:lnTo>
                  <a:pt x="1624337" y="2535128"/>
                </a:lnTo>
                <a:lnTo>
                  <a:pt x="1629873" y="2540767"/>
                </a:lnTo>
                <a:lnTo>
                  <a:pt x="1654954" y="2547402"/>
                </a:lnTo>
                <a:lnTo>
                  <a:pt x="1660166" y="2555363"/>
                </a:lnTo>
                <a:lnTo>
                  <a:pt x="1667006" y="2556690"/>
                </a:lnTo>
                <a:lnTo>
                  <a:pt x="1677429" y="2562330"/>
                </a:lnTo>
                <a:lnTo>
                  <a:pt x="1678732" y="2567638"/>
                </a:lnTo>
                <a:lnTo>
                  <a:pt x="1667006" y="2571618"/>
                </a:lnTo>
                <a:lnTo>
                  <a:pt x="1645508" y="2568965"/>
                </a:lnTo>
                <a:lnTo>
                  <a:pt x="1633782" y="2571618"/>
                </a:lnTo>
                <a:lnTo>
                  <a:pt x="1621730" y="2568965"/>
                </a:lnTo>
                <a:lnTo>
                  <a:pt x="1631176" y="2559676"/>
                </a:lnTo>
                <a:lnTo>
                  <a:pt x="1627268" y="2555363"/>
                </a:lnTo>
                <a:lnTo>
                  <a:pt x="1615215" y="2556690"/>
                </a:lnTo>
                <a:lnTo>
                  <a:pt x="1607398" y="2550056"/>
                </a:lnTo>
                <a:lnTo>
                  <a:pt x="1603164" y="2538113"/>
                </a:lnTo>
                <a:lnTo>
                  <a:pt x="1595346" y="2540767"/>
                </a:lnTo>
                <a:lnTo>
                  <a:pt x="1581991" y="2538113"/>
                </a:lnTo>
                <a:lnTo>
                  <a:pt x="1571568" y="2531146"/>
                </a:lnTo>
                <a:lnTo>
                  <a:pt x="1550396" y="2528493"/>
                </a:lnTo>
                <a:lnTo>
                  <a:pt x="1547790" y="2519204"/>
                </a:lnTo>
                <a:lnTo>
                  <a:pt x="1535739" y="2519204"/>
                </a:lnTo>
                <a:lnTo>
                  <a:pt x="1522709" y="2528493"/>
                </a:lnTo>
                <a:lnTo>
                  <a:pt x="1511960" y="2528493"/>
                </a:lnTo>
                <a:lnTo>
                  <a:pt x="1502840" y="2535128"/>
                </a:lnTo>
                <a:lnTo>
                  <a:pt x="1505446" y="2525839"/>
                </a:lnTo>
                <a:lnTo>
                  <a:pt x="1510657" y="2519204"/>
                </a:lnTo>
                <a:lnTo>
                  <a:pt x="1524012" y="2510911"/>
                </a:lnTo>
                <a:close/>
                <a:moveTo>
                  <a:pt x="1662772" y="2498968"/>
                </a:moveTo>
                <a:lnTo>
                  <a:pt x="1667006" y="2506930"/>
                </a:lnTo>
                <a:lnTo>
                  <a:pt x="1665378" y="2506930"/>
                </a:lnTo>
                <a:lnTo>
                  <a:pt x="1665378" y="2504276"/>
                </a:lnTo>
                <a:lnTo>
                  <a:pt x="1662772" y="2504276"/>
                </a:lnTo>
                <a:close/>
                <a:moveTo>
                  <a:pt x="1651046" y="2498968"/>
                </a:moveTo>
                <a:lnTo>
                  <a:pt x="1653651" y="2498968"/>
                </a:lnTo>
                <a:lnTo>
                  <a:pt x="1654954" y="2501623"/>
                </a:lnTo>
                <a:lnTo>
                  <a:pt x="1653651" y="2504276"/>
                </a:lnTo>
                <a:lnTo>
                  <a:pt x="1653651" y="2501623"/>
                </a:lnTo>
                <a:lnTo>
                  <a:pt x="1651046" y="2501623"/>
                </a:lnTo>
                <a:close/>
                <a:moveTo>
                  <a:pt x="1677429" y="2489348"/>
                </a:moveTo>
                <a:lnTo>
                  <a:pt x="1678732" y="2492002"/>
                </a:lnTo>
                <a:lnTo>
                  <a:pt x="1677429" y="2492002"/>
                </a:lnTo>
                <a:close/>
                <a:moveTo>
                  <a:pt x="1619125" y="2489348"/>
                </a:moveTo>
                <a:lnTo>
                  <a:pt x="1619125" y="2492002"/>
                </a:lnTo>
                <a:lnTo>
                  <a:pt x="1621730" y="2492002"/>
                </a:lnTo>
                <a:lnTo>
                  <a:pt x="1621730" y="2489348"/>
                </a:lnTo>
                <a:lnTo>
                  <a:pt x="1624337" y="2489348"/>
                </a:lnTo>
                <a:lnTo>
                  <a:pt x="1624337" y="2492002"/>
                </a:lnTo>
                <a:lnTo>
                  <a:pt x="1624337" y="2494988"/>
                </a:lnTo>
                <a:lnTo>
                  <a:pt x="1624337" y="2496314"/>
                </a:lnTo>
                <a:lnTo>
                  <a:pt x="1621730" y="2498968"/>
                </a:lnTo>
                <a:lnTo>
                  <a:pt x="1619125" y="2498968"/>
                </a:lnTo>
                <a:lnTo>
                  <a:pt x="1619125" y="2496314"/>
                </a:lnTo>
                <a:lnTo>
                  <a:pt x="1619125" y="2494988"/>
                </a:lnTo>
                <a:lnTo>
                  <a:pt x="1617822" y="2492002"/>
                </a:lnTo>
                <a:close/>
                <a:moveTo>
                  <a:pt x="1660166" y="2486694"/>
                </a:moveTo>
                <a:lnTo>
                  <a:pt x="1662772" y="2489348"/>
                </a:lnTo>
                <a:lnTo>
                  <a:pt x="1660166" y="2489348"/>
                </a:lnTo>
                <a:close/>
                <a:moveTo>
                  <a:pt x="1621730" y="2486694"/>
                </a:moveTo>
                <a:lnTo>
                  <a:pt x="1621730" y="2489348"/>
                </a:lnTo>
                <a:lnTo>
                  <a:pt x="1619125" y="2489348"/>
                </a:lnTo>
                <a:close/>
                <a:moveTo>
                  <a:pt x="1657561" y="2482713"/>
                </a:moveTo>
                <a:lnTo>
                  <a:pt x="1660166" y="2484041"/>
                </a:lnTo>
                <a:lnTo>
                  <a:pt x="1660166" y="2486694"/>
                </a:lnTo>
                <a:lnTo>
                  <a:pt x="1657561" y="2484041"/>
                </a:lnTo>
                <a:close/>
                <a:moveTo>
                  <a:pt x="1654954" y="2480059"/>
                </a:moveTo>
                <a:lnTo>
                  <a:pt x="1657561" y="2480059"/>
                </a:lnTo>
                <a:lnTo>
                  <a:pt x="1657561" y="2482713"/>
                </a:lnTo>
                <a:lnTo>
                  <a:pt x="1654954" y="2482713"/>
                </a:lnTo>
                <a:close/>
                <a:moveTo>
                  <a:pt x="1610004" y="2480059"/>
                </a:moveTo>
                <a:lnTo>
                  <a:pt x="1610004" y="2482713"/>
                </a:lnTo>
                <a:lnTo>
                  <a:pt x="1607398" y="2482713"/>
                </a:lnTo>
                <a:close/>
                <a:moveTo>
                  <a:pt x="1645508" y="2477406"/>
                </a:moveTo>
                <a:lnTo>
                  <a:pt x="1648440" y="2477406"/>
                </a:lnTo>
                <a:lnTo>
                  <a:pt x="1648440" y="2480059"/>
                </a:lnTo>
                <a:lnTo>
                  <a:pt x="1645508" y="2480059"/>
                </a:lnTo>
                <a:close/>
                <a:moveTo>
                  <a:pt x="1624337" y="2471766"/>
                </a:moveTo>
                <a:lnTo>
                  <a:pt x="1627268" y="2471766"/>
                </a:lnTo>
                <a:lnTo>
                  <a:pt x="1624337" y="2474752"/>
                </a:lnTo>
                <a:close/>
                <a:moveTo>
                  <a:pt x="1612610" y="2470439"/>
                </a:moveTo>
                <a:lnTo>
                  <a:pt x="1615215" y="2470439"/>
                </a:lnTo>
                <a:lnTo>
                  <a:pt x="1617822" y="2470439"/>
                </a:lnTo>
                <a:lnTo>
                  <a:pt x="1617822" y="2474752"/>
                </a:lnTo>
                <a:lnTo>
                  <a:pt x="1617822" y="2477406"/>
                </a:lnTo>
                <a:lnTo>
                  <a:pt x="1619125" y="2477406"/>
                </a:lnTo>
                <a:lnTo>
                  <a:pt x="1619125" y="2480059"/>
                </a:lnTo>
                <a:lnTo>
                  <a:pt x="1619125" y="2482713"/>
                </a:lnTo>
                <a:lnTo>
                  <a:pt x="1621730" y="2484041"/>
                </a:lnTo>
                <a:lnTo>
                  <a:pt x="1619125" y="2484041"/>
                </a:lnTo>
                <a:lnTo>
                  <a:pt x="1617822" y="2484041"/>
                </a:lnTo>
                <a:lnTo>
                  <a:pt x="1615215" y="2486694"/>
                </a:lnTo>
                <a:lnTo>
                  <a:pt x="1615215" y="2484041"/>
                </a:lnTo>
                <a:lnTo>
                  <a:pt x="1612610" y="2484041"/>
                </a:lnTo>
                <a:lnTo>
                  <a:pt x="1610004" y="2482713"/>
                </a:lnTo>
                <a:lnTo>
                  <a:pt x="1612610" y="2482713"/>
                </a:lnTo>
                <a:lnTo>
                  <a:pt x="1612610" y="2480059"/>
                </a:lnTo>
                <a:lnTo>
                  <a:pt x="1610004" y="2480059"/>
                </a:lnTo>
                <a:lnTo>
                  <a:pt x="1610004" y="2477406"/>
                </a:lnTo>
                <a:lnTo>
                  <a:pt x="1612610" y="2477406"/>
                </a:lnTo>
                <a:lnTo>
                  <a:pt x="1612610" y="2474752"/>
                </a:lnTo>
                <a:lnTo>
                  <a:pt x="1612610" y="2471766"/>
                </a:lnTo>
                <a:close/>
                <a:moveTo>
                  <a:pt x="5086815" y="2467786"/>
                </a:moveTo>
                <a:lnTo>
                  <a:pt x="5093331" y="2477406"/>
                </a:lnTo>
                <a:lnTo>
                  <a:pt x="5086815" y="2506930"/>
                </a:lnTo>
                <a:lnTo>
                  <a:pt x="5077044" y="2525839"/>
                </a:lnTo>
                <a:lnTo>
                  <a:pt x="5067273" y="2520531"/>
                </a:lnTo>
                <a:lnTo>
                  <a:pt x="5060757" y="2508257"/>
                </a:lnTo>
                <a:lnTo>
                  <a:pt x="5060757" y="2501623"/>
                </a:lnTo>
                <a:lnTo>
                  <a:pt x="5077044" y="2471766"/>
                </a:lnTo>
                <a:close/>
                <a:moveTo>
                  <a:pt x="1645508" y="2467786"/>
                </a:moveTo>
                <a:lnTo>
                  <a:pt x="1648440" y="2470439"/>
                </a:lnTo>
                <a:lnTo>
                  <a:pt x="1645508" y="2470439"/>
                </a:lnTo>
                <a:close/>
                <a:moveTo>
                  <a:pt x="1641600" y="2465131"/>
                </a:moveTo>
                <a:lnTo>
                  <a:pt x="1642903" y="2467786"/>
                </a:lnTo>
                <a:lnTo>
                  <a:pt x="1641600" y="2467786"/>
                </a:lnTo>
                <a:close/>
                <a:moveTo>
                  <a:pt x="1627268" y="2453189"/>
                </a:moveTo>
                <a:lnTo>
                  <a:pt x="1629873" y="2453189"/>
                </a:lnTo>
                <a:lnTo>
                  <a:pt x="1629873" y="2455842"/>
                </a:lnTo>
                <a:close/>
                <a:moveTo>
                  <a:pt x="3849053" y="2450204"/>
                </a:moveTo>
                <a:lnTo>
                  <a:pt x="3852310" y="2450204"/>
                </a:lnTo>
                <a:lnTo>
                  <a:pt x="3855567" y="2455842"/>
                </a:lnTo>
                <a:lnTo>
                  <a:pt x="3849053" y="2455842"/>
                </a:lnTo>
                <a:close/>
                <a:moveTo>
                  <a:pt x="1631176" y="2443569"/>
                </a:moveTo>
                <a:lnTo>
                  <a:pt x="1633782" y="2446222"/>
                </a:lnTo>
                <a:lnTo>
                  <a:pt x="1631176" y="2447549"/>
                </a:lnTo>
                <a:lnTo>
                  <a:pt x="1629873" y="2450204"/>
                </a:lnTo>
                <a:lnTo>
                  <a:pt x="1629873" y="2446222"/>
                </a:lnTo>
                <a:close/>
                <a:moveTo>
                  <a:pt x="1597952" y="2440914"/>
                </a:moveTo>
                <a:lnTo>
                  <a:pt x="1600558" y="2440914"/>
                </a:lnTo>
                <a:lnTo>
                  <a:pt x="1603164" y="2443569"/>
                </a:lnTo>
                <a:lnTo>
                  <a:pt x="1600558" y="2443569"/>
                </a:lnTo>
                <a:close/>
                <a:moveTo>
                  <a:pt x="1617822" y="2438261"/>
                </a:moveTo>
                <a:lnTo>
                  <a:pt x="1617822" y="2440914"/>
                </a:lnTo>
                <a:lnTo>
                  <a:pt x="1615215" y="2440914"/>
                </a:lnTo>
                <a:close/>
                <a:moveTo>
                  <a:pt x="1607398" y="2438261"/>
                </a:moveTo>
                <a:lnTo>
                  <a:pt x="1610004" y="2440914"/>
                </a:lnTo>
                <a:lnTo>
                  <a:pt x="1606095" y="2443569"/>
                </a:lnTo>
                <a:lnTo>
                  <a:pt x="1603164" y="2443569"/>
                </a:lnTo>
                <a:lnTo>
                  <a:pt x="1606095" y="2440914"/>
                </a:lnTo>
                <a:close/>
                <a:moveTo>
                  <a:pt x="1624337" y="2435607"/>
                </a:moveTo>
                <a:lnTo>
                  <a:pt x="1627268" y="2438261"/>
                </a:lnTo>
                <a:lnTo>
                  <a:pt x="1629873" y="2440914"/>
                </a:lnTo>
                <a:lnTo>
                  <a:pt x="1631176" y="2443569"/>
                </a:lnTo>
                <a:lnTo>
                  <a:pt x="1629873" y="2443569"/>
                </a:lnTo>
                <a:lnTo>
                  <a:pt x="1627268" y="2440914"/>
                </a:lnTo>
                <a:lnTo>
                  <a:pt x="1624337" y="2438261"/>
                </a:lnTo>
                <a:close/>
                <a:moveTo>
                  <a:pt x="2655589" y="2419352"/>
                </a:moveTo>
                <a:lnTo>
                  <a:pt x="2658194" y="2419352"/>
                </a:lnTo>
                <a:lnTo>
                  <a:pt x="2660800" y="2419352"/>
                </a:lnTo>
                <a:lnTo>
                  <a:pt x="2660800" y="2422005"/>
                </a:lnTo>
                <a:close/>
                <a:moveTo>
                  <a:pt x="2699236" y="2411390"/>
                </a:moveTo>
                <a:lnTo>
                  <a:pt x="2703144" y="2411390"/>
                </a:lnTo>
                <a:lnTo>
                  <a:pt x="2705750" y="2414044"/>
                </a:lnTo>
                <a:lnTo>
                  <a:pt x="2705750" y="2416698"/>
                </a:lnTo>
                <a:lnTo>
                  <a:pt x="2703144" y="2419352"/>
                </a:lnTo>
                <a:lnTo>
                  <a:pt x="2701841" y="2419352"/>
                </a:lnTo>
                <a:lnTo>
                  <a:pt x="2699236" y="2416698"/>
                </a:lnTo>
                <a:lnTo>
                  <a:pt x="2696630" y="2416698"/>
                </a:lnTo>
                <a:lnTo>
                  <a:pt x="2699236" y="2414044"/>
                </a:lnTo>
                <a:close/>
                <a:moveTo>
                  <a:pt x="2672526" y="2410063"/>
                </a:moveTo>
                <a:lnTo>
                  <a:pt x="2675458" y="2411390"/>
                </a:lnTo>
                <a:lnTo>
                  <a:pt x="2675458" y="2414044"/>
                </a:lnTo>
                <a:lnTo>
                  <a:pt x="2672526" y="2414044"/>
                </a:lnTo>
                <a:lnTo>
                  <a:pt x="2669920" y="2411390"/>
                </a:lnTo>
                <a:lnTo>
                  <a:pt x="2672526" y="2411390"/>
                </a:lnTo>
                <a:close/>
                <a:moveTo>
                  <a:pt x="2689790" y="2401770"/>
                </a:moveTo>
                <a:lnTo>
                  <a:pt x="2691092" y="2401770"/>
                </a:lnTo>
                <a:lnTo>
                  <a:pt x="2691092" y="2404424"/>
                </a:lnTo>
                <a:lnTo>
                  <a:pt x="2689790" y="2404424"/>
                </a:lnTo>
                <a:lnTo>
                  <a:pt x="2689790" y="2407077"/>
                </a:lnTo>
                <a:lnTo>
                  <a:pt x="2687183" y="2411390"/>
                </a:lnTo>
                <a:lnTo>
                  <a:pt x="2684578" y="2414044"/>
                </a:lnTo>
                <a:lnTo>
                  <a:pt x="2681972" y="2414044"/>
                </a:lnTo>
                <a:lnTo>
                  <a:pt x="2679367" y="2410063"/>
                </a:lnTo>
                <a:lnTo>
                  <a:pt x="2679367" y="2407077"/>
                </a:lnTo>
                <a:lnTo>
                  <a:pt x="2681972" y="2407077"/>
                </a:lnTo>
                <a:lnTo>
                  <a:pt x="2687183" y="2407077"/>
                </a:lnTo>
                <a:lnTo>
                  <a:pt x="2687183" y="2404424"/>
                </a:lnTo>
                <a:close/>
                <a:moveTo>
                  <a:pt x="2729529" y="2399115"/>
                </a:moveTo>
                <a:lnTo>
                  <a:pt x="2732134" y="2399115"/>
                </a:lnTo>
                <a:lnTo>
                  <a:pt x="2732134" y="2401770"/>
                </a:lnTo>
                <a:lnTo>
                  <a:pt x="2732134" y="2407077"/>
                </a:lnTo>
                <a:lnTo>
                  <a:pt x="2729529" y="2410063"/>
                </a:lnTo>
                <a:lnTo>
                  <a:pt x="2725619" y="2411390"/>
                </a:lnTo>
                <a:lnTo>
                  <a:pt x="2723014" y="2414044"/>
                </a:lnTo>
                <a:lnTo>
                  <a:pt x="2723014" y="2411390"/>
                </a:lnTo>
                <a:lnTo>
                  <a:pt x="2725619" y="2410063"/>
                </a:lnTo>
                <a:lnTo>
                  <a:pt x="2725619" y="2407077"/>
                </a:lnTo>
                <a:lnTo>
                  <a:pt x="2726922" y="2404424"/>
                </a:lnTo>
                <a:lnTo>
                  <a:pt x="2726922" y="2401770"/>
                </a:lnTo>
                <a:close/>
                <a:moveTo>
                  <a:pt x="2660800" y="2397789"/>
                </a:moveTo>
                <a:lnTo>
                  <a:pt x="2663406" y="2397789"/>
                </a:lnTo>
                <a:lnTo>
                  <a:pt x="2666012" y="2399115"/>
                </a:lnTo>
                <a:lnTo>
                  <a:pt x="2663406" y="2401770"/>
                </a:lnTo>
                <a:lnTo>
                  <a:pt x="2663406" y="2404424"/>
                </a:lnTo>
                <a:lnTo>
                  <a:pt x="2660800" y="2399115"/>
                </a:lnTo>
                <a:close/>
                <a:moveTo>
                  <a:pt x="2738974" y="2389827"/>
                </a:moveTo>
                <a:lnTo>
                  <a:pt x="2738974" y="2395135"/>
                </a:lnTo>
                <a:lnTo>
                  <a:pt x="2737346" y="2395135"/>
                </a:lnTo>
                <a:lnTo>
                  <a:pt x="2734740" y="2397789"/>
                </a:lnTo>
                <a:lnTo>
                  <a:pt x="2732134" y="2397789"/>
                </a:lnTo>
                <a:lnTo>
                  <a:pt x="2732134" y="2395135"/>
                </a:lnTo>
                <a:lnTo>
                  <a:pt x="2734740" y="2392482"/>
                </a:lnTo>
                <a:lnTo>
                  <a:pt x="2737346" y="2392482"/>
                </a:lnTo>
                <a:close/>
                <a:moveTo>
                  <a:pt x="1017181" y="2389827"/>
                </a:moveTo>
                <a:lnTo>
                  <a:pt x="1022066" y="2392482"/>
                </a:lnTo>
                <a:lnTo>
                  <a:pt x="1019461" y="2399115"/>
                </a:lnTo>
                <a:lnTo>
                  <a:pt x="1014901" y="2397789"/>
                </a:lnTo>
                <a:close/>
                <a:moveTo>
                  <a:pt x="1845505" y="2325138"/>
                </a:moveTo>
                <a:lnTo>
                  <a:pt x="1848110" y="2325138"/>
                </a:lnTo>
                <a:lnTo>
                  <a:pt x="1845505" y="2327793"/>
                </a:lnTo>
                <a:close/>
                <a:moveTo>
                  <a:pt x="2672526" y="2315518"/>
                </a:moveTo>
                <a:lnTo>
                  <a:pt x="2675458" y="2315518"/>
                </a:lnTo>
                <a:lnTo>
                  <a:pt x="2679367" y="2315518"/>
                </a:lnTo>
                <a:lnTo>
                  <a:pt x="2681972" y="2316845"/>
                </a:lnTo>
                <a:lnTo>
                  <a:pt x="2679367" y="2319499"/>
                </a:lnTo>
                <a:lnTo>
                  <a:pt x="2678063" y="2319499"/>
                </a:lnTo>
                <a:lnTo>
                  <a:pt x="2675458" y="2316845"/>
                </a:lnTo>
                <a:lnTo>
                  <a:pt x="2672526" y="2316845"/>
                </a:lnTo>
                <a:close/>
                <a:moveTo>
                  <a:pt x="5246422" y="2291301"/>
                </a:moveTo>
                <a:lnTo>
                  <a:pt x="5252936" y="2297936"/>
                </a:lnTo>
                <a:lnTo>
                  <a:pt x="5262709" y="2300591"/>
                </a:lnTo>
                <a:lnTo>
                  <a:pt x="5269223" y="2312864"/>
                </a:lnTo>
                <a:lnTo>
                  <a:pt x="5262709" y="2322153"/>
                </a:lnTo>
                <a:lnTo>
                  <a:pt x="5256194" y="2346701"/>
                </a:lnTo>
                <a:lnTo>
                  <a:pt x="5249679" y="2352010"/>
                </a:lnTo>
                <a:lnTo>
                  <a:pt x="5246422" y="2341062"/>
                </a:lnTo>
                <a:lnTo>
                  <a:pt x="5236649" y="2331773"/>
                </a:lnTo>
                <a:lnTo>
                  <a:pt x="5243165" y="2325138"/>
                </a:lnTo>
                <a:lnTo>
                  <a:pt x="5243165" y="2315518"/>
                </a:lnTo>
                <a:lnTo>
                  <a:pt x="5226878" y="2319499"/>
                </a:lnTo>
                <a:lnTo>
                  <a:pt x="5226878" y="2307556"/>
                </a:lnTo>
                <a:close/>
                <a:moveTo>
                  <a:pt x="5305053" y="2280686"/>
                </a:moveTo>
                <a:lnTo>
                  <a:pt x="5318081" y="2292629"/>
                </a:lnTo>
                <a:lnTo>
                  <a:pt x="5288767" y="2304903"/>
                </a:lnTo>
                <a:lnTo>
                  <a:pt x="5278995" y="2316845"/>
                </a:lnTo>
                <a:lnTo>
                  <a:pt x="5278995" y="2304903"/>
                </a:lnTo>
                <a:lnTo>
                  <a:pt x="5282252" y="2288648"/>
                </a:lnTo>
                <a:lnTo>
                  <a:pt x="5295281" y="2291301"/>
                </a:lnTo>
                <a:close/>
                <a:moveTo>
                  <a:pt x="3562412" y="2259124"/>
                </a:moveTo>
                <a:lnTo>
                  <a:pt x="3555897" y="2273719"/>
                </a:lnTo>
                <a:lnTo>
                  <a:pt x="3552641" y="2276374"/>
                </a:lnTo>
                <a:lnTo>
                  <a:pt x="3542869" y="2276374"/>
                </a:lnTo>
                <a:lnTo>
                  <a:pt x="3533097" y="2268412"/>
                </a:lnTo>
                <a:lnTo>
                  <a:pt x="3546126" y="2261777"/>
                </a:lnTo>
                <a:close/>
                <a:moveTo>
                  <a:pt x="3383262" y="2256137"/>
                </a:moveTo>
                <a:lnTo>
                  <a:pt x="3393034" y="2256137"/>
                </a:lnTo>
                <a:lnTo>
                  <a:pt x="3393034" y="2261777"/>
                </a:lnTo>
                <a:lnTo>
                  <a:pt x="3419093" y="2261777"/>
                </a:lnTo>
                <a:lnTo>
                  <a:pt x="3419093" y="2267084"/>
                </a:lnTo>
                <a:lnTo>
                  <a:pt x="3402807" y="2268412"/>
                </a:lnTo>
                <a:lnTo>
                  <a:pt x="3396292" y="2264431"/>
                </a:lnTo>
                <a:lnTo>
                  <a:pt x="3383262" y="2264431"/>
                </a:lnTo>
                <a:close/>
                <a:moveTo>
                  <a:pt x="2535069" y="2225286"/>
                </a:moveTo>
                <a:lnTo>
                  <a:pt x="2536372" y="2225286"/>
                </a:lnTo>
                <a:lnTo>
                  <a:pt x="2536372" y="2227940"/>
                </a:lnTo>
                <a:close/>
                <a:moveTo>
                  <a:pt x="2523017" y="2206377"/>
                </a:moveTo>
                <a:lnTo>
                  <a:pt x="2524320" y="2206377"/>
                </a:lnTo>
                <a:lnTo>
                  <a:pt x="2529857" y="2206377"/>
                </a:lnTo>
                <a:lnTo>
                  <a:pt x="2532463" y="2206377"/>
                </a:lnTo>
                <a:lnTo>
                  <a:pt x="2535069" y="2206377"/>
                </a:lnTo>
                <a:lnTo>
                  <a:pt x="2535069" y="2207704"/>
                </a:lnTo>
                <a:lnTo>
                  <a:pt x="2529857" y="2207704"/>
                </a:lnTo>
                <a:lnTo>
                  <a:pt x="2524320" y="2207704"/>
                </a:lnTo>
                <a:close/>
                <a:moveTo>
                  <a:pt x="3243200" y="2195762"/>
                </a:moveTo>
                <a:lnTo>
                  <a:pt x="3236685" y="2218652"/>
                </a:lnTo>
                <a:lnTo>
                  <a:pt x="3239943" y="2225286"/>
                </a:lnTo>
                <a:lnTo>
                  <a:pt x="3236685" y="2231921"/>
                </a:lnTo>
                <a:lnTo>
                  <a:pt x="3223657" y="2227940"/>
                </a:lnTo>
                <a:lnTo>
                  <a:pt x="3187826" y="2207704"/>
                </a:lnTo>
                <a:lnTo>
                  <a:pt x="3194341" y="2198415"/>
                </a:lnTo>
                <a:lnTo>
                  <a:pt x="3200855" y="2198415"/>
                </a:lnTo>
                <a:lnTo>
                  <a:pt x="3210627" y="2203723"/>
                </a:lnTo>
                <a:lnTo>
                  <a:pt x="3236685" y="2201070"/>
                </a:lnTo>
                <a:close/>
                <a:moveTo>
                  <a:pt x="2476764" y="2191449"/>
                </a:moveTo>
                <a:lnTo>
                  <a:pt x="2479370" y="2191449"/>
                </a:lnTo>
                <a:lnTo>
                  <a:pt x="2481975" y="2191449"/>
                </a:lnTo>
                <a:lnTo>
                  <a:pt x="2484581" y="2194435"/>
                </a:lnTo>
                <a:lnTo>
                  <a:pt x="2481975" y="2194435"/>
                </a:lnTo>
                <a:lnTo>
                  <a:pt x="2479370" y="2194435"/>
                </a:lnTo>
                <a:lnTo>
                  <a:pt x="2476764" y="2194435"/>
                </a:lnTo>
                <a:close/>
                <a:moveTo>
                  <a:pt x="2470250" y="2188795"/>
                </a:moveTo>
                <a:lnTo>
                  <a:pt x="2472855" y="2188795"/>
                </a:lnTo>
                <a:lnTo>
                  <a:pt x="2475461" y="2188795"/>
                </a:lnTo>
                <a:lnTo>
                  <a:pt x="2475461" y="2191449"/>
                </a:lnTo>
                <a:lnTo>
                  <a:pt x="2472855" y="2191449"/>
                </a:lnTo>
                <a:close/>
                <a:moveTo>
                  <a:pt x="2996951" y="2186142"/>
                </a:moveTo>
                <a:lnTo>
                  <a:pt x="2999556" y="2186142"/>
                </a:lnTo>
                <a:lnTo>
                  <a:pt x="2996951" y="2188795"/>
                </a:lnTo>
                <a:close/>
                <a:moveTo>
                  <a:pt x="2479370" y="2186142"/>
                </a:moveTo>
                <a:lnTo>
                  <a:pt x="2488816" y="2191449"/>
                </a:lnTo>
                <a:lnTo>
                  <a:pt x="2481975" y="2188795"/>
                </a:lnTo>
                <a:close/>
                <a:moveTo>
                  <a:pt x="2499239" y="2183487"/>
                </a:moveTo>
                <a:lnTo>
                  <a:pt x="2500542" y="2186142"/>
                </a:lnTo>
                <a:lnTo>
                  <a:pt x="2503148" y="2186142"/>
                </a:lnTo>
                <a:lnTo>
                  <a:pt x="2500542" y="2188795"/>
                </a:lnTo>
                <a:lnTo>
                  <a:pt x="2496633" y="2186142"/>
                </a:lnTo>
                <a:close/>
                <a:moveTo>
                  <a:pt x="2999556" y="2176853"/>
                </a:moveTo>
                <a:lnTo>
                  <a:pt x="3000859" y="2179507"/>
                </a:lnTo>
                <a:lnTo>
                  <a:pt x="2996951" y="2183487"/>
                </a:lnTo>
                <a:lnTo>
                  <a:pt x="2994344" y="2182160"/>
                </a:lnTo>
                <a:lnTo>
                  <a:pt x="2994344" y="2179507"/>
                </a:lnTo>
                <a:lnTo>
                  <a:pt x="2996951" y="2179507"/>
                </a:lnTo>
                <a:close/>
                <a:moveTo>
                  <a:pt x="2429208" y="2167232"/>
                </a:moveTo>
                <a:lnTo>
                  <a:pt x="2431814" y="2169886"/>
                </a:lnTo>
                <a:lnTo>
                  <a:pt x="2431814" y="2171213"/>
                </a:lnTo>
                <a:lnTo>
                  <a:pt x="2429208" y="2171213"/>
                </a:lnTo>
                <a:lnTo>
                  <a:pt x="2429208" y="2169886"/>
                </a:lnTo>
                <a:close/>
                <a:moveTo>
                  <a:pt x="3020729" y="2159270"/>
                </a:moveTo>
                <a:lnTo>
                  <a:pt x="3024637" y="2159270"/>
                </a:lnTo>
                <a:lnTo>
                  <a:pt x="3027243" y="2161925"/>
                </a:lnTo>
                <a:lnTo>
                  <a:pt x="3029849" y="2161925"/>
                </a:lnTo>
                <a:lnTo>
                  <a:pt x="3032780" y="2161925"/>
                </a:lnTo>
                <a:lnTo>
                  <a:pt x="3032780" y="2164578"/>
                </a:lnTo>
                <a:lnTo>
                  <a:pt x="3032780" y="2167232"/>
                </a:lnTo>
                <a:lnTo>
                  <a:pt x="3029849" y="2167232"/>
                </a:lnTo>
                <a:lnTo>
                  <a:pt x="3029849" y="2171213"/>
                </a:lnTo>
                <a:lnTo>
                  <a:pt x="3024637" y="2174198"/>
                </a:lnTo>
                <a:lnTo>
                  <a:pt x="3024637" y="2171213"/>
                </a:lnTo>
                <a:lnTo>
                  <a:pt x="3020729" y="2171213"/>
                </a:lnTo>
                <a:lnTo>
                  <a:pt x="3020729" y="2167232"/>
                </a:lnTo>
                <a:lnTo>
                  <a:pt x="3018122" y="2167232"/>
                </a:lnTo>
                <a:lnTo>
                  <a:pt x="3012911" y="2167232"/>
                </a:lnTo>
                <a:close/>
                <a:moveTo>
                  <a:pt x="3039295" y="2155290"/>
                </a:moveTo>
                <a:lnTo>
                  <a:pt x="3044506" y="2155290"/>
                </a:lnTo>
                <a:lnTo>
                  <a:pt x="3047112" y="2157943"/>
                </a:lnTo>
                <a:lnTo>
                  <a:pt x="3047112" y="2159270"/>
                </a:lnTo>
                <a:lnTo>
                  <a:pt x="3047112" y="2161925"/>
                </a:lnTo>
                <a:lnTo>
                  <a:pt x="3041900" y="2159270"/>
                </a:lnTo>
                <a:lnTo>
                  <a:pt x="3039295" y="2159270"/>
                </a:lnTo>
                <a:lnTo>
                  <a:pt x="3039295" y="2157943"/>
                </a:lnTo>
                <a:close/>
                <a:moveTo>
                  <a:pt x="5419057" y="2131073"/>
                </a:moveTo>
                <a:lnTo>
                  <a:pt x="5432087" y="2140361"/>
                </a:lnTo>
                <a:lnTo>
                  <a:pt x="5438601" y="2149650"/>
                </a:lnTo>
                <a:lnTo>
                  <a:pt x="5441859" y="2167232"/>
                </a:lnTo>
                <a:lnTo>
                  <a:pt x="5435343" y="2179507"/>
                </a:lnTo>
                <a:lnTo>
                  <a:pt x="5432087" y="2194435"/>
                </a:lnTo>
                <a:lnTo>
                  <a:pt x="5425572" y="2195762"/>
                </a:lnTo>
                <a:lnTo>
                  <a:pt x="5425572" y="2225286"/>
                </a:lnTo>
                <a:lnTo>
                  <a:pt x="5419057" y="2234575"/>
                </a:lnTo>
                <a:lnTo>
                  <a:pt x="5419057" y="2244195"/>
                </a:lnTo>
                <a:lnTo>
                  <a:pt x="5422314" y="2252157"/>
                </a:lnTo>
                <a:lnTo>
                  <a:pt x="5415801" y="2264431"/>
                </a:lnTo>
                <a:lnTo>
                  <a:pt x="5402771" y="2268412"/>
                </a:lnTo>
                <a:lnTo>
                  <a:pt x="5399514" y="2261777"/>
                </a:lnTo>
                <a:lnTo>
                  <a:pt x="5392999" y="2267084"/>
                </a:lnTo>
                <a:lnTo>
                  <a:pt x="5383228" y="2267084"/>
                </a:lnTo>
                <a:lnTo>
                  <a:pt x="5376713" y="2279027"/>
                </a:lnTo>
                <a:lnTo>
                  <a:pt x="5360427" y="2276374"/>
                </a:lnTo>
                <a:lnTo>
                  <a:pt x="5344141" y="2288648"/>
                </a:lnTo>
                <a:lnTo>
                  <a:pt x="5334367" y="2303576"/>
                </a:lnTo>
                <a:lnTo>
                  <a:pt x="5321339" y="2292629"/>
                </a:lnTo>
                <a:lnTo>
                  <a:pt x="5321339" y="2285994"/>
                </a:lnTo>
                <a:lnTo>
                  <a:pt x="5327854" y="2279027"/>
                </a:lnTo>
                <a:lnTo>
                  <a:pt x="5314825" y="2273719"/>
                </a:lnTo>
                <a:lnTo>
                  <a:pt x="5301795" y="2280686"/>
                </a:lnTo>
                <a:lnTo>
                  <a:pt x="5288767" y="2283339"/>
                </a:lnTo>
                <a:lnTo>
                  <a:pt x="5272480" y="2285994"/>
                </a:lnTo>
                <a:lnTo>
                  <a:pt x="5256194" y="2291301"/>
                </a:lnTo>
                <a:lnTo>
                  <a:pt x="5249679" y="2283339"/>
                </a:lnTo>
                <a:lnTo>
                  <a:pt x="5262709" y="2276374"/>
                </a:lnTo>
                <a:lnTo>
                  <a:pt x="5282252" y="2259124"/>
                </a:lnTo>
                <a:lnTo>
                  <a:pt x="5292023" y="2259124"/>
                </a:lnTo>
                <a:lnTo>
                  <a:pt x="5318081" y="2254811"/>
                </a:lnTo>
                <a:lnTo>
                  <a:pt x="5327854" y="2259124"/>
                </a:lnTo>
                <a:lnTo>
                  <a:pt x="5350654" y="2231921"/>
                </a:lnTo>
                <a:lnTo>
                  <a:pt x="5379970" y="2219979"/>
                </a:lnTo>
                <a:lnTo>
                  <a:pt x="5389741" y="2207704"/>
                </a:lnTo>
                <a:lnTo>
                  <a:pt x="5396257" y="2198415"/>
                </a:lnTo>
                <a:lnTo>
                  <a:pt x="5409286" y="2167232"/>
                </a:lnTo>
                <a:lnTo>
                  <a:pt x="5402771" y="2143016"/>
                </a:lnTo>
                <a:close/>
                <a:moveTo>
                  <a:pt x="3132452" y="2128088"/>
                </a:moveTo>
                <a:lnTo>
                  <a:pt x="3138967" y="2131073"/>
                </a:lnTo>
                <a:lnTo>
                  <a:pt x="3142224" y="2145670"/>
                </a:lnTo>
                <a:lnTo>
                  <a:pt x="3142224" y="2157943"/>
                </a:lnTo>
                <a:lnTo>
                  <a:pt x="3138967" y="2176853"/>
                </a:lnTo>
                <a:lnTo>
                  <a:pt x="3122681" y="2182160"/>
                </a:lnTo>
                <a:lnTo>
                  <a:pt x="3116166" y="2174198"/>
                </a:lnTo>
                <a:lnTo>
                  <a:pt x="3119424" y="2149650"/>
                </a:lnTo>
                <a:lnTo>
                  <a:pt x="3112909" y="2140361"/>
                </a:lnTo>
                <a:lnTo>
                  <a:pt x="3125937" y="2135054"/>
                </a:lnTo>
                <a:close/>
                <a:moveTo>
                  <a:pt x="3353947" y="2101216"/>
                </a:moveTo>
                <a:lnTo>
                  <a:pt x="3347433" y="2103871"/>
                </a:lnTo>
                <a:lnTo>
                  <a:pt x="3334403" y="2109510"/>
                </a:lnTo>
                <a:close/>
                <a:moveTo>
                  <a:pt x="3132452" y="2091928"/>
                </a:moveTo>
                <a:lnTo>
                  <a:pt x="3135710" y="2094582"/>
                </a:lnTo>
                <a:lnTo>
                  <a:pt x="3138967" y="2106524"/>
                </a:lnTo>
                <a:lnTo>
                  <a:pt x="3132452" y="2125433"/>
                </a:lnTo>
                <a:lnTo>
                  <a:pt x="3125937" y="2121453"/>
                </a:lnTo>
                <a:lnTo>
                  <a:pt x="3122681" y="2110838"/>
                </a:lnTo>
                <a:lnTo>
                  <a:pt x="3122681" y="2101216"/>
                </a:lnTo>
                <a:close/>
                <a:moveTo>
                  <a:pt x="5441859" y="2024586"/>
                </a:moveTo>
                <a:lnTo>
                  <a:pt x="5461401" y="2048802"/>
                </a:lnTo>
                <a:lnTo>
                  <a:pt x="5474431" y="2060744"/>
                </a:lnTo>
                <a:lnTo>
                  <a:pt x="5484203" y="2062072"/>
                </a:lnTo>
                <a:lnTo>
                  <a:pt x="5490717" y="2062072"/>
                </a:lnTo>
                <a:lnTo>
                  <a:pt x="5500489" y="2079654"/>
                </a:lnTo>
                <a:lnTo>
                  <a:pt x="5493975" y="2086289"/>
                </a:lnTo>
                <a:lnTo>
                  <a:pt x="5474431" y="2089274"/>
                </a:lnTo>
                <a:lnTo>
                  <a:pt x="5467917" y="2103871"/>
                </a:lnTo>
                <a:lnTo>
                  <a:pt x="5464659" y="2110838"/>
                </a:lnTo>
                <a:lnTo>
                  <a:pt x="5438601" y="2097236"/>
                </a:lnTo>
                <a:lnTo>
                  <a:pt x="5432087" y="2097236"/>
                </a:lnTo>
                <a:lnTo>
                  <a:pt x="5425572" y="2103871"/>
                </a:lnTo>
                <a:lnTo>
                  <a:pt x="5415801" y="2097236"/>
                </a:lnTo>
                <a:lnTo>
                  <a:pt x="5412543" y="2103871"/>
                </a:lnTo>
                <a:lnTo>
                  <a:pt x="5425572" y="2110838"/>
                </a:lnTo>
                <a:lnTo>
                  <a:pt x="5406028" y="2121453"/>
                </a:lnTo>
                <a:lnTo>
                  <a:pt x="5409286" y="2110838"/>
                </a:lnTo>
                <a:lnTo>
                  <a:pt x="5402771" y="2103871"/>
                </a:lnTo>
                <a:lnTo>
                  <a:pt x="5402771" y="2094582"/>
                </a:lnTo>
                <a:lnTo>
                  <a:pt x="5422314" y="2082308"/>
                </a:lnTo>
                <a:lnTo>
                  <a:pt x="5428829" y="2082308"/>
                </a:lnTo>
                <a:lnTo>
                  <a:pt x="5432087" y="2070366"/>
                </a:lnTo>
                <a:lnTo>
                  <a:pt x="5435343" y="2060744"/>
                </a:lnTo>
                <a:lnTo>
                  <a:pt x="5438601" y="2043163"/>
                </a:lnTo>
                <a:lnTo>
                  <a:pt x="5435343" y="2031221"/>
                </a:lnTo>
                <a:close/>
                <a:moveTo>
                  <a:pt x="1919771" y="2001696"/>
                </a:moveTo>
                <a:lnTo>
                  <a:pt x="1919771" y="2021600"/>
                </a:lnTo>
                <a:lnTo>
                  <a:pt x="1905113" y="2021600"/>
                </a:lnTo>
                <a:lnTo>
                  <a:pt x="1903810" y="2012312"/>
                </a:lnTo>
                <a:close/>
                <a:moveTo>
                  <a:pt x="1991105" y="1989422"/>
                </a:moveTo>
                <a:lnTo>
                  <a:pt x="1993711" y="1989422"/>
                </a:lnTo>
                <a:lnTo>
                  <a:pt x="1993711" y="1992075"/>
                </a:lnTo>
                <a:lnTo>
                  <a:pt x="1991105" y="1992075"/>
                </a:lnTo>
                <a:close/>
                <a:moveTo>
                  <a:pt x="3865339" y="1982787"/>
                </a:moveTo>
                <a:lnTo>
                  <a:pt x="3829509" y="2001696"/>
                </a:lnTo>
                <a:lnTo>
                  <a:pt x="3809965" y="2018947"/>
                </a:lnTo>
                <a:lnTo>
                  <a:pt x="3800193" y="2018947"/>
                </a:lnTo>
                <a:lnTo>
                  <a:pt x="3796936" y="2031221"/>
                </a:lnTo>
                <a:lnTo>
                  <a:pt x="3787164" y="2046149"/>
                </a:lnTo>
                <a:lnTo>
                  <a:pt x="3800193" y="2070366"/>
                </a:lnTo>
                <a:lnTo>
                  <a:pt x="3800193" y="2086289"/>
                </a:lnTo>
                <a:lnTo>
                  <a:pt x="3819737" y="2113491"/>
                </a:lnTo>
                <a:lnTo>
                  <a:pt x="3839280" y="2149650"/>
                </a:lnTo>
                <a:lnTo>
                  <a:pt x="3836023" y="2152636"/>
                </a:lnTo>
                <a:lnTo>
                  <a:pt x="3822994" y="2186142"/>
                </a:lnTo>
                <a:lnTo>
                  <a:pt x="3822994" y="2194435"/>
                </a:lnTo>
                <a:lnTo>
                  <a:pt x="3822994" y="2206377"/>
                </a:lnTo>
                <a:lnTo>
                  <a:pt x="3832767" y="2213012"/>
                </a:lnTo>
                <a:lnTo>
                  <a:pt x="3842538" y="2215997"/>
                </a:lnTo>
                <a:lnTo>
                  <a:pt x="3852310" y="2225286"/>
                </a:lnTo>
                <a:lnTo>
                  <a:pt x="3862081" y="2230594"/>
                </a:lnTo>
                <a:lnTo>
                  <a:pt x="3875111" y="2234575"/>
                </a:lnTo>
                <a:lnTo>
                  <a:pt x="3904425" y="2227940"/>
                </a:lnTo>
                <a:lnTo>
                  <a:pt x="3910940" y="2230594"/>
                </a:lnTo>
                <a:lnTo>
                  <a:pt x="3910940" y="2218652"/>
                </a:lnTo>
                <a:lnTo>
                  <a:pt x="3907683" y="2191449"/>
                </a:lnTo>
                <a:lnTo>
                  <a:pt x="3910940" y="2182160"/>
                </a:lnTo>
                <a:lnTo>
                  <a:pt x="3907683" y="2176853"/>
                </a:lnTo>
                <a:lnTo>
                  <a:pt x="3897912" y="2157943"/>
                </a:lnTo>
                <a:lnTo>
                  <a:pt x="3891397" y="2149650"/>
                </a:lnTo>
                <a:lnTo>
                  <a:pt x="3897912" y="2140361"/>
                </a:lnTo>
                <a:lnTo>
                  <a:pt x="3907683" y="2143016"/>
                </a:lnTo>
                <a:lnTo>
                  <a:pt x="3923970" y="2137708"/>
                </a:lnTo>
                <a:lnTo>
                  <a:pt x="3927227" y="2131073"/>
                </a:lnTo>
                <a:lnTo>
                  <a:pt x="3914198" y="2122780"/>
                </a:lnTo>
                <a:lnTo>
                  <a:pt x="3910940" y="2109510"/>
                </a:lnTo>
                <a:lnTo>
                  <a:pt x="3897912" y="2109510"/>
                </a:lnTo>
                <a:lnTo>
                  <a:pt x="3891397" y="2118798"/>
                </a:lnTo>
                <a:lnTo>
                  <a:pt x="3884883" y="2116145"/>
                </a:lnTo>
                <a:lnTo>
                  <a:pt x="3884883" y="2109510"/>
                </a:lnTo>
                <a:lnTo>
                  <a:pt x="3891397" y="2094582"/>
                </a:lnTo>
                <a:lnTo>
                  <a:pt x="3871853" y="2089274"/>
                </a:lnTo>
                <a:lnTo>
                  <a:pt x="3865339" y="2074346"/>
                </a:lnTo>
                <a:lnTo>
                  <a:pt x="3855567" y="2058091"/>
                </a:lnTo>
                <a:lnTo>
                  <a:pt x="3845795" y="2052784"/>
                </a:lnTo>
                <a:lnTo>
                  <a:pt x="3845795" y="2046149"/>
                </a:lnTo>
                <a:lnTo>
                  <a:pt x="3855567" y="2046149"/>
                </a:lnTo>
                <a:lnTo>
                  <a:pt x="3858825" y="2037855"/>
                </a:lnTo>
                <a:lnTo>
                  <a:pt x="3865339" y="2028567"/>
                </a:lnTo>
                <a:lnTo>
                  <a:pt x="3884883" y="2025912"/>
                </a:lnTo>
                <a:lnTo>
                  <a:pt x="3897912" y="2012312"/>
                </a:lnTo>
                <a:lnTo>
                  <a:pt x="3894654" y="1989422"/>
                </a:lnTo>
                <a:lnTo>
                  <a:pt x="3884883" y="1985441"/>
                </a:lnTo>
                <a:lnTo>
                  <a:pt x="3878368" y="1989422"/>
                </a:lnTo>
                <a:close/>
                <a:moveTo>
                  <a:pt x="1991105" y="1982787"/>
                </a:moveTo>
                <a:lnTo>
                  <a:pt x="1993711" y="1982787"/>
                </a:lnTo>
                <a:lnTo>
                  <a:pt x="1993711" y="1985441"/>
                </a:lnTo>
                <a:lnTo>
                  <a:pt x="1993711" y="1988095"/>
                </a:lnTo>
                <a:lnTo>
                  <a:pt x="1991105" y="1985441"/>
                </a:lnTo>
                <a:close/>
                <a:moveTo>
                  <a:pt x="2928221" y="1919426"/>
                </a:moveTo>
                <a:lnTo>
                  <a:pt x="2929524" y="1922079"/>
                </a:lnTo>
                <a:lnTo>
                  <a:pt x="2928221" y="1922079"/>
                </a:lnTo>
                <a:close/>
                <a:moveTo>
                  <a:pt x="1867980" y="1909805"/>
                </a:moveTo>
                <a:lnTo>
                  <a:pt x="1895667" y="1924733"/>
                </a:lnTo>
                <a:lnTo>
                  <a:pt x="1891758" y="1931368"/>
                </a:lnTo>
                <a:lnTo>
                  <a:pt x="1867980" y="1922079"/>
                </a:lnTo>
                <a:close/>
                <a:moveTo>
                  <a:pt x="745524" y="1880281"/>
                </a:moveTo>
                <a:lnTo>
                  <a:pt x="790800" y="1897863"/>
                </a:lnTo>
                <a:lnTo>
                  <a:pt x="802852" y="1919426"/>
                </a:lnTo>
                <a:lnTo>
                  <a:pt x="817184" y="1927388"/>
                </a:lnTo>
                <a:lnTo>
                  <a:pt x="824350" y="1951603"/>
                </a:lnTo>
                <a:lnTo>
                  <a:pt x="790800" y="1934022"/>
                </a:lnTo>
                <a:lnTo>
                  <a:pt x="771909" y="1922079"/>
                </a:lnTo>
                <a:lnTo>
                  <a:pt x="743244" y="1892223"/>
                </a:lnTo>
                <a:close/>
                <a:moveTo>
                  <a:pt x="1996316" y="1864026"/>
                </a:moveTo>
                <a:lnTo>
                  <a:pt x="2003156" y="1876299"/>
                </a:lnTo>
                <a:lnTo>
                  <a:pt x="1996316" y="1903170"/>
                </a:lnTo>
                <a:lnTo>
                  <a:pt x="2003156" y="1919426"/>
                </a:lnTo>
                <a:lnTo>
                  <a:pt x="2022701" y="1919426"/>
                </a:lnTo>
                <a:lnTo>
                  <a:pt x="2041267" y="1924733"/>
                </a:lnTo>
                <a:lnTo>
                  <a:pt x="2036055" y="1940988"/>
                </a:lnTo>
                <a:lnTo>
                  <a:pt x="2036055" y="1965205"/>
                </a:lnTo>
                <a:lnTo>
                  <a:pt x="2055925" y="1977148"/>
                </a:lnTo>
                <a:lnTo>
                  <a:pt x="2048107" y="1994730"/>
                </a:lnTo>
                <a:lnTo>
                  <a:pt x="2017489" y="1975820"/>
                </a:lnTo>
                <a:lnTo>
                  <a:pt x="2012277" y="1988095"/>
                </a:lnTo>
                <a:lnTo>
                  <a:pt x="2000225" y="1967859"/>
                </a:lnTo>
                <a:lnTo>
                  <a:pt x="1963418" y="1967859"/>
                </a:lnTo>
                <a:lnTo>
                  <a:pt x="1943549" y="1970513"/>
                </a:lnTo>
                <a:lnTo>
                  <a:pt x="1943549" y="1963878"/>
                </a:lnTo>
                <a:lnTo>
                  <a:pt x="1951366" y="1943642"/>
                </a:lnTo>
                <a:lnTo>
                  <a:pt x="1975144" y="1888242"/>
                </a:lnTo>
                <a:lnTo>
                  <a:pt x="1984590" y="1870661"/>
                </a:lnTo>
                <a:close/>
                <a:moveTo>
                  <a:pt x="5976050" y="1819573"/>
                </a:moveTo>
                <a:lnTo>
                  <a:pt x="5982565" y="1819573"/>
                </a:lnTo>
                <a:lnTo>
                  <a:pt x="5982565" y="1827534"/>
                </a:lnTo>
                <a:close/>
                <a:moveTo>
                  <a:pt x="5458145" y="1795356"/>
                </a:moveTo>
                <a:lnTo>
                  <a:pt x="5464659" y="1815592"/>
                </a:lnTo>
                <a:lnTo>
                  <a:pt x="5461401" y="1852083"/>
                </a:lnTo>
                <a:lnTo>
                  <a:pt x="5467917" y="1864026"/>
                </a:lnTo>
                <a:lnTo>
                  <a:pt x="5474431" y="1897863"/>
                </a:lnTo>
                <a:lnTo>
                  <a:pt x="5480946" y="1919426"/>
                </a:lnTo>
                <a:lnTo>
                  <a:pt x="5467917" y="1922079"/>
                </a:lnTo>
                <a:lnTo>
                  <a:pt x="5461401" y="1928714"/>
                </a:lnTo>
                <a:lnTo>
                  <a:pt x="5451630" y="1965205"/>
                </a:lnTo>
                <a:lnTo>
                  <a:pt x="5461401" y="1979802"/>
                </a:lnTo>
                <a:lnTo>
                  <a:pt x="5461401" y="1992075"/>
                </a:lnTo>
                <a:lnTo>
                  <a:pt x="5438601" y="1997384"/>
                </a:lnTo>
                <a:lnTo>
                  <a:pt x="5441859" y="1985441"/>
                </a:lnTo>
                <a:lnTo>
                  <a:pt x="5441859" y="1970513"/>
                </a:lnTo>
                <a:lnTo>
                  <a:pt x="5445115" y="1961224"/>
                </a:lnTo>
                <a:lnTo>
                  <a:pt x="5438601" y="1939661"/>
                </a:lnTo>
                <a:lnTo>
                  <a:pt x="5445115" y="1919426"/>
                </a:lnTo>
                <a:lnTo>
                  <a:pt x="5441859" y="1890896"/>
                </a:lnTo>
                <a:lnTo>
                  <a:pt x="5448373" y="1873646"/>
                </a:lnTo>
                <a:lnTo>
                  <a:pt x="5435343" y="1852083"/>
                </a:lnTo>
                <a:lnTo>
                  <a:pt x="5438601" y="1819573"/>
                </a:lnTo>
                <a:lnTo>
                  <a:pt x="5438601" y="1810284"/>
                </a:lnTo>
                <a:close/>
                <a:moveTo>
                  <a:pt x="66677" y="1791375"/>
                </a:moveTo>
                <a:lnTo>
                  <a:pt x="80976" y="1800664"/>
                </a:lnTo>
                <a:lnTo>
                  <a:pt x="64298" y="1805972"/>
                </a:lnTo>
                <a:close/>
                <a:moveTo>
                  <a:pt x="662138" y="1785735"/>
                </a:moveTo>
                <a:lnTo>
                  <a:pt x="683636" y="1791375"/>
                </a:lnTo>
                <a:lnTo>
                  <a:pt x="678750" y="1810284"/>
                </a:lnTo>
                <a:lnTo>
                  <a:pt x="669304" y="1815592"/>
                </a:lnTo>
                <a:lnTo>
                  <a:pt x="659858" y="1803318"/>
                </a:lnTo>
                <a:close/>
                <a:moveTo>
                  <a:pt x="2893695" y="1779101"/>
                </a:moveTo>
                <a:lnTo>
                  <a:pt x="2896300" y="1783082"/>
                </a:lnTo>
                <a:lnTo>
                  <a:pt x="2889785" y="1788722"/>
                </a:lnTo>
                <a:close/>
                <a:moveTo>
                  <a:pt x="128597" y="1758865"/>
                </a:moveTo>
                <a:lnTo>
                  <a:pt x="130877" y="1769813"/>
                </a:lnTo>
                <a:lnTo>
                  <a:pt x="116708" y="1771140"/>
                </a:lnTo>
                <a:lnTo>
                  <a:pt x="111952" y="1761520"/>
                </a:lnTo>
                <a:close/>
                <a:moveTo>
                  <a:pt x="2846139" y="1749577"/>
                </a:moveTo>
                <a:lnTo>
                  <a:pt x="2846139" y="1757538"/>
                </a:lnTo>
                <a:lnTo>
                  <a:pt x="2857865" y="1752230"/>
                </a:lnTo>
                <a:lnTo>
                  <a:pt x="2866008" y="1752230"/>
                </a:lnTo>
                <a:lnTo>
                  <a:pt x="2875129" y="1769813"/>
                </a:lnTo>
                <a:lnTo>
                  <a:pt x="2875129" y="1781755"/>
                </a:lnTo>
                <a:lnTo>
                  <a:pt x="2863076" y="1788722"/>
                </a:lnTo>
                <a:lnTo>
                  <a:pt x="2868614" y="1822227"/>
                </a:lnTo>
                <a:lnTo>
                  <a:pt x="2863076" y="1837155"/>
                </a:lnTo>
                <a:lnTo>
                  <a:pt x="2841904" y="1849097"/>
                </a:lnTo>
                <a:lnTo>
                  <a:pt x="2820732" y="1861372"/>
                </a:lnTo>
                <a:lnTo>
                  <a:pt x="2810309" y="1864026"/>
                </a:lnTo>
                <a:lnTo>
                  <a:pt x="2791742" y="1854737"/>
                </a:lnTo>
                <a:lnTo>
                  <a:pt x="2806400" y="1831847"/>
                </a:lnTo>
                <a:lnTo>
                  <a:pt x="2810309" y="1815592"/>
                </a:lnTo>
                <a:lnTo>
                  <a:pt x="2796954" y="1807299"/>
                </a:lnTo>
                <a:lnTo>
                  <a:pt x="2800863" y="1803318"/>
                </a:lnTo>
                <a:lnTo>
                  <a:pt x="2798257" y="1781755"/>
                </a:lnTo>
                <a:lnTo>
                  <a:pt x="2822360" y="1783082"/>
                </a:lnTo>
                <a:lnTo>
                  <a:pt x="2822360" y="1767158"/>
                </a:lnTo>
                <a:lnTo>
                  <a:pt x="2827572" y="1757538"/>
                </a:lnTo>
                <a:close/>
                <a:moveTo>
                  <a:pt x="3151997" y="1739956"/>
                </a:moveTo>
                <a:lnTo>
                  <a:pt x="3158511" y="1745595"/>
                </a:lnTo>
                <a:lnTo>
                  <a:pt x="3158511" y="1757538"/>
                </a:lnTo>
                <a:lnTo>
                  <a:pt x="3148739" y="1757538"/>
                </a:lnTo>
                <a:lnTo>
                  <a:pt x="3145482" y="1742610"/>
                </a:lnTo>
                <a:close/>
                <a:moveTo>
                  <a:pt x="685916" y="1733321"/>
                </a:moveTo>
                <a:lnTo>
                  <a:pt x="695688" y="1746923"/>
                </a:lnTo>
                <a:lnTo>
                  <a:pt x="688522" y="1752230"/>
                </a:lnTo>
                <a:lnTo>
                  <a:pt x="681356" y="1749577"/>
                </a:lnTo>
                <a:close/>
                <a:moveTo>
                  <a:pt x="3187826" y="1725360"/>
                </a:moveTo>
                <a:lnTo>
                  <a:pt x="3191084" y="1728013"/>
                </a:lnTo>
                <a:lnTo>
                  <a:pt x="3191084" y="1737302"/>
                </a:lnTo>
                <a:lnTo>
                  <a:pt x="3184569" y="1745595"/>
                </a:lnTo>
                <a:lnTo>
                  <a:pt x="3178055" y="1758865"/>
                </a:lnTo>
                <a:lnTo>
                  <a:pt x="3171540" y="1754885"/>
                </a:lnTo>
                <a:lnTo>
                  <a:pt x="3168283" y="1754885"/>
                </a:lnTo>
                <a:lnTo>
                  <a:pt x="3165025" y="1739956"/>
                </a:lnTo>
                <a:lnTo>
                  <a:pt x="3174798" y="1734648"/>
                </a:lnTo>
                <a:close/>
                <a:moveTo>
                  <a:pt x="657578" y="1718393"/>
                </a:moveTo>
                <a:lnTo>
                  <a:pt x="674190" y="1746923"/>
                </a:lnTo>
                <a:lnTo>
                  <a:pt x="667024" y="1757538"/>
                </a:lnTo>
                <a:lnTo>
                  <a:pt x="654972" y="1752230"/>
                </a:lnTo>
                <a:lnTo>
                  <a:pt x="657578" y="1739956"/>
                </a:lnTo>
                <a:close/>
                <a:moveTo>
                  <a:pt x="2866008" y="1709105"/>
                </a:moveTo>
                <a:lnTo>
                  <a:pt x="2868614" y="1710431"/>
                </a:lnTo>
                <a:lnTo>
                  <a:pt x="2875129" y="1713086"/>
                </a:lnTo>
                <a:lnTo>
                  <a:pt x="2863076" y="1721048"/>
                </a:lnTo>
                <a:close/>
                <a:moveTo>
                  <a:pt x="645526" y="1694176"/>
                </a:moveTo>
                <a:lnTo>
                  <a:pt x="657578" y="1696831"/>
                </a:lnTo>
                <a:lnTo>
                  <a:pt x="659858" y="1709105"/>
                </a:lnTo>
                <a:lnTo>
                  <a:pt x="647806" y="1715740"/>
                </a:lnTo>
                <a:close/>
                <a:moveTo>
                  <a:pt x="616861" y="1688869"/>
                </a:moveTo>
                <a:lnTo>
                  <a:pt x="626634" y="1688869"/>
                </a:lnTo>
                <a:lnTo>
                  <a:pt x="631194" y="1706451"/>
                </a:lnTo>
                <a:lnTo>
                  <a:pt x="624028" y="1710431"/>
                </a:lnTo>
                <a:close/>
                <a:moveTo>
                  <a:pt x="3145482" y="1676594"/>
                </a:moveTo>
                <a:lnTo>
                  <a:pt x="3151997" y="1676594"/>
                </a:lnTo>
                <a:lnTo>
                  <a:pt x="3155253" y="1688869"/>
                </a:lnTo>
                <a:lnTo>
                  <a:pt x="3145482" y="1694176"/>
                </a:lnTo>
                <a:lnTo>
                  <a:pt x="3122681" y="1698158"/>
                </a:lnTo>
                <a:lnTo>
                  <a:pt x="3116166" y="1706451"/>
                </a:lnTo>
                <a:lnTo>
                  <a:pt x="3116166" y="1703797"/>
                </a:lnTo>
                <a:lnTo>
                  <a:pt x="3122681" y="1691523"/>
                </a:lnTo>
                <a:lnTo>
                  <a:pt x="3135710" y="1691523"/>
                </a:lnTo>
                <a:close/>
                <a:moveTo>
                  <a:pt x="2857865" y="1676594"/>
                </a:moveTo>
                <a:lnTo>
                  <a:pt x="2866008" y="1676594"/>
                </a:lnTo>
                <a:lnTo>
                  <a:pt x="2866008" y="1686215"/>
                </a:lnTo>
                <a:lnTo>
                  <a:pt x="2869917" y="1694176"/>
                </a:lnTo>
                <a:lnTo>
                  <a:pt x="2863076" y="1691523"/>
                </a:lnTo>
                <a:lnTo>
                  <a:pt x="2853956" y="1682234"/>
                </a:lnTo>
                <a:close/>
                <a:moveTo>
                  <a:pt x="3295316" y="1667306"/>
                </a:moveTo>
                <a:lnTo>
                  <a:pt x="3305089" y="1667306"/>
                </a:lnTo>
                <a:lnTo>
                  <a:pt x="3298574" y="1673941"/>
                </a:lnTo>
                <a:lnTo>
                  <a:pt x="3298574" y="1688869"/>
                </a:lnTo>
                <a:lnTo>
                  <a:pt x="3288802" y="1691523"/>
                </a:lnTo>
                <a:lnTo>
                  <a:pt x="3285544" y="1679248"/>
                </a:lnTo>
                <a:close/>
                <a:moveTo>
                  <a:pt x="319148" y="1667306"/>
                </a:moveTo>
                <a:lnTo>
                  <a:pt x="324033" y="1682234"/>
                </a:lnTo>
                <a:lnTo>
                  <a:pt x="290483" y="1700811"/>
                </a:lnTo>
                <a:lnTo>
                  <a:pt x="281037" y="1686215"/>
                </a:lnTo>
                <a:lnTo>
                  <a:pt x="290483" y="1673941"/>
                </a:lnTo>
                <a:lnTo>
                  <a:pt x="300256" y="1676594"/>
                </a:lnTo>
                <a:close/>
                <a:moveTo>
                  <a:pt x="638360" y="1657686"/>
                </a:moveTo>
                <a:lnTo>
                  <a:pt x="643246" y="1669959"/>
                </a:lnTo>
                <a:lnTo>
                  <a:pt x="643246" y="1679248"/>
                </a:lnTo>
                <a:lnTo>
                  <a:pt x="633800" y="1684888"/>
                </a:lnTo>
                <a:lnTo>
                  <a:pt x="628914" y="1660671"/>
                </a:lnTo>
                <a:close/>
                <a:moveTo>
                  <a:pt x="600249" y="1655032"/>
                </a:moveTo>
                <a:lnTo>
                  <a:pt x="609696" y="1655032"/>
                </a:lnTo>
                <a:lnTo>
                  <a:pt x="626634" y="1661999"/>
                </a:lnTo>
                <a:lnTo>
                  <a:pt x="621748" y="1672614"/>
                </a:lnTo>
                <a:lnTo>
                  <a:pt x="607416" y="1676594"/>
                </a:lnTo>
                <a:close/>
                <a:moveTo>
                  <a:pt x="2866008" y="1649724"/>
                </a:moveTo>
                <a:lnTo>
                  <a:pt x="2860471" y="1664652"/>
                </a:lnTo>
                <a:lnTo>
                  <a:pt x="2851351" y="1672614"/>
                </a:lnTo>
                <a:lnTo>
                  <a:pt x="2851351" y="1655032"/>
                </a:lnTo>
                <a:close/>
                <a:moveTo>
                  <a:pt x="3370234" y="1643089"/>
                </a:moveTo>
                <a:lnTo>
                  <a:pt x="3366976" y="1655032"/>
                </a:lnTo>
                <a:lnTo>
                  <a:pt x="3360461" y="1657686"/>
                </a:lnTo>
                <a:lnTo>
                  <a:pt x="3353947" y="1667306"/>
                </a:lnTo>
                <a:lnTo>
                  <a:pt x="3357205" y="1660671"/>
                </a:lnTo>
                <a:lnTo>
                  <a:pt x="3353947" y="1648397"/>
                </a:lnTo>
                <a:close/>
                <a:moveTo>
                  <a:pt x="2884249" y="1643089"/>
                </a:moveTo>
                <a:lnTo>
                  <a:pt x="2892392" y="1645744"/>
                </a:lnTo>
                <a:lnTo>
                  <a:pt x="2920078" y="1643089"/>
                </a:lnTo>
                <a:lnTo>
                  <a:pt x="2917473" y="1652378"/>
                </a:lnTo>
                <a:lnTo>
                  <a:pt x="2904118" y="1664652"/>
                </a:lnTo>
                <a:lnTo>
                  <a:pt x="2905421" y="1672614"/>
                </a:lnTo>
                <a:lnTo>
                  <a:pt x="2929524" y="1673941"/>
                </a:lnTo>
                <a:lnTo>
                  <a:pt x="2939948" y="1673941"/>
                </a:lnTo>
                <a:lnTo>
                  <a:pt x="2941251" y="1682234"/>
                </a:lnTo>
                <a:lnTo>
                  <a:pt x="2934736" y="1700811"/>
                </a:lnTo>
                <a:lnTo>
                  <a:pt x="2922684" y="1715740"/>
                </a:lnTo>
                <a:lnTo>
                  <a:pt x="2928221" y="1728013"/>
                </a:lnTo>
                <a:lnTo>
                  <a:pt x="2937342" y="1733321"/>
                </a:lnTo>
                <a:lnTo>
                  <a:pt x="2943857" y="1742610"/>
                </a:lnTo>
                <a:lnTo>
                  <a:pt x="2946462" y="1757538"/>
                </a:lnTo>
                <a:lnTo>
                  <a:pt x="2952000" y="1771140"/>
                </a:lnTo>
                <a:lnTo>
                  <a:pt x="2963727" y="1776447"/>
                </a:lnTo>
                <a:lnTo>
                  <a:pt x="2975778" y="1800664"/>
                </a:lnTo>
                <a:lnTo>
                  <a:pt x="2977081" y="1818246"/>
                </a:lnTo>
                <a:lnTo>
                  <a:pt x="2996951" y="1822227"/>
                </a:lnTo>
                <a:lnTo>
                  <a:pt x="3000859" y="1827534"/>
                </a:lnTo>
                <a:lnTo>
                  <a:pt x="3003464" y="1837155"/>
                </a:lnTo>
                <a:lnTo>
                  <a:pt x="3000859" y="1846444"/>
                </a:lnTo>
                <a:lnTo>
                  <a:pt x="2988807" y="1861372"/>
                </a:lnTo>
                <a:lnTo>
                  <a:pt x="2988807" y="1868006"/>
                </a:lnTo>
                <a:lnTo>
                  <a:pt x="2994344" y="1876299"/>
                </a:lnTo>
                <a:lnTo>
                  <a:pt x="2988807" y="1880281"/>
                </a:lnTo>
                <a:lnTo>
                  <a:pt x="2977081" y="1885588"/>
                </a:lnTo>
                <a:lnTo>
                  <a:pt x="2955909" y="1882934"/>
                </a:lnTo>
                <a:lnTo>
                  <a:pt x="2939948" y="1888242"/>
                </a:lnTo>
                <a:lnTo>
                  <a:pt x="2925290" y="1885588"/>
                </a:lnTo>
                <a:lnTo>
                  <a:pt x="2910958" y="1890896"/>
                </a:lnTo>
                <a:lnTo>
                  <a:pt x="2908353" y="1900516"/>
                </a:lnTo>
                <a:lnTo>
                  <a:pt x="2901512" y="1895209"/>
                </a:lnTo>
                <a:lnTo>
                  <a:pt x="2889785" y="1897863"/>
                </a:lnTo>
                <a:lnTo>
                  <a:pt x="2881642" y="1904498"/>
                </a:lnTo>
                <a:lnTo>
                  <a:pt x="2877734" y="1900516"/>
                </a:lnTo>
                <a:lnTo>
                  <a:pt x="2893695" y="1882934"/>
                </a:lnTo>
                <a:lnTo>
                  <a:pt x="2898907" y="1873646"/>
                </a:lnTo>
                <a:lnTo>
                  <a:pt x="2910958" y="1866679"/>
                </a:lnTo>
                <a:lnTo>
                  <a:pt x="2905421" y="1861372"/>
                </a:lnTo>
                <a:lnTo>
                  <a:pt x="2898907" y="1864026"/>
                </a:lnTo>
                <a:lnTo>
                  <a:pt x="2896300" y="1856064"/>
                </a:lnTo>
                <a:lnTo>
                  <a:pt x="2884249" y="1858718"/>
                </a:lnTo>
                <a:lnTo>
                  <a:pt x="2881642" y="1852083"/>
                </a:lnTo>
                <a:lnTo>
                  <a:pt x="2898907" y="1842462"/>
                </a:lnTo>
                <a:lnTo>
                  <a:pt x="2901512" y="1834501"/>
                </a:lnTo>
                <a:lnTo>
                  <a:pt x="2898907" y="1815592"/>
                </a:lnTo>
                <a:lnTo>
                  <a:pt x="2920078" y="1807299"/>
                </a:lnTo>
                <a:lnTo>
                  <a:pt x="2920078" y="1800664"/>
                </a:lnTo>
                <a:lnTo>
                  <a:pt x="2908353" y="1773793"/>
                </a:lnTo>
                <a:lnTo>
                  <a:pt x="2913563" y="1761520"/>
                </a:lnTo>
                <a:lnTo>
                  <a:pt x="2896300" y="1769813"/>
                </a:lnTo>
                <a:lnTo>
                  <a:pt x="2881642" y="1758865"/>
                </a:lnTo>
                <a:lnTo>
                  <a:pt x="2892392" y="1745595"/>
                </a:lnTo>
                <a:lnTo>
                  <a:pt x="2884249" y="1733321"/>
                </a:lnTo>
                <a:lnTo>
                  <a:pt x="2880339" y="1733321"/>
                </a:lnTo>
                <a:lnTo>
                  <a:pt x="2875129" y="1721048"/>
                </a:lnTo>
                <a:lnTo>
                  <a:pt x="2880339" y="1710431"/>
                </a:lnTo>
                <a:lnTo>
                  <a:pt x="2869917" y="1710431"/>
                </a:lnTo>
                <a:lnTo>
                  <a:pt x="2866008" y="1703797"/>
                </a:lnTo>
                <a:lnTo>
                  <a:pt x="2869917" y="1700811"/>
                </a:lnTo>
                <a:lnTo>
                  <a:pt x="2875129" y="1686215"/>
                </a:lnTo>
                <a:lnTo>
                  <a:pt x="2869917" y="1682234"/>
                </a:lnTo>
                <a:lnTo>
                  <a:pt x="2872522" y="1669959"/>
                </a:lnTo>
                <a:lnTo>
                  <a:pt x="2881642" y="1664652"/>
                </a:lnTo>
                <a:lnTo>
                  <a:pt x="2881642" y="1655032"/>
                </a:lnTo>
                <a:close/>
                <a:moveTo>
                  <a:pt x="3366976" y="1628161"/>
                </a:moveTo>
                <a:lnTo>
                  <a:pt x="3373491" y="1636122"/>
                </a:lnTo>
                <a:lnTo>
                  <a:pt x="3366976" y="1640435"/>
                </a:lnTo>
                <a:close/>
                <a:moveTo>
                  <a:pt x="3314860" y="1582382"/>
                </a:moveTo>
                <a:lnTo>
                  <a:pt x="3324632" y="1585035"/>
                </a:lnTo>
                <a:lnTo>
                  <a:pt x="3321375" y="1591670"/>
                </a:lnTo>
                <a:close/>
                <a:moveTo>
                  <a:pt x="83354" y="1579728"/>
                </a:moveTo>
                <a:lnTo>
                  <a:pt x="92897" y="1597310"/>
                </a:lnTo>
                <a:lnTo>
                  <a:pt x="76220" y="1599964"/>
                </a:lnTo>
                <a:lnTo>
                  <a:pt x="61921" y="1587690"/>
                </a:lnTo>
                <a:close/>
                <a:moveTo>
                  <a:pt x="2851351" y="1515039"/>
                </a:moveTo>
                <a:lnTo>
                  <a:pt x="2856561" y="1521674"/>
                </a:lnTo>
                <a:lnTo>
                  <a:pt x="2856561" y="1524328"/>
                </a:lnTo>
                <a:lnTo>
                  <a:pt x="2851351" y="1516366"/>
                </a:lnTo>
                <a:close/>
                <a:moveTo>
                  <a:pt x="1581991" y="1506746"/>
                </a:moveTo>
                <a:lnTo>
                  <a:pt x="1594044" y="1512385"/>
                </a:lnTo>
                <a:lnTo>
                  <a:pt x="1588832" y="1528308"/>
                </a:lnTo>
                <a:lnTo>
                  <a:pt x="1576780" y="1528308"/>
                </a:lnTo>
                <a:close/>
                <a:moveTo>
                  <a:pt x="1543882" y="1485183"/>
                </a:moveTo>
                <a:lnTo>
                  <a:pt x="1547790" y="1494803"/>
                </a:lnTo>
                <a:lnTo>
                  <a:pt x="1534436" y="1509731"/>
                </a:lnTo>
                <a:lnTo>
                  <a:pt x="1517171" y="1516366"/>
                </a:lnTo>
                <a:lnTo>
                  <a:pt x="1520104" y="1490823"/>
                </a:lnTo>
                <a:close/>
                <a:moveTo>
                  <a:pt x="7133" y="1455659"/>
                </a:moveTo>
                <a:lnTo>
                  <a:pt x="35732" y="1478548"/>
                </a:lnTo>
                <a:lnTo>
                  <a:pt x="23810" y="1479876"/>
                </a:lnTo>
                <a:lnTo>
                  <a:pt x="0" y="1466274"/>
                </a:lnTo>
                <a:close/>
                <a:moveTo>
                  <a:pt x="1486880" y="1361445"/>
                </a:moveTo>
                <a:lnTo>
                  <a:pt x="1510657" y="1393624"/>
                </a:lnTo>
                <a:lnTo>
                  <a:pt x="1541275" y="1412532"/>
                </a:lnTo>
                <a:lnTo>
                  <a:pt x="1553002" y="1439404"/>
                </a:lnTo>
                <a:lnTo>
                  <a:pt x="1576780" y="1451677"/>
                </a:lnTo>
                <a:lnTo>
                  <a:pt x="1562448" y="1466274"/>
                </a:lnTo>
                <a:lnTo>
                  <a:pt x="1535739" y="1454331"/>
                </a:lnTo>
                <a:lnTo>
                  <a:pt x="1520104" y="1451677"/>
                </a:lnTo>
                <a:lnTo>
                  <a:pt x="1496000" y="1475894"/>
                </a:lnTo>
                <a:lnTo>
                  <a:pt x="1472222" y="1439404"/>
                </a:lnTo>
                <a:lnTo>
                  <a:pt x="1469616" y="1417840"/>
                </a:lnTo>
                <a:lnTo>
                  <a:pt x="1476130" y="1370734"/>
                </a:lnTo>
                <a:close/>
                <a:moveTo>
                  <a:pt x="2693698" y="1336897"/>
                </a:moveTo>
                <a:lnTo>
                  <a:pt x="2699236" y="1349171"/>
                </a:lnTo>
                <a:lnTo>
                  <a:pt x="2713568" y="1351825"/>
                </a:lnTo>
                <a:lnTo>
                  <a:pt x="2717802" y="1357133"/>
                </a:lnTo>
                <a:lnTo>
                  <a:pt x="2714871" y="1366753"/>
                </a:lnTo>
                <a:lnTo>
                  <a:pt x="2737346" y="1381682"/>
                </a:lnTo>
                <a:lnTo>
                  <a:pt x="2734740" y="1388315"/>
                </a:lnTo>
                <a:lnTo>
                  <a:pt x="2737346" y="1400258"/>
                </a:lnTo>
                <a:lnTo>
                  <a:pt x="2729529" y="1412532"/>
                </a:lnTo>
                <a:lnTo>
                  <a:pt x="2713568" y="1434095"/>
                </a:lnTo>
                <a:lnTo>
                  <a:pt x="2705750" y="1431442"/>
                </a:lnTo>
                <a:lnTo>
                  <a:pt x="2693698" y="1439404"/>
                </a:lnTo>
                <a:lnTo>
                  <a:pt x="2687183" y="1446369"/>
                </a:lnTo>
                <a:lnTo>
                  <a:pt x="2660800" y="1455659"/>
                </a:lnTo>
                <a:lnTo>
                  <a:pt x="2660800" y="1463620"/>
                </a:lnTo>
                <a:lnTo>
                  <a:pt x="2646142" y="1467932"/>
                </a:lnTo>
                <a:lnTo>
                  <a:pt x="2619758" y="1460966"/>
                </a:lnTo>
                <a:lnTo>
                  <a:pt x="2610312" y="1451677"/>
                </a:lnTo>
                <a:lnTo>
                  <a:pt x="2583928" y="1449024"/>
                </a:lnTo>
                <a:lnTo>
                  <a:pt x="2592072" y="1442057"/>
                </a:lnTo>
                <a:lnTo>
                  <a:pt x="2589139" y="1427461"/>
                </a:lnTo>
                <a:lnTo>
                  <a:pt x="2583928" y="1419167"/>
                </a:lnTo>
                <a:lnTo>
                  <a:pt x="2582626" y="1409879"/>
                </a:lnTo>
                <a:lnTo>
                  <a:pt x="2562756" y="1409879"/>
                </a:lnTo>
                <a:lnTo>
                  <a:pt x="2570899" y="1403244"/>
                </a:lnTo>
                <a:lnTo>
                  <a:pt x="2583928" y="1400258"/>
                </a:lnTo>
                <a:lnTo>
                  <a:pt x="2582626" y="1393624"/>
                </a:lnTo>
                <a:lnTo>
                  <a:pt x="2586534" y="1383008"/>
                </a:lnTo>
                <a:lnTo>
                  <a:pt x="2574808" y="1378695"/>
                </a:lnTo>
                <a:lnTo>
                  <a:pt x="2567968" y="1381682"/>
                </a:lnTo>
                <a:lnTo>
                  <a:pt x="2546795" y="1381682"/>
                </a:lnTo>
                <a:lnTo>
                  <a:pt x="2565362" y="1351825"/>
                </a:lnTo>
                <a:lnTo>
                  <a:pt x="2572202" y="1339883"/>
                </a:lnTo>
                <a:lnTo>
                  <a:pt x="2582626" y="1339883"/>
                </a:lnTo>
                <a:lnTo>
                  <a:pt x="2592072" y="1346517"/>
                </a:lnTo>
                <a:lnTo>
                  <a:pt x="2603797" y="1366753"/>
                </a:lnTo>
                <a:lnTo>
                  <a:pt x="2598585" y="1373388"/>
                </a:lnTo>
                <a:lnTo>
                  <a:pt x="2618455" y="1381682"/>
                </a:lnTo>
                <a:lnTo>
                  <a:pt x="2619758" y="1370734"/>
                </a:lnTo>
                <a:lnTo>
                  <a:pt x="2618455" y="1357133"/>
                </a:lnTo>
                <a:lnTo>
                  <a:pt x="2634416" y="1370734"/>
                </a:lnTo>
                <a:lnTo>
                  <a:pt x="2634416" y="1357133"/>
                </a:lnTo>
                <a:lnTo>
                  <a:pt x="2643536" y="1351825"/>
                </a:lnTo>
                <a:lnTo>
                  <a:pt x="2660800" y="1354478"/>
                </a:lnTo>
                <a:lnTo>
                  <a:pt x="2669920" y="1361445"/>
                </a:lnTo>
                <a:lnTo>
                  <a:pt x="2672526" y="1351825"/>
                </a:lnTo>
                <a:lnTo>
                  <a:pt x="2681972" y="1354478"/>
                </a:lnTo>
                <a:lnTo>
                  <a:pt x="2687183" y="1346517"/>
                </a:lnTo>
                <a:lnTo>
                  <a:pt x="2684578" y="1339883"/>
                </a:lnTo>
                <a:close/>
                <a:moveTo>
                  <a:pt x="1641600" y="1254958"/>
                </a:moveTo>
                <a:lnTo>
                  <a:pt x="1665378" y="1257612"/>
                </a:lnTo>
                <a:lnTo>
                  <a:pt x="1667006" y="1285809"/>
                </a:lnTo>
                <a:lnTo>
                  <a:pt x="1660166" y="1298084"/>
                </a:lnTo>
                <a:lnTo>
                  <a:pt x="1638993" y="1306046"/>
                </a:lnTo>
                <a:lnTo>
                  <a:pt x="1627268" y="1284483"/>
                </a:lnTo>
                <a:close/>
                <a:moveTo>
                  <a:pt x="3236685" y="1223775"/>
                </a:moveTo>
                <a:lnTo>
                  <a:pt x="3239943" y="1227756"/>
                </a:lnTo>
                <a:lnTo>
                  <a:pt x="3236685" y="1242684"/>
                </a:lnTo>
                <a:lnTo>
                  <a:pt x="3223657" y="1240030"/>
                </a:lnTo>
                <a:close/>
                <a:moveTo>
                  <a:pt x="3829509" y="1196904"/>
                </a:moveTo>
                <a:lnTo>
                  <a:pt x="3842538" y="1206193"/>
                </a:lnTo>
                <a:lnTo>
                  <a:pt x="3836023" y="1227756"/>
                </a:lnTo>
                <a:lnTo>
                  <a:pt x="3819737" y="1236049"/>
                </a:lnTo>
                <a:lnTo>
                  <a:pt x="3809965" y="1225102"/>
                </a:lnTo>
                <a:lnTo>
                  <a:pt x="3819737" y="1199558"/>
                </a:lnTo>
                <a:close/>
                <a:moveTo>
                  <a:pt x="3279029" y="1191597"/>
                </a:moveTo>
                <a:lnTo>
                  <a:pt x="3285544" y="1199558"/>
                </a:lnTo>
                <a:lnTo>
                  <a:pt x="3282287" y="1213159"/>
                </a:lnTo>
                <a:lnTo>
                  <a:pt x="3266001" y="1208847"/>
                </a:lnTo>
                <a:close/>
                <a:moveTo>
                  <a:pt x="1269945" y="1176668"/>
                </a:moveTo>
                <a:lnTo>
                  <a:pt x="1302843" y="1208847"/>
                </a:lnTo>
                <a:lnTo>
                  <a:pt x="1309358" y="1227756"/>
                </a:lnTo>
                <a:lnTo>
                  <a:pt x="1297631" y="1247992"/>
                </a:lnTo>
                <a:lnTo>
                  <a:pt x="1276460" y="1242684"/>
                </a:lnTo>
                <a:lnTo>
                  <a:pt x="1245841" y="1227756"/>
                </a:lnTo>
                <a:lnTo>
                  <a:pt x="1257893" y="1194250"/>
                </a:lnTo>
                <a:close/>
                <a:moveTo>
                  <a:pt x="5901133" y="1170033"/>
                </a:moveTo>
                <a:lnTo>
                  <a:pt x="5917419" y="1181976"/>
                </a:lnTo>
                <a:lnTo>
                  <a:pt x="5910905" y="1191597"/>
                </a:lnTo>
                <a:lnTo>
                  <a:pt x="5891361" y="1179322"/>
                </a:lnTo>
                <a:close/>
                <a:moveTo>
                  <a:pt x="2026935" y="1152451"/>
                </a:moveTo>
                <a:lnTo>
                  <a:pt x="2050713" y="1163067"/>
                </a:lnTo>
                <a:lnTo>
                  <a:pt x="2067976" y="1179322"/>
                </a:lnTo>
                <a:lnTo>
                  <a:pt x="2070583" y="1191597"/>
                </a:lnTo>
                <a:lnTo>
                  <a:pt x="2058530" y="1200885"/>
                </a:lnTo>
                <a:lnTo>
                  <a:pt x="2041267" y="1208847"/>
                </a:lnTo>
                <a:lnTo>
                  <a:pt x="2032147" y="1194250"/>
                </a:lnTo>
                <a:lnTo>
                  <a:pt x="2014883" y="1187284"/>
                </a:lnTo>
                <a:lnTo>
                  <a:pt x="2017489" y="1163067"/>
                </a:lnTo>
                <a:close/>
                <a:moveTo>
                  <a:pt x="3998887" y="1145485"/>
                </a:moveTo>
                <a:lnTo>
                  <a:pt x="4024945" y="1179322"/>
                </a:lnTo>
                <a:lnTo>
                  <a:pt x="4011916" y="1187284"/>
                </a:lnTo>
                <a:lnTo>
                  <a:pt x="3998887" y="1176668"/>
                </a:lnTo>
                <a:lnTo>
                  <a:pt x="3985857" y="1157760"/>
                </a:lnTo>
                <a:close/>
                <a:moveTo>
                  <a:pt x="2524320" y="1111980"/>
                </a:moveTo>
                <a:lnTo>
                  <a:pt x="2532463" y="1136196"/>
                </a:lnTo>
                <a:lnTo>
                  <a:pt x="2517806" y="1140178"/>
                </a:lnTo>
                <a:lnTo>
                  <a:pt x="2487513" y="1148471"/>
                </a:lnTo>
                <a:lnTo>
                  <a:pt x="2500542" y="1123923"/>
                </a:lnTo>
                <a:lnTo>
                  <a:pt x="2515199" y="1121268"/>
                </a:lnTo>
                <a:close/>
                <a:moveTo>
                  <a:pt x="6103084" y="1087763"/>
                </a:moveTo>
                <a:lnTo>
                  <a:pt x="6132400" y="1087763"/>
                </a:lnTo>
                <a:lnTo>
                  <a:pt x="6145429" y="1102359"/>
                </a:lnTo>
                <a:lnTo>
                  <a:pt x="6138915" y="1114633"/>
                </a:lnTo>
                <a:lnTo>
                  <a:pt x="6112856" y="1121268"/>
                </a:lnTo>
                <a:lnTo>
                  <a:pt x="6103084" y="1115961"/>
                </a:lnTo>
                <a:lnTo>
                  <a:pt x="6080283" y="1128235"/>
                </a:lnTo>
                <a:lnTo>
                  <a:pt x="6083541" y="1104018"/>
                </a:lnTo>
                <a:close/>
                <a:moveTo>
                  <a:pt x="1329227" y="1070181"/>
                </a:moveTo>
                <a:lnTo>
                  <a:pt x="1350400" y="1091744"/>
                </a:lnTo>
                <a:lnTo>
                  <a:pt x="1357240" y="1109326"/>
                </a:lnTo>
                <a:lnTo>
                  <a:pt x="1355937" y="1126908"/>
                </a:lnTo>
                <a:lnTo>
                  <a:pt x="1368966" y="1138850"/>
                </a:lnTo>
                <a:lnTo>
                  <a:pt x="1379715" y="1163067"/>
                </a:lnTo>
                <a:lnTo>
                  <a:pt x="1362451" y="1181976"/>
                </a:lnTo>
                <a:lnTo>
                  <a:pt x="1368966" y="1191597"/>
                </a:lnTo>
                <a:lnTo>
                  <a:pt x="1381018" y="1187284"/>
                </a:lnTo>
                <a:lnTo>
                  <a:pt x="1392744" y="1200885"/>
                </a:lnTo>
                <a:lnTo>
                  <a:pt x="1400887" y="1225102"/>
                </a:lnTo>
                <a:lnTo>
                  <a:pt x="1395675" y="1247992"/>
                </a:lnTo>
                <a:lnTo>
                  <a:pt x="1404796" y="1257612"/>
                </a:lnTo>
                <a:lnTo>
                  <a:pt x="1412614" y="1223775"/>
                </a:lnTo>
                <a:lnTo>
                  <a:pt x="1419453" y="1208847"/>
                </a:lnTo>
                <a:lnTo>
                  <a:pt x="1439323" y="1225102"/>
                </a:lnTo>
                <a:lnTo>
                  <a:pt x="1445838" y="1251972"/>
                </a:lnTo>
                <a:lnTo>
                  <a:pt x="1436717" y="1266901"/>
                </a:lnTo>
                <a:lnTo>
                  <a:pt x="1439323" y="1284483"/>
                </a:lnTo>
                <a:lnTo>
                  <a:pt x="1454958" y="1306046"/>
                </a:lnTo>
                <a:lnTo>
                  <a:pt x="1463101" y="1296756"/>
                </a:lnTo>
                <a:lnTo>
                  <a:pt x="1479062" y="1266901"/>
                </a:lnTo>
                <a:lnTo>
                  <a:pt x="1481668" y="1236049"/>
                </a:lnTo>
                <a:lnTo>
                  <a:pt x="1496000" y="1221121"/>
                </a:lnTo>
                <a:lnTo>
                  <a:pt x="1486880" y="1203539"/>
                </a:lnTo>
                <a:lnTo>
                  <a:pt x="1484273" y="1176668"/>
                </a:lnTo>
                <a:lnTo>
                  <a:pt x="1505446" y="1176668"/>
                </a:lnTo>
                <a:lnTo>
                  <a:pt x="1534436" y="1191597"/>
                </a:lnTo>
                <a:lnTo>
                  <a:pt x="1558213" y="1215813"/>
                </a:lnTo>
                <a:lnTo>
                  <a:pt x="1559517" y="1237376"/>
                </a:lnTo>
                <a:lnTo>
                  <a:pt x="1547790" y="1249319"/>
                </a:lnTo>
                <a:lnTo>
                  <a:pt x="1538344" y="1247992"/>
                </a:lnTo>
                <a:lnTo>
                  <a:pt x="1546487" y="1273536"/>
                </a:lnTo>
                <a:lnTo>
                  <a:pt x="1559517" y="1293771"/>
                </a:lnTo>
                <a:lnTo>
                  <a:pt x="1555608" y="1315334"/>
                </a:lnTo>
                <a:lnTo>
                  <a:pt x="1529224" y="1334243"/>
                </a:lnTo>
                <a:lnTo>
                  <a:pt x="1514566" y="1351825"/>
                </a:lnTo>
                <a:lnTo>
                  <a:pt x="1488182" y="1346517"/>
                </a:lnTo>
                <a:lnTo>
                  <a:pt x="1486880" y="1334243"/>
                </a:lnTo>
                <a:lnTo>
                  <a:pt x="1467010" y="1336897"/>
                </a:lnTo>
                <a:lnTo>
                  <a:pt x="1479062" y="1351825"/>
                </a:lnTo>
                <a:lnTo>
                  <a:pt x="1469616" y="1370734"/>
                </a:lnTo>
                <a:lnTo>
                  <a:pt x="1452352" y="1388315"/>
                </a:lnTo>
                <a:lnTo>
                  <a:pt x="1443231" y="1388315"/>
                </a:lnTo>
                <a:lnTo>
                  <a:pt x="1412614" y="1361445"/>
                </a:lnTo>
                <a:lnTo>
                  <a:pt x="1412614" y="1370734"/>
                </a:lnTo>
                <a:lnTo>
                  <a:pt x="1424665" y="1388315"/>
                </a:lnTo>
                <a:lnTo>
                  <a:pt x="1448443" y="1390970"/>
                </a:lnTo>
                <a:lnTo>
                  <a:pt x="1460495" y="1394950"/>
                </a:lnTo>
                <a:lnTo>
                  <a:pt x="1443231" y="1436749"/>
                </a:lnTo>
                <a:lnTo>
                  <a:pt x="1428574" y="1443384"/>
                </a:lnTo>
                <a:lnTo>
                  <a:pt x="1403493" y="1443384"/>
                </a:lnTo>
                <a:lnTo>
                  <a:pt x="1404796" y="1458312"/>
                </a:lnTo>
                <a:lnTo>
                  <a:pt x="1392744" y="1460966"/>
                </a:lnTo>
                <a:lnTo>
                  <a:pt x="1395675" y="1479876"/>
                </a:lnTo>
                <a:lnTo>
                  <a:pt x="1368966" y="1500111"/>
                </a:lnTo>
                <a:lnTo>
                  <a:pt x="1343885" y="1536602"/>
                </a:lnTo>
                <a:lnTo>
                  <a:pt x="1332159" y="1563473"/>
                </a:lnTo>
                <a:lnTo>
                  <a:pt x="1324016" y="1597310"/>
                </a:lnTo>
                <a:lnTo>
                  <a:pt x="1324016" y="1625507"/>
                </a:lnTo>
                <a:lnTo>
                  <a:pt x="1329227" y="1637450"/>
                </a:lnTo>
                <a:lnTo>
                  <a:pt x="1353331" y="1637450"/>
                </a:lnTo>
                <a:lnTo>
                  <a:pt x="1365058" y="1686215"/>
                </a:lnTo>
                <a:lnTo>
                  <a:pt x="1362451" y="1696831"/>
                </a:lnTo>
                <a:lnTo>
                  <a:pt x="1386229" y="1688869"/>
                </a:lnTo>
                <a:lnTo>
                  <a:pt x="1427271" y="1700811"/>
                </a:lnTo>
                <a:lnTo>
                  <a:pt x="1443231" y="1715740"/>
                </a:lnTo>
                <a:lnTo>
                  <a:pt x="1451049" y="1728013"/>
                </a:lnTo>
                <a:lnTo>
                  <a:pt x="1481668" y="1739956"/>
                </a:lnTo>
                <a:lnTo>
                  <a:pt x="1488182" y="1746923"/>
                </a:lnTo>
                <a:lnTo>
                  <a:pt x="1502840" y="1752230"/>
                </a:lnTo>
                <a:lnTo>
                  <a:pt x="1511960" y="1749577"/>
                </a:lnTo>
                <a:lnTo>
                  <a:pt x="1541275" y="1758865"/>
                </a:lnTo>
                <a:lnTo>
                  <a:pt x="1538344" y="1781755"/>
                </a:lnTo>
                <a:lnTo>
                  <a:pt x="1543882" y="1798010"/>
                </a:lnTo>
                <a:lnTo>
                  <a:pt x="1541275" y="1822227"/>
                </a:lnTo>
                <a:lnTo>
                  <a:pt x="1558213" y="1846444"/>
                </a:lnTo>
                <a:lnTo>
                  <a:pt x="1570265" y="1856064"/>
                </a:lnTo>
                <a:lnTo>
                  <a:pt x="1574174" y="1868006"/>
                </a:lnTo>
                <a:lnTo>
                  <a:pt x="1586226" y="1870661"/>
                </a:lnTo>
                <a:lnTo>
                  <a:pt x="1594044" y="1858718"/>
                </a:lnTo>
                <a:lnTo>
                  <a:pt x="1600558" y="1854737"/>
                </a:lnTo>
                <a:lnTo>
                  <a:pt x="1607398" y="1837155"/>
                </a:lnTo>
                <a:lnTo>
                  <a:pt x="1600558" y="1822227"/>
                </a:lnTo>
                <a:lnTo>
                  <a:pt x="1597952" y="1791375"/>
                </a:lnTo>
                <a:lnTo>
                  <a:pt x="1591438" y="1767158"/>
                </a:lnTo>
                <a:lnTo>
                  <a:pt x="1617822" y="1752230"/>
                </a:lnTo>
                <a:lnTo>
                  <a:pt x="1629873" y="1742610"/>
                </a:lnTo>
                <a:lnTo>
                  <a:pt x="1641600" y="1718393"/>
                </a:lnTo>
                <a:lnTo>
                  <a:pt x="1641600" y="1694176"/>
                </a:lnTo>
                <a:lnTo>
                  <a:pt x="1631176" y="1661999"/>
                </a:lnTo>
                <a:lnTo>
                  <a:pt x="1607398" y="1640435"/>
                </a:lnTo>
                <a:lnTo>
                  <a:pt x="1629873" y="1601290"/>
                </a:lnTo>
                <a:lnTo>
                  <a:pt x="1612610" y="1563473"/>
                </a:lnTo>
                <a:lnTo>
                  <a:pt x="1621730" y="1551198"/>
                </a:lnTo>
                <a:lnTo>
                  <a:pt x="1617822" y="1533948"/>
                </a:lnTo>
                <a:lnTo>
                  <a:pt x="1615215" y="1506746"/>
                </a:lnTo>
                <a:lnTo>
                  <a:pt x="1624337" y="1500111"/>
                </a:lnTo>
                <a:lnTo>
                  <a:pt x="1654954" y="1509731"/>
                </a:lnTo>
                <a:lnTo>
                  <a:pt x="1677429" y="1512385"/>
                </a:lnTo>
                <a:lnTo>
                  <a:pt x="1690785" y="1502765"/>
                </a:lnTo>
                <a:lnTo>
                  <a:pt x="1717168" y="1526981"/>
                </a:lnTo>
                <a:lnTo>
                  <a:pt x="1726289" y="1548545"/>
                </a:lnTo>
                <a:lnTo>
                  <a:pt x="1752998" y="1555511"/>
                </a:lnTo>
                <a:lnTo>
                  <a:pt x="1760815" y="1570107"/>
                </a:lnTo>
                <a:lnTo>
                  <a:pt x="1760815" y="1611906"/>
                </a:lnTo>
                <a:lnTo>
                  <a:pt x="1764725" y="1636122"/>
                </a:lnTo>
                <a:lnTo>
                  <a:pt x="1776776" y="1633469"/>
                </a:lnTo>
                <a:lnTo>
                  <a:pt x="1797949" y="1657686"/>
                </a:lnTo>
                <a:lnTo>
                  <a:pt x="1821727" y="1637450"/>
                </a:lnTo>
                <a:lnTo>
                  <a:pt x="1832150" y="1625507"/>
                </a:lnTo>
                <a:lnTo>
                  <a:pt x="1833453" y="1603944"/>
                </a:lnTo>
                <a:lnTo>
                  <a:pt x="1845505" y="1582382"/>
                </a:lnTo>
                <a:lnTo>
                  <a:pt x="1857556" y="1594324"/>
                </a:lnTo>
                <a:lnTo>
                  <a:pt x="1857556" y="1609252"/>
                </a:lnTo>
                <a:lnTo>
                  <a:pt x="1869283" y="1621527"/>
                </a:lnTo>
                <a:lnTo>
                  <a:pt x="1883941" y="1648397"/>
                </a:lnTo>
                <a:lnTo>
                  <a:pt x="1895667" y="1676594"/>
                </a:lnTo>
                <a:lnTo>
                  <a:pt x="1895667" y="1709105"/>
                </a:lnTo>
                <a:lnTo>
                  <a:pt x="1905113" y="1730668"/>
                </a:lnTo>
                <a:lnTo>
                  <a:pt x="1922376" y="1734648"/>
                </a:lnTo>
                <a:lnTo>
                  <a:pt x="1922376" y="1746923"/>
                </a:lnTo>
                <a:lnTo>
                  <a:pt x="1931496" y="1757538"/>
                </a:lnTo>
                <a:lnTo>
                  <a:pt x="1943549" y="1752230"/>
                </a:lnTo>
                <a:lnTo>
                  <a:pt x="1948760" y="1764173"/>
                </a:lnTo>
                <a:lnTo>
                  <a:pt x="1967327" y="1769813"/>
                </a:lnTo>
                <a:lnTo>
                  <a:pt x="1952669" y="1788722"/>
                </a:lnTo>
                <a:lnTo>
                  <a:pt x="1927588" y="1798010"/>
                </a:lnTo>
                <a:lnTo>
                  <a:pt x="1927588" y="1810284"/>
                </a:lnTo>
                <a:lnTo>
                  <a:pt x="1963418" y="1783082"/>
                </a:lnTo>
                <a:lnTo>
                  <a:pt x="1972539" y="1783082"/>
                </a:lnTo>
                <a:lnTo>
                  <a:pt x="1979053" y="1798010"/>
                </a:lnTo>
                <a:lnTo>
                  <a:pt x="1996316" y="1803318"/>
                </a:lnTo>
                <a:lnTo>
                  <a:pt x="2003156" y="1815592"/>
                </a:lnTo>
                <a:lnTo>
                  <a:pt x="1998923" y="1827534"/>
                </a:lnTo>
                <a:lnTo>
                  <a:pt x="2003156" y="1846444"/>
                </a:lnTo>
                <a:lnTo>
                  <a:pt x="1981659" y="1866679"/>
                </a:lnTo>
                <a:lnTo>
                  <a:pt x="1967327" y="1864026"/>
                </a:lnTo>
                <a:lnTo>
                  <a:pt x="1952669" y="1870661"/>
                </a:lnTo>
                <a:lnTo>
                  <a:pt x="1948760" y="1882934"/>
                </a:lnTo>
                <a:lnTo>
                  <a:pt x="1928891" y="1897863"/>
                </a:lnTo>
                <a:lnTo>
                  <a:pt x="1905113" y="1900516"/>
                </a:lnTo>
                <a:lnTo>
                  <a:pt x="1862768" y="1897863"/>
                </a:lnTo>
                <a:lnTo>
                  <a:pt x="1817818" y="1897863"/>
                </a:lnTo>
                <a:lnTo>
                  <a:pt x="1805766" y="1909805"/>
                </a:lnTo>
                <a:lnTo>
                  <a:pt x="1800554" y="1924733"/>
                </a:lnTo>
                <a:lnTo>
                  <a:pt x="1785896" y="1927388"/>
                </a:lnTo>
                <a:lnTo>
                  <a:pt x="1772868" y="1939661"/>
                </a:lnTo>
                <a:lnTo>
                  <a:pt x="1755604" y="1965205"/>
                </a:lnTo>
                <a:lnTo>
                  <a:pt x="1785896" y="1943642"/>
                </a:lnTo>
                <a:lnTo>
                  <a:pt x="1812281" y="1931368"/>
                </a:lnTo>
                <a:lnTo>
                  <a:pt x="1833453" y="1927388"/>
                </a:lnTo>
                <a:lnTo>
                  <a:pt x="1848110" y="1928714"/>
                </a:lnTo>
                <a:lnTo>
                  <a:pt x="1856254" y="1943642"/>
                </a:lnTo>
                <a:lnTo>
                  <a:pt x="1845505" y="1952930"/>
                </a:lnTo>
                <a:lnTo>
                  <a:pt x="1826939" y="1961224"/>
                </a:lnTo>
                <a:lnTo>
                  <a:pt x="1832150" y="1970513"/>
                </a:lnTo>
                <a:lnTo>
                  <a:pt x="1845505" y="1965205"/>
                </a:lnTo>
                <a:lnTo>
                  <a:pt x="1844202" y="1977148"/>
                </a:lnTo>
                <a:lnTo>
                  <a:pt x="1850716" y="2004350"/>
                </a:lnTo>
                <a:lnTo>
                  <a:pt x="1869283" y="2018947"/>
                </a:lnTo>
                <a:lnTo>
                  <a:pt x="1886547" y="2021600"/>
                </a:lnTo>
                <a:lnTo>
                  <a:pt x="1895667" y="2016292"/>
                </a:lnTo>
                <a:lnTo>
                  <a:pt x="1903810" y="2018947"/>
                </a:lnTo>
                <a:lnTo>
                  <a:pt x="1905113" y="2033874"/>
                </a:lnTo>
                <a:lnTo>
                  <a:pt x="1877426" y="2043163"/>
                </a:lnTo>
                <a:lnTo>
                  <a:pt x="1853322" y="2055437"/>
                </a:lnTo>
                <a:lnTo>
                  <a:pt x="1841596" y="2070366"/>
                </a:lnTo>
                <a:lnTo>
                  <a:pt x="1829544" y="2074346"/>
                </a:lnTo>
                <a:lnTo>
                  <a:pt x="1821727" y="2067711"/>
                </a:lnTo>
                <a:lnTo>
                  <a:pt x="1821727" y="2052784"/>
                </a:lnTo>
                <a:lnTo>
                  <a:pt x="1832150" y="2043163"/>
                </a:lnTo>
                <a:lnTo>
                  <a:pt x="1844202" y="2033874"/>
                </a:lnTo>
                <a:lnTo>
                  <a:pt x="1836385" y="2025912"/>
                </a:lnTo>
                <a:lnTo>
                  <a:pt x="1812281" y="2036529"/>
                </a:lnTo>
                <a:lnTo>
                  <a:pt x="1803161" y="2031221"/>
                </a:lnTo>
                <a:lnTo>
                  <a:pt x="1803161" y="2046149"/>
                </a:lnTo>
                <a:lnTo>
                  <a:pt x="1779383" y="2052784"/>
                </a:lnTo>
                <a:lnTo>
                  <a:pt x="1764725" y="2064726"/>
                </a:lnTo>
                <a:lnTo>
                  <a:pt x="1752998" y="2067711"/>
                </a:lnTo>
                <a:lnTo>
                  <a:pt x="1740946" y="2086289"/>
                </a:lnTo>
                <a:lnTo>
                  <a:pt x="1740946" y="2097236"/>
                </a:lnTo>
                <a:lnTo>
                  <a:pt x="1748764" y="2118798"/>
                </a:lnTo>
                <a:lnTo>
                  <a:pt x="1728894" y="2125433"/>
                </a:lnTo>
                <a:lnTo>
                  <a:pt x="1702510" y="2128088"/>
                </a:lnTo>
                <a:lnTo>
                  <a:pt x="1681339" y="2145670"/>
                </a:lnTo>
                <a:lnTo>
                  <a:pt x="1686550" y="2149650"/>
                </a:lnTo>
                <a:lnTo>
                  <a:pt x="1683944" y="2164578"/>
                </a:lnTo>
                <a:lnTo>
                  <a:pt x="1672218" y="2182160"/>
                </a:lnTo>
                <a:lnTo>
                  <a:pt x="1667006" y="2191449"/>
                </a:lnTo>
                <a:lnTo>
                  <a:pt x="1657561" y="2206377"/>
                </a:lnTo>
                <a:lnTo>
                  <a:pt x="1645508" y="2206377"/>
                </a:lnTo>
                <a:lnTo>
                  <a:pt x="1642903" y="2218652"/>
                </a:lnTo>
                <a:lnTo>
                  <a:pt x="1651046" y="2227940"/>
                </a:lnTo>
                <a:lnTo>
                  <a:pt x="1654954" y="2252157"/>
                </a:lnTo>
                <a:lnTo>
                  <a:pt x="1645508" y="2271066"/>
                </a:lnTo>
                <a:lnTo>
                  <a:pt x="1621730" y="2283339"/>
                </a:lnTo>
                <a:lnTo>
                  <a:pt x="1615215" y="2292629"/>
                </a:lnTo>
                <a:lnTo>
                  <a:pt x="1606095" y="2292629"/>
                </a:lnTo>
                <a:lnTo>
                  <a:pt x="1595346" y="2307556"/>
                </a:lnTo>
                <a:lnTo>
                  <a:pt x="1565053" y="2331773"/>
                </a:lnTo>
                <a:lnTo>
                  <a:pt x="1555608" y="2355990"/>
                </a:lnTo>
                <a:lnTo>
                  <a:pt x="1559517" y="2377553"/>
                </a:lnTo>
                <a:lnTo>
                  <a:pt x="1570265" y="2401770"/>
                </a:lnTo>
                <a:lnTo>
                  <a:pt x="1567660" y="2407077"/>
                </a:lnTo>
                <a:lnTo>
                  <a:pt x="1579386" y="2434280"/>
                </a:lnTo>
                <a:lnTo>
                  <a:pt x="1579386" y="2455842"/>
                </a:lnTo>
                <a:lnTo>
                  <a:pt x="1571568" y="2470439"/>
                </a:lnTo>
                <a:lnTo>
                  <a:pt x="1562448" y="2471766"/>
                </a:lnTo>
                <a:lnTo>
                  <a:pt x="1558213" y="2458497"/>
                </a:lnTo>
                <a:lnTo>
                  <a:pt x="1550396" y="2455842"/>
                </a:lnTo>
                <a:lnTo>
                  <a:pt x="1546487" y="2435607"/>
                </a:lnTo>
                <a:lnTo>
                  <a:pt x="1538344" y="2435607"/>
                </a:lnTo>
                <a:lnTo>
                  <a:pt x="1531829" y="2416698"/>
                </a:lnTo>
                <a:lnTo>
                  <a:pt x="1535739" y="2397789"/>
                </a:lnTo>
                <a:lnTo>
                  <a:pt x="1517171" y="2374899"/>
                </a:lnTo>
                <a:lnTo>
                  <a:pt x="1508051" y="2370918"/>
                </a:lnTo>
                <a:lnTo>
                  <a:pt x="1488182" y="2380207"/>
                </a:lnTo>
                <a:lnTo>
                  <a:pt x="1472222" y="2362625"/>
                </a:lnTo>
                <a:lnTo>
                  <a:pt x="1457889" y="2362625"/>
                </a:lnTo>
                <a:lnTo>
                  <a:pt x="1445838" y="2368265"/>
                </a:lnTo>
                <a:lnTo>
                  <a:pt x="1427271" y="2365610"/>
                </a:lnTo>
                <a:lnTo>
                  <a:pt x="1419453" y="2374899"/>
                </a:lnTo>
                <a:lnTo>
                  <a:pt x="1395675" y="2392482"/>
                </a:lnTo>
                <a:lnTo>
                  <a:pt x="1386229" y="2389827"/>
                </a:lnTo>
                <a:lnTo>
                  <a:pt x="1374504" y="2377553"/>
                </a:lnTo>
                <a:lnTo>
                  <a:pt x="1367663" y="2382860"/>
                </a:lnTo>
                <a:lnTo>
                  <a:pt x="1343885" y="2377553"/>
                </a:lnTo>
                <a:lnTo>
                  <a:pt x="1329227" y="2382860"/>
                </a:lnTo>
                <a:lnTo>
                  <a:pt x="1309358" y="2399115"/>
                </a:lnTo>
                <a:lnTo>
                  <a:pt x="1285580" y="2414044"/>
                </a:lnTo>
                <a:lnTo>
                  <a:pt x="1276460" y="2434280"/>
                </a:lnTo>
                <a:lnTo>
                  <a:pt x="1284277" y="2455842"/>
                </a:lnTo>
                <a:lnTo>
                  <a:pt x="1281671" y="2462477"/>
                </a:lnTo>
                <a:lnTo>
                  <a:pt x="1276460" y="2471766"/>
                </a:lnTo>
                <a:lnTo>
                  <a:pt x="1273853" y="2486694"/>
                </a:lnTo>
                <a:lnTo>
                  <a:pt x="1272550" y="2506930"/>
                </a:lnTo>
                <a:lnTo>
                  <a:pt x="1272550" y="2513565"/>
                </a:lnTo>
                <a:lnTo>
                  <a:pt x="1269945" y="2519204"/>
                </a:lnTo>
                <a:lnTo>
                  <a:pt x="1273853" y="2538113"/>
                </a:lnTo>
                <a:lnTo>
                  <a:pt x="1276460" y="2543421"/>
                </a:lnTo>
                <a:lnTo>
                  <a:pt x="1281671" y="2556690"/>
                </a:lnTo>
                <a:lnTo>
                  <a:pt x="1291118" y="2567638"/>
                </a:lnTo>
                <a:lnTo>
                  <a:pt x="1296329" y="2571618"/>
                </a:lnTo>
                <a:lnTo>
                  <a:pt x="1297631" y="2581239"/>
                </a:lnTo>
                <a:lnTo>
                  <a:pt x="1300238" y="2583893"/>
                </a:lnTo>
                <a:lnTo>
                  <a:pt x="1305449" y="2593182"/>
                </a:lnTo>
                <a:lnTo>
                  <a:pt x="1317501" y="2593182"/>
                </a:lnTo>
                <a:lnTo>
                  <a:pt x="1324016" y="2598489"/>
                </a:lnTo>
                <a:lnTo>
                  <a:pt x="1329227" y="2604129"/>
                </a:lnTo>
                <a:lnTo>
                  <a:pt x="1341279" y="2601475"/>
                </a:lnTo>
                <a:lnTo>
                  <a:pt x="1345188" y="2598489"/>
                </a:lnTo>
                <a:lnTo>
                  <a:pt x="1357240" y="2598489"/>
                </a:lnTo>
                <a:lnTo>
                  <a:pt x="1365058" y="2593182"/>
                </a:lnTo>
                <a:lnTo>
                  <a:pt x="1374504" y="2593182"/>
                </a:lnTo>
                <a:lnTo>
                  <a:pt x="1377109" y="2598489"/>
                </a:lnTo>
                <a:lnTo>
                  <a:pt x="1381018" y="2598489"/>
                </a:lnTo>
                <a:lnTo>
                  <a:pt x="1386229" y="2593182"/>
                </a:lnTo>
                <a:lnTo>
                  <a:pt x="1383624" y="2589200"/>
                </a:lnTo>
                <a:lnTo>
                  <a:pt x="1391441" y="2583893"/>
                </a:lnTo>
                <a:lnTo>
                  <a:pt x="1392744" y="2581239"/>
                </a:lnTo>
                <a:lnTo>
                  <a:pt x="1395675" y="2574273"/>
                </a:lnTo>
                <a:lnTo>
                  <a:pt x="1400887" y="2568965"/>
                </a:lnTo>
                <a:lnTo>
                  <a:pt x="1398282" y="2567638"/>
                </a:lnTo>
                <a:lnTo>
                  <a:pt x="1400887" y="2555363"/>
                </a:lnTo>
                <a:lnTo>
                  <a:pt x="1400887" y="2550056"/>
                </a:lnTo>
                <a:lnTo>
                  <a:pt x="1404796" y="2547402"/>
                </a:lnTo>
                <a:lnTo>
                  <a:pt x="1412614" y="2544748"/>
                </a:lnTo>
                <a:lnTo>
                  <a:pt x="1422060" y="2543421"/>
                </a:lnTo>
                <a:lnTo>
                  <a:pt x="1431180" y="2540767"/>
                </a:lnTo>
                <a:lnTo>
                  <a:pt x="1440626" y="2538113"/>
                </a:lnTo>
                <a:lnTo>
                  <a:pt x="1454958" y="2543421"/>
                </a:lnTo>
                <a:lnTo>
                  <a:pt x="1460495" y="2540767"/>
                </a:lnTo>
                <a:lnTo>
                  <a:pt x="1463101" y="2543421"/>
                </a:lnTo>
                <a:lnTo>
                  <a:pt x="1463101" y="2547402"/>
                </a:lnTo>
                <a:lnTo>
                  <a:pt x="1460495" y="2555363"/>
                </a:lnTo>
                <a:lnTo>
                  <a:pt x="1454958" y="2559676"/>
                </a:lnTo>
                <a:lnTo>
                  <a:pt x="1452352" y="2564983"/>
                </a:lnTo>
                <a:lnTo>
                  <a:pt x="1451049" y="2571618"/>
                </a:lnTo>
                <a:lnTo>
                  <a:pt x="1445838" y="2576927"/>
                </a:lnTo>
                <a:lnTo>
                  <a:pt x="1452352" y="2576927"/>
                </a:lnTo>
                <a:lnTo>
                  <a:pt x="1445838" y="2598489"/>
                </a:lnTo>
                <a:lnTo>
                  <a:pt x="1436717" y="2598489"/>
                </a:lnTo>
                <a:lnTo>
                  <a:pt x="1440626" y="2601475"/>
                </a:lnTo>
                <a:lnTo>
                  <a:pt x="1440626" y="2605455"/>
                </a:lnTo>
                <a:lnTo>
                  <a:pt x="1436717" y="2613417"/>
                </a:lnTo>
                <a:lnTo>
                  <a:pt x="1439323" y="2617398"/>
                </a:lnTo>
                <a:lnTo>
                  <a:pt x="1436717" y="2632327"/>
                </a:lnTo>
                <a:lnTo>
                  <a:pt x="1433786" y="2637634"/>
                </a:lnTo>
                <a:lnTo>
                  <a:pt x="1428574" y="2640287"/>
                </a:lnTo>
                <a:lnTo>
                  <a:pt x="1427271" y="2647254"/>
                </a:lnTo>
                <a:lnTo>
                  <a:pt x="1431180" y="2649909"/>
                </a:lnTo>
                <a:lnTo>
                  <a:pt x="1433786" y="2647254"/>
                </a:lnTo>
                <a:lnTo>
                  <a:pt x="1439323" y="2649909"/>
                </a:lnTo>
                <a:lnTo>
                  <a:pt x="1448443" y="2644601"/>
                </a:lnTo>
                <a:lnTo>
                  <a:pt x="1451049" y="2647254"/>
                </a:lnTo>
                <a:lnTo>
                  <a:pt x="1452352" y="2647254"/>
                </a:lnTo>
                <a:lnTo>
                  <a:pt x="1460495" y="2649909"/>
                </a:lnTo>
                <a:lnTo>
                  <a:pt x="1469616" y="2647254"/>
                </a:lnTo>
                <a:lnTo>
                  <a:pt x="1481668" y="2644601"/>
                </a:lnTo>
                <a:lnTo>
                  <a:pt x="1486880" y="2647254"/>
                </a:lnTo>
                <a:lnTo>
                  <a:pt x="1493393" y="2644601"/>
                </a:lnTo>
                <a:lnTo>
                  <a:pt x="1500234" y="2647254"/>
                </a:lnTo>
                <a:lnTo>
                  <a:pt x="1508051" y="2647254"/>
                </a:lnTo>
                <a:lnTo>
                  <a:pt x="1511960" y="2652562"/>
                </a:lnTo>
                <a:lnTo>
                  <a:pt x="1510657" y="2653889"/>
                </a:lnTo>
                <a:lnTo>
                  <a:pt x="1511960" y="2656543"/>
                </a:lnTo>
                <a:lnTo>
                  <a:pt x="1522709" y="2659197"/>
                </a:lnTo>
                <a:lnTo>
                  <a:pt x="1526618" y="2661851"/>
                </a:lnTo>
                <a:lnTo>
                  <a:pt x="1522709" y="2664504"/>
                </a:lnTo>
                <a:lnTo>
                  <a:pt x="1526618" y="2676779"/>
                </a:lnTo>
                <a:lnTo>
                  <a:pt x="1522709" y="2680759"/>
                </a:lnTo>
                <a:lnTo>
                  <a:pt x="1520104" y="2690381"/>
                </a:lnTo>
                <a:lnTo>
                  <a:pt x="1520104" y="2710616"/>
                </a:lnTo>
                <a:lnTo>
                  <a:pt x="1517171" y="2713270"/>
                </a:lnTo>
                <a:lnTo>
                  <a:pt x="1517171" y="2719905"/>
                </a:lnTo>
                <a:lnTo>
                  <a:pt x="1517171" y="2722558"/>
                </a:lnTo>
                <a:lnTo>
                  <a:pt x="1514566" y="2729525"/>
                </a:lnTo>
                <a:lnTo>
                  <a:pt x="1514566" y="2734833"/>
                </a:lnTo>
                <a:lnTo>
                  <a:pt x="1517171" y="2737486"/>
                </a:lnTo>
                <a:lnTo>
                  <a:pt x="1522709" y="2744121"/>
                </a:lnTo>
                <a:lnTo>
                  <a:pt x="1526618" y="2753742"/>
                </a:lnTo>
                <a:lnTo>
                  <a:pt x="1534436" y="2759050"/>
                </a:lnTo>
                <a:lnTo>
                  <a:pt x="1535739" y="2761703"/>
                </a:lnTo>
                <a:lnTo>
                  <a:pt x="1541275" y="2763030"/>
                </a:lnTo>
                <a:lnTo>
                  <a:pt x="1541275" y="2770992"/>
                </a:lnTo>
                <a:lnTo>
                  <a:pt x="1546487" y="2773978"/>
                </a:lnTo>
                <a:lnTo>
                  <a:pt x="1550396" y="2770992"/>
                </a:lnTo>
                <a:lnTo>
                  <a:pt x="1555608" y="2775305"/>
                </a:lnTo>
                <a:lnTo>
                  <a:pt x="1559517" y="2775305"/>
                </a:lnTo>
                <a:lnTo>
                  <a:pt x="1567660" y="2773978"/>
                </a:lnTo>
                <a:lnTo>
                  <a:pt x="1570265" y="2770992"/>
                </a:lnTo>
                <a:lnTo>
                  <a:pt x="1579386" y="2765685"/>
                </a:lnTo>
                <a:lnTo>
                  <a:pt x="1588832" y="2761703"/>
                </a:lnTo>
                <a:lnTo>
                  <a:pt x="1597952" y="2761703"/>
                </a:lnTo>
                <a:lnTo>
                  <a:pt x="1597952" y="2763030"/>
                </a:lnTo>
                <a:lnTo>
                  <a:pt x="1606095" y="2763030"/>
                </a:lnTo>
                <a:lnTo>
                  <a:pt x="1615215" y="2765685"/>
                </a:lnTo>
                <a:lnTo>
                  <a:pt x="1621730" y="2773978"/>
                </a:lnTo>
                <a:lnTo>
                  <a:pt x="1627268" y="2777958"/>
                </a:lnTo>
                <a:lnTo>
                  <a:pt x="1638993" y="2787247"/>
                </a:lnTo>
                <a:lnTo>
                  <a:pt x="1638993" y="2777958"/>
                </a:lnTo>
                <a:lnTo>
                  <a:pt x="1653651" y="2763030"/>
                </a:lnTo>
                <a:lnTo>
                  <a:pt x="1654954" y="2763030"/>
                </a:lnTo>
                <a:lnTo>
                  <a:pt x="1660166" y="2744121"/>
                </a:lnTo>
                <a:lnTo>
                  <a:pt x="1669612" y="2732179"/>
                </a:lnTo>
                <a:lnTo>
                  <a:pt x="1677429" y="2734833"/>
                </a:lnTo>
                <a:lnTo>
                  <a:pt x="1683944" y="2729525"/>
                </a:lnTo>
                <a:lnTo>
                  <a:pt x="1698602" y="2729525"/>
                </a:lnTo>
                <a:lnTo>
                  <a:pt x="1728894" y="2710616"/>
                </a:lnTo>
                <a:lnTo>
                  <a:pt x="1731826" y="2719905"/>
                </a:lnTo>
                <a:lnTo>
                  <a:pt x="1722380" y="2725213"/>
                </a:lnTo>
                <a:lnTo>
                  <a:pt x="1726289" y="2738813"/>
                </a:lnTo>
                <a:lnTo>
                  <a:pt x="1717168" y="2756395"/>
                </a:lnTo>
                <a:lnTo>
                  <a:pt x="1728894" y="2770992"/>
                </a:lnTo>
                <a:lnTo>
                  <a:pt x="1737037" y="2765685"/>
                </a:lnTo>
                <a:lnTo>
                  <a:pt x="1737037" y="2756395"/>
                </a:lnTo>
                <a:lnTo>
                  <a:pt x="1728894" y="2741468"/>
                </a:lnTo>
                <a:lnTo>
                  <a:pt x="1731826" y="2734833"/>
                </a:lnTo>
                <a:lnTo>
                  <a:pt x="1755604" y="2726540"/>
                </a:lnTo>
                <a:lnTo>
                  <a:pt x="1750067" y="2719905"/>
                </a:lnTo>
                <a:lnTo>
                  <a:pt x="1755604" y="2713270"/>
                </a:lnTo>
                <a:lnTo>
                  <a:pt x="1762118" y="2726540"/>
                </a:lnTo>
                <a:lnTo>
                  <a:pt x="1774171" y="2726540"/>
                </a:lnTo>
                <a:lnTo>
                  <a:pt x="1781988" y="2732179"/>
                </a:lnTo>
                <a:lnTo>
                  <a:pt x="1785896" y="2744121"/>
                </a:lnTo>
                <a:lnTo>
                  <a:pt x="1820424" y="2741468"/>
                </a:lnTo>
                <a:lnTo>
                  <a:pt x="1826939" y="2749430"/>
                </a:lnTo>
                <a:lnTo>
                  <a:pt x="1845505" y="2751088"/>
                </a:lnTo>
                <a:lnTo>
                  <a:pt x="1856254" y="2744121"/>
                </a:lnTo>
                <a:lnTo>
                  <a:pt x="1881335" y="2738813"/>
                </a:lnTo>
                <a:lnTo>
                  <a:pt x="1880032" y="2746775"/>
                </a:lnTo>
                <a:lnTo>
                  <a:pt x="1889152" y="2759050"/>
                </a:lnTo>
                <a:lnTo>
                  <a:pt x="1895667" y="2753742"/>
                </a:lnTo>
                <a:lnTo>
                  <a:pt x="1903810" y="2756395"/>
                </a:lnTo>
                <a:lnTo>
                  <a:pt x="1915536" y="2763030"/>
                </a:lnTo>
                <a:lnTo>
                  <a:pt x="1905113" y="2780612"/>
                </a:lnTo>
                <a:lnTo>
                  <a:pt x="1916839" y="2777958"/>
                </a:lnTo>
                <a:lnTo>
                  <a:pt x="1928891" y="2780612"/>
                </a:lnTo>
                <a:lnTo>
                  <a:pt x="1943549" y="2787247"/>
                </a:lnTo>
                <a:lnTo>
                  <a:pt x="1955275" y="2799522"/>
                </a:lnTo>
                <a:lnTo>
                  <a:pt x="1955275" y="2807483"/>
                </a:lnTo>
                <a:lnTo>
                  <a:pt x="1964720" y="2811464"/>
                </a:lnTo>
                <a:lnTo>
                  <a:pt x="1979053" y="2826392"/>
                </a:lnTo>
                <a:lnTo>
                  <a:pt x="2012277" y="2826392"/>
                </a:lnTo>
                <a:lnTo>
                  <a:pt x="2014883" y="2823738"/>
                </a:lnTo>
                <a:lnTo>
                  <a:pt x="2034752" y="2829046"/>
                </a:lnTo>
                <a:lnTo>
                  <a:pt x="2050713" y="2834354"/>
                </a:lnTo>
                <a:lnTo>
                  <a:pt x="2067976" y="2847955"/>
                </a:lnTo>
                <a:lnTo>
                  <a:pt x="2074491" y="2860229"/>
                </a:lnTo>
                <a:lnTo>
                  <a:pt x="2083611" y="2862883"/>
                </a:lnTo>
                <a:lnTo>
                  <a:pt x="2083611" y="2874826"/>
                </a:lnTo>
                <a:lnTo>
                  <a:pt x="2095664" y="2899042"/>
                </a:lnTo>
                <a:lnTo>
                  <a:pt x="2103481" y="2902028"/>
                </a:lnTo>
                <a:lnTo>
                  <a:pt x="2103481" y="2911316"/>
                </a:lnTo>
                <a:lnTo>
                  <a:pt x="2089149" y="2928898"/>
                </a:lnTo>
                <a:lnTo>
                  <a:pt x="2079703" y="2935533"/>
                </a:lnTo>
                <a:lnTo>
                  <a:pt x="2067976" y="2959750"/>
                </a:lnTo>
                <a:lnTo>
                  <a:pt x="2089149" y="2947808"/>
                </a:lnTo>
                <a:lnTo>
                  <a:pt x="2089149" y="2943826"/>
                </a:lnTo>
                <a:lnTo>
                  <a:pt x="2094360" y="2932879"/>
                </a:lnTo>
                <a:lnTo>
                  <a:pt x="2107389" y="2935533"/>
                </a:lnTo>
                <a:lnTo>
                  <a:pt x="2118138" y="2932879"/>
                </a:lnTo>
                <a:lnTo>
                  <a:pt x="2131493" y="2935533"/>
                </a:lnTo>
                <a:lnTo>
                  <a:pt x="2130190" y="2945153"/>
                </a:lnTo>
                <a:lnTo>
                  <a:pt x="2122047" y="2957096"/>
                </a:lnTo>
                <a:lnTo>
                  <a:pt x="2094360" y="2962403"/>
                </a:lnTo>
                <a:lnTo>
                  <a:pt x="2089149" y="2957096"/>
                </a:lnTo>
                <a:lnTo>
                  <a:pt x="2091754" y="2962403"/>
                </a:lnTo>
                <a:lnTo>
                  <a:pt x="2106087" y="2965390"/>
                </a:lnTo>
                <a:lnTo>
                  <a:pt x="2119442" y="2965390"/>
                </a:lnTo>
                <a:lnTo>
                  <a:pt x="2131493" y="2955770"/>
                </a:lnTo>
                <a:lnTo>
                  <a:pt x="2136705" y="2943826"/>
                </a:lnTo>
                <a:lnTo>
                  <a:pt x="2151362" y="2940841"/>
                </a:lnTo>
                <a:lnTo>
                  <a:pt x="2163089" y="2950461"/>
                </a:lnTo>
                <a:lnTo>
                  <a:pt x="2193707" y="2959750"/>
                </a:lnTo>
                <a:lnTo>
                  <a:pt x="2201525" y="2972024"/>
                </a:lnTo>
                <a:lnTo>
                  <a:pt x="2208040" y="2977332"/>
                </a:lnTo>
                <a:lnTo>
                  <a:pt x="2217486" y="2972024"/>
                </a:lnTo>
                <a:lnTo>
                  <a:pt x="2234749" y="2979985"/>
                </a:lnTo>
                <a:lnTo>
                  <a:pt x="2255921" y="2983967"/>
                </a:lnTo>
                <a:lnTo>
                  <a:pt x="2277093" y="2981313"/>
                </a:lnTo>
                <a:lnTo>
                  <a:pt x="2303477" y="2996240"/>
                </a:lnTo>
                <a:lnTo>
                  <a:pt x="2327255" y="3017804"/>
                </a:lnTo>
                <a:lnTo>
                  <a:pt x="2333770" y="3020457"/>
                </a:lnTo>
                <a:lnTo>
                  <a:pt x="2345821" y="3020457"/>
                </a:lnTo>
                <a:lnTo>
                  <a:pt x="2356245" y="3023112"/>
                </a:lnTo>
                <a:lnTo>
                  <a:pt x="2360479" y="3030077"/>
                </a:lnTo>
                <a:lnTo>
                  <a:pt x="2368297" y="3059602"/>
                </a:lnTo>
                <a:lnTo>
                  <a:pt x="2368297" y="3071877"/>
                </a:lnTo>
                <a:lnTo>
                  <a:pt x="2360479" y="3090454"/>
                </a:lnTo>
                <a:lnTo>
                  <a:pt x="2339307" y="3117656"/>
                </a:lnTo>
                <a:lnTo>
                  <a:pt x="2329861" y="3125618"/>
                </a:lnTo>
                <a:lnTo>
                  <a:pt x="2318135" y="3147181"/>
                </a:lnTo>
                <a:lnTo>
                  <a:pt x="2306083" y="3162108"/>
                </a:lnTo>
                <a:lnTo>
                  <a:pt x="2298266" y="3163436"/>
                </a:lnTo>
                <a:lnTo>
                  <a:pt x="2294031" y="3174052"/>
                </a:lnTo>
                <a:lnTo>
                  <a:pt x="2296636" y="3183672"/>
                </a:lnTo>
                <a:lnTo>
                  <a:pt x="2294031" y="3192960"/>
                </a:lnTo>
                <a:lnTo>
                  <a:pt x="2296636" y="3216514"/>
                </a:lnTo>
                <a:lnTo>
                  <a:pt x="2291426" y="3239735"/>
                </a:lnTo>
                <a:lnTo>
                  <a:pt x="2288819" y="3253004"/>
                </a:lnTo>
                <a:lnTo>
                  <a:pt x="2284911" y="3259639"/>
                </a:lnTo>
                <a:lnTo>
                  <a:pt x="2282305" y="3279544"/>
                </a:lnTo>
                <a:lnTo>
                  <a:pt x="2270253" y="3306083"/>
                </a:lnTo>
                <a:lnTo>
                  <a:pt x="2262435" y="3309400"/>
                </a:lnTo>
                <a:lnTo>
                  <a:pt x="2258527" y="3322669"/>
                </a:lnTo>
                <a:lnTo>
                  <a:pt x="2261133" y="3332621"/>
                </a:lnTo>
                <a:lnTo>
                  <a:pt x="2243869" y="3342573"/>
                </a:lnTo>
                <a:lnTo>
                  <a:pt x="2238657" y="3349208"/>
                </a:lnTo>
                <a:lnTo>
                  <a:pt x="2214879" y="3349208"/>
                </a:lnTo>
                <a:lnTo>
                  <a:pt x="2210645" y="3349208"/>
                </a:lnTo>
                <a:lnTo>
                  <a:pt x="2196313" y="3349208"/>
                </a:lnTo>
                <a:lnTo>
                  <a:pt x="2193707" y="3355843"/>
                </a:lnTo>
                <a:lnTo>
                  <a:pt x="2175140" y="3365795"/>
                </a:lnTo>
                <a:lnTo>
                  <a:pt x="2155271" y="3375747"/>
                </a:lnTo>
                <a:lnTo>
                  <a:pt x="2136705" y="3389017"/>
                </a:lnTo>
                <a:lnTo>
                  <a:pt x="2127259" y="3405603"/>
                </a:lnTo>
                <a:lnTo>
                  <a:pt x="2127259" y="3442094"/>
                </a:lnTo>
                <a:lnTo>
                  <a:pt x="2122047" y="3458681"/>
                </a:lnTo>
                <a:lnTo>
                  <a:pt x="2112927" y="3465316"/>
                </a:lnTo>
                <a:lnTo>
                  <a:pt x="2100875" y="3485220"/>
                </a:lnTo>
                <a:lnTo>
                  <a:pt x="2098269" y="3495172"/>
                </a:lnTo>
                <a:lnTo>
                  <a:pt x="2091754" y="3498489"/>
                </a:lnTo>
                <a:lnTo>
                  <a:pt x="2083611" y="3491854"/>
                </a:lnTo>
                <a:lnTo>
                  <a:pt x="2074491" y="3508441"/>
                </a:lnTo>
                <a:lnTo>
                  <a:pt x="2070583" y="3508441"/>
                </a:lnTo>
                <a:lnTo>
                  <a:pt x="2065045" y="3534980"/>
                </a:lnTo>
                <a:lnTo>
                  <a:pt x="2055925" y="3564837"/>
                </a:lnTo>
                <a:lnTo>
                  <a:pt x="2043872" y="3564837"/>
                </a:lnTo>
                <a:lnTo>
                  <a:pt x="2032147" y="3591375"/>
                </a:lnTo>
                <a:lnTo>
                  <a:pt x="2020094" y="3591375"/>
                </a:lnTo>
                <a:lnTo>
                  <a:pt x="2003156" y="3591375"/>
                </a:lnTo>
                <a:lnTo>
                  <a:pt x="1996316" y="3591375"/>
                </a:lnTo>
                <a:lnTo>
                  <a:pt x="1979053" y="3578106"/>
                </a:lnTo>
                <a:lnTo>
                  <a:pt x="1967327" y="3578106"/>
                </a:lnTo>
                <a:lnTo>
                  <a:pt x="1957881" y="3578106"/>
                </a:lnTo>
                <a:lnTo>
                  <a:pt x="1960487" y="3534980"/>
                </a:lnTo>
                <a:lnTo>
                  <a:pt x="1952669" y="3564837"/>
                </a:lnTo>
                <a:lnTo>
                  <a:pt x="1955275" y="3578106"/>
                </a:lnTo>
                <a:lnTo>
                  <a:pt x="1975144" y="3604645"/>
                </a:lnTo>
                <a:lnTo>
                  <a:pt x="1979053" y="3617914"/>
                </a:lnTo>
                <a:lnTo>
                  <a:pt x="1987196" y="3631184"/>
                </a:lnTo>
                <a:lnTo>
                  <a:pt x="1972539" y="3657722"/>
                </a:lnTo>
                <a:lnTo>
                  <a:pt x="1946154" y="3670992"/>
                </a:lnTo>
                <a:lnTo>
                  <a:pt x="1915536" y="3684261"/>
                </a:lnTo>
                <a:lnTo>
                  <a:pt x="1893061" y="3684261"/>
                </a:lnTo>
                <a:lnTo>
                  <a:pt x="1893061" y="3697531"/>
                </a:lnTo>
                <a:lnTo>
                  <a:pt x="1886547" y="3710801"/>
                </a:lnTo>
                <a:lnTo>
                  <a:pt x="1889152" y="3724070"/>
                </a:lnTo>
                <a:lnTo>
                  <a:pt x="1874494" y="3724070"/>
                </a:lnTo>
                <a:lnTo>
                  <a:pt x="1862768" y="3724070"/>
                </a:lnTo>
                <a:lnTo>
                  <a:pt x="1841596" y="3724070"/>
                </a:lnTo>
                <a:lnTo>
                  <a:pt x="1838990" y="3724070"/>
                </a:lnTo>
                <a:lnTo>
                  <a:pt x="1844202" y="3750608"/>
                </a:lnTo>
                <a:lnTo>
                  <a:pt x="1850716" y="3750608"/>
                </a:lnTo>
                <a:lnTo>
                  <a:pt x="1865374" y="3750608"/>
                </a:lnTo>
                <a:lnTo>
                  <a:pt x="1865374" y="3780465"/>
                </a:lnTo>
                <a:lnTo>
                  <a:pt x="1848110" y="3780465"/>
                </a:lnTo>
                <a:lnTo>
                  <a:pt x="1836385" y="3793735"/>
                </a:lnTo>
                <a:lnTo>
                  <a:pt x="1838990" y="3807004"/>
                </a:lnTo>
                <a:lnTo>
                  <a:pt x="1829544" y="3820274"/>
                </a:lnTo>
                <a:lnTo>
                  <a:pt x="1808372" y="3833542"/>
                </a:lnTo>
                <a:lnTo>
                  <a:pt x="1796646" y="3860082"/>
                </a:lnTo>
                <a:lnTo>
                  <a:pt x="1800554" y="3873351"/>
                </a:lnTo>
                <a:lnTo>
                  <a:pt x="1812281" y="3873351"/>
                </a:lnTo>
                <a:lnTo>
                  <a:pt x="1829544" y="3886621"/>
                </a:lnTo>
                <a:lnTo>
                  <a:pt x="1824332" y="3899890"/>
                </a:lnTo>
                <a:lnTo>
                  <a:pt x="1805766" y="3913160"/>
                </a:lnTo>
                <a:lnTo>
                  <a:pt x="1794039" y="3939698"/>
                </a:lnTo>
                <a:lnTo>
                  <a:pt x="1794039" y="3952968"/>
                </a:lnTo>
                <a:lnTo>
                  <a:pt x="1774171" y="3966237"/>
                </a:lnTo>
                <a:lnTo>
                  <a:pt x="1769937" y="3979507"/>
                </a:lnTo>
                <a:lnTo>
                  <a:pt x="1772868" y="4006045"/>
                </a:lnTo>
                <a:lnTo>
                  <a:pt x="1781988" y="4019315"/>
                </a:lnTo>
                <a:lnTo>
                  <a:pt x="1769937" y="4019315"/>
                </a:lnTo>
                <a:lnTo>
                  <a:pt x="1764725" y="4019315"/>
                </a:lnTo>
                <a:lnTo>
                  <a:pt x="1758210" y="4019315"/>
                </a:lnTo>
                <a:lnTo>
                  <a:pt x="1740946" y="4032584"/>
                </a:lnTo>
                <a:lnTo>
                  <a:pt x="1738341" y="4062441"/>
                </a:lnTo>
                <a:lnTo>
                  <a:pt x="1731826" y="4062441"/>
                </a:lnTo>
                <a:lnTo>
                  <a:pt x="1717168" y="4062441"/>
                </a:lnTo>
                <a:lnTo>
                  <a:pt x="1713259" y="4049171"/>
                </a:lnTo>
                <a:lnTo>
                  <a:pt x="1731826" y="4049171"/>
                </a:lnTo>
                <a:lnTo>
                  <a:pt x="1731826" y="4032584"/>
                </a:lnTo>
                <a:lnTo>
                  <a:pt x="1713259" y="4049171"/>
                </a:lnTo>
                <a:lnTo>
                  <a:pt x="1702510" y="4049171"/>
                </a:lnTo>
                <a:lnTo>
                  <a:pt x="1702510" y="4032584"/>
                </a:lnTo>
                <a:lnTo>
                  <a:pt x="1690785" y="4019315"/>
                </a:lnTo>
                <a:lnTo>
                  <a:pt x="1693390" y="4019315"/>
                </a:lnTo>
                <a:lnTo>
                  <a:pt x="1681339" y="3979507"/>
                </a:lnTo>
                <a:lnTo>
                  <a:pt x="1683944" y="3979507"/>
                </a:lnTo>
                <a:lnTo>
                  <a:pt x="1678732" y="3952968"/>
                </a:lnTo>
                <a:lnTo>
                  <a:pt x="1678732" y="3913160"/>
                </a:lnTo>
                <a:lnTo>
                  <a:pt x="1683944" y="3913160"/>
                </a:lnTo>
                <a:lnTo>
                  <a:pt x="1686550" y="3899890"/>
                </a:lnTo>
                <a:lnTo>
                  <a:pt x="1672218" y="3899890"/>
                </a:lnTo>
                <a:lnTo>
                  <a:pt x="1683944" y="3873351"/>
                </a:lnTo>
                <a:lnTo>
                  <a:pt x="1678732" y="3873351"/>
                </a:lnTo>
                <a:lnTo>
                  <a:pt x="1667006" y="3873351"/>
                </a:lnTo>
                <a:lnTo>
                  <a:pt x="1660166" y="3860082"/>
                </a:lnTo>
                <a:lnTo>
                  <a:pt x="1672218" y="3846812"/>
                </a:lnTo>
                <a:lnTo>
                  <a:pt x="1674824" y="3846812"/>
                </a:lnTo>
                <a:lnTo>
                  <a:pt x="1683944" y="3846812"/>
                </a:lnTo>
                <a:lnTo>
                  <a:pt x="1689482" y="3860082"/>
                </a:lnTo>
                <a:lnTo>
                  <a:pt x="1693390" y="3846812"/>
                </a:lnTo>
                <a:lnTo>
                  <a:pt x="1695996" y="3820274"/>
                </a:lnTo>
                <a:lnTo>
                  <a:pt x="1707722" y="3820274"/>
                </a:lnTo>
                <a:lnTo>
                  <a:pt x="1710654" y="3807004"/>
                </a:lnTo>
                <a:lnTo>
                  <a:pt x="1701208" y="3807004"/>
                </a:lnTo>
                <a:lnTo>
                  <a:pt x="1702510" y="3793735"/>
                </a:lnTo>
                <a:lnTo>
                  <a:pt x="1701208" y="3780465"/>
                </a:lnTo>
                <a:lnTo>
                  <a:pt x="1707722" y="3780465"/>
                </a:lnTo>
                <a:lnTo>
                  <a:pt x="1705116" y="3750608"/>
                </a:lnTo>
                <a:lnTo>
                  <a:pt x="1710654" y="3750608"/>
                </a:lnTo>
                <a:lnTo>
                  <a:pt x="1705116" y="3737340"/>
                </a:lnTo>
                <a:lnTo>
                  <a:pt x="1698602" y="3750608"/>
                </a:lnTo>
                <a:lnTo>
                  <a:pt x="1690785" y="3750608"/>
                </a:lnTo>
                <a:lnTo>
                  <a:pt x="1686550" y="3724070"/>
                </a:lnTo>
                <a:lnTo>
                  <a:pt x="1690785" y="3697531"/>
                </a:lnTo>
                <a:lnTo>
                  <a:pt x="1695996" y="3697531"/>
                </a:lnTo>
                <a:lnTo>
                  <a:pt x="1698602" y="3684261"/>
                </a:lnTo>
                <a:lnTo>
                  <a:pt x="1693390" y="3670992"/>
                </a:lnTo>
                <a:lnTo>
                  <a:pt x="1690785" y="3644454"/>
                </a:lnTo>
                <a:lnTo>
                  <a:pt x="1698602" y="3644454"/>
                </a:lnTo>
                <a:lnTo>
                  <a:pt x="1702510" y="3631184"/>
                </a:lnTo>
                <a:lnTo>
                  <a:pt x="1710654" y="3604645"/>
                </a:lnTo>
                <a:lnTo>
                  <a:pt x="1717168" y="3591375"/>
                </a:lnTo>
                <a:lnTo>
                  <a:pt x="1719774" y="3578106"/>
                </a:lnTo>
                <a:lnTo>
                  <a:pt x="1726289" y="3564837"/>
                </a:lnTo>
                <a:lnTo>
                  <a:pt x="1731826" y="3534980"/>
                </a:lnTo>
                <a:lnTo>
                  <a:pt x="1726289" y="3508441"/>
                </a:lnTo>
                <a:lnTo>
                  <a:pt x="1726289" y="3495172"/>
                </a:lnTo>
                <a:lnTo>
                  <a:pt x="1731826" y="3485220"/>
                </a:lnTo>
                <a:lnTo>
                  <a:pt x="1728894" y="3465316"/>
                </a:lnTo>
                <a:lnTo>
                  <a:pt x="1734432" y="3455364"/>
                </a:lnTo>
                <a:lnTo>
                  <a:pt x="1738341" y="3428825"/>
                </a:lnTo>
                <a:lnTo>
                  <a:pt x="1740946" y="3428825"/>
                </a:lnTo>
                <a:lnTo>
                  <a:pt x="1748764" y="3392334"/>
                </a:lnTo>
                <a:lnTo>
                  <a:pt x="1746158" y="3382382"/>
                </a:lnTo>
                <a:lnTo>
                  <a:pt x="1746158" y="3365795"/>
                </a:lnTo>
                <a:lnTo>
                  <a:pt x="1746158" y="3349208"/>
                </a:lnTo>
                <a:lnTo>
                  <a:pt x="1750067" y="3345891"/>
                </a:lnTo>
                <a:lnTo>
                  <a:pt x="1752998" y="3319351"/>
                </a:lnTo>
                <a:lnTo>
                  <a:pt x="1750067" y="3306083"/>
                </a:lnTo>
                <a:lnTo>
                  <a:pt x="1752998" y="3292813"/>
                </a:lnTo>
                <a:lnTo>
                  <a:pt x="1748764" y="3259639"/>
                </a:lnTo>
                <a:lnTo>
                  <a:pt x="1731826" y="3249687"/>
                </a:lnTo>
                <a:lnTo>
                  <a:pt x="1728894" y="3239735"/>
                </a:lnTo>
                <a:lnTo>
                  <a:pt x="1667006" y="3207889"/>
                </a:lnTo>
                <a:lnTo>
                  <a:pt x="1653651" y="3192960"/>
                </a:lnTo>
                <a:lnTo>
                  <a:pt x="1645508" y="3186325"/>
                </a:lnTo>
                <a:lnTo>
                  <a:pt x="1648440" y="3171398"/>
                </a:lnTo>
                <a:lnTo>
                  <a:pt x="1629873" y="3139219"/>
                </a:lnTo>
                <a:lnTo>
                  <a:pt x="1621730" y="3132253"/>
                </a:lnTo>
                <a:lnTo>
                  <a:pt x="1603164" y="3083819"/>
                </a:lnTo>
                <a:lnTo>
                  <a:pt x="1594044" y="3071877"/>
                </a:lnTo>
                <a:lnTo>
                  <a:pt x="1586226" y="3056949"/>
                </a:lnTo>
                <a:lnTo>
                  <a:pt x="1579386" y="3050314"/>
                </a:lnTo>
                <a:lnTo>
                  <a:pt x="1559517" y="3040694"/>
                </a:lnTo>
                <a:lnTo>
                  <a:pt x="1565053" y="3030077"/>
                </a:lnTo>
                <a:lnTo>
                  <a:pt x="1558213" y="3013823"/>
                </a:lnTo>
                <a:lnTo>
                  <a:pt x="1559517" y="3005530"/>
                </a:lnTo>
                <a:lnTo>
                  <a:pt x="1574174" y="2992260"/>
                </a:lnTo>
                <a:lnTo>
                  <a:pt x="1576780" y="2979985"/>
                </a:lnTo>
                <a:lnTo>
                  <a:pt x="1565053" y="2972024"/>
                </a:lnTo>
                <a:lnTo>
                  <a:pt x="1567660" y="2959750"/>
                </a:lnTo>
                <a:lnTo>
                  <a:pt x="1571568" y="2938187"/>
                </a:lnTo>
                <a:lnTo>
                  <a:pt x="1581991" y="2928898"/>
                </a:lnTo>
                <a:lnTo>
                  <a:pt x="1579386" y="2916624"/>
                </a:lnTo>
                <a:lnTo>
                  <a:pt x="1600558" y="2908663"/>
                </a:lnTo>
                <a:lnTo>
                  <a:pt x="1603164" y="2907336"/>
                </a:lnTo>
                <a:lnTo>
                  <a:pt x="1600558" y="2899042"/>
                </a:lnTo>
                <a:lnTo>
                  <a:pt x="1606095" y="2887099"/>
                </a:lnTo>
                <a:lnTo>
                  <a:pt x="1619125" y="2883119"/>
                </a:lnTo>
                <a:lnTo>
                  <a:pt x="1631176" y="2865537"/>
                </a:lnTo>
                <a:lnTo>
                  <a:pt x="1627268" y="2860229"/>
                </a:lnTo>
                <a:lnTo>
                  <a:pt x="1627268" y="2850609"/>
                </a:lnTo>
                <a:lnTo>
                  <a:pt x="1624337" y="2822411"/>
                </a:lnTo>
                <a:lnTo>
                  <a:pt x="1627268" y="2814117"/>
                </a:lnTo>
                <a:lnTo>
                  <a:pt x="1617822" y="2802175"/>
                </a:lnTo>
                <a:lnTo>
                  <a:pt x="1612610" y="2798195"/>
                </a:lnTo>
                <a:lnTo>
                  <a:pt x="1607398" y="2787247"/>
                </a:lnTo>
                <a:lnTo>
                  <a:pt x="1610004" y="2787247"/>
                </a:lnTo>
                <a:lnTo>
                  <a:pt x="1612610" y="2783267"/>
                </a:lnTo>
                <a:lnTo>
                  <a:pt x="1607398" y="2780612"/>
                </a:lnTo>
                <a:lnTo>
                  <a:pt x="1607398" y="2777958"/>
                </a:lnTo>
                <a:lnTo>
                  <a:pt x="1600558" y="2773978"/>
                </a:lnTo>
                <a:lnTo>
                  <a:pt x="1595346" y="2770992"/>
                </a:lnTo>
                <a:lnTo>
                  <a:pt x="1591438" y="2770992"/>
                </a:lnTo>
                <a:lnTo>
                  <a:pt x="1586226" y="2775305"/>
                </a:lnTo>
                <a:lnTo>
                  <a:pt x="1583621" y="2777958"/>
                </a:lnTo>
                <a:lnTo>
                  <a:pt x="1576780" y="2783267"/>
                </a:lnTo>
                <a:lnTo>
                  <a:pt x="1574174" y="2783267"/>
                </a:lnTo>
                <a:lnTo>
                  <a:pt x="1571568" y="2787247"/>
                </a:lnTo>
                <a:lnTo>
                  <a:pt x="1579386" y="2795540"/>
                </a:lnTo>
                <a:lnTo>
                  <a:pt x="1574174" y="2802175"/>
                </a:lnTo>
                <a:lnTo>
                  <a:pt x="1565053" y="2802175"/>
                </a:lnTo>
                <a:lnTo>
                  <a:pt x="1565053" y="2798195"/>
                </a:lnTo>
                <a:lnTo>
                  <a:pt x="1553002" y="2792555"/>
                </a:lnTo>
                <a:lnTo>
                  <a:pt x="1550396" y="2785920"/>
                </a:lnTo>
                <a:lnTo>
                  <a:pt x="1543882" y="2785920"/>
                </a:lnTo>
                <a:lnTo>
                  <a:pt x="1541275" y="2783267"/>
                </a:lnTo>
                <a:lnTo>
                  <a:pt x="1531829" y="2783267"/>
                </a:lnTo>
                <a:lnTo>
                  <a:pt x="1531829" y="2787247"/>
                </a:lnTo>
                <a:lnTo>
                  <a:pt x="1529224" y="2785920"/>
                </a:lnTo>
                <a:lnTo>
                  <a:pt x="1520104" y="2780612"/>
                </a:lnTo>
                <a:lnTo>
                  <a:pt x="1517171" y="2777958"/>
                </a:lnTo>
                <a:lnTo>
                  <a:pt x="1520104" y="2773978"/>
                </a:lnTo>
                <a:lnTo>
                  <a:pt x="1517171" y="2770992"/>
                </a:lnTo>
                <a:lnTo>
                  <a:pt x="1511960" y="2765685"/>
                </a:lnTo>
                <a:lnTo>
                  <a:pt x="1508051" y="2763030"/>
                </a:lnTo>
                <a:lnTo>
                  <a:pt x="1500234" y="2761703"/>
                </a:lnTo>
                <a:lnTo>
                  <a:pt x="1498931" y="2753742"/>
                </a:lnTo>
                <a:lnTo>
                  <a:pt x="1493393" y="2751088"/>
                </a:lnTo>
                <a:lnTo>
                  <a:pt x="1490788" y="2753742"/>
                </a:lnTo>
                <a:lnTo>
                  <a:pt x="1496000" y="2756395"/>
                </a:lnTo>
                <a:lnTo>
                  <a:pt x="1496000" y="2759050"/>
                </a:lnTo>
                <a:lnTo>
                  <a:pt x="1490788" y="2761703"/>
                </a:lnTo>
                <a:lnTo>
                  <a:pt x="1488182" y="2756395"/>
                </a:lnTo>
                <a:lnTo>
                  <a:pt x="1484273" y="2753742"/>
                </a:lnTo>
                <a:lnTo>
                  <a:pt x="1481668" y="2751088"/>
                </a:lnTo>
                <a:lnTo>
                  <a:pt x="1479062" y="2746775"/>
                </a:lnTo>
                <a:lnTo>
                  <a:pt x="1484273" y="2741468"/>
                </a:lnTo>
                <a:lnTo>
                  <a:pt x="1481668" y="2734833"/>
                </a:lnTo>
                <a:lnTo>
                  <a:pt x="1479062" y="2729525"/>
                </a:lnTo>
                <a:lnTo>
                  <a:pt x="1467010" y="2722558"/>
                </a:lnTo>
                <a:lnTo>
                  <a:pt x="1463101" y="2713270"/>
                </a:lnTo>
                <a:lnTo>
                  <a:pt x="1460495" y="2710616"/>
                </a:lnTo>
                <a:lnTo>
                  <a:pt x="1448443" y="2700996"/>
                </a:lnTo>
                <a:lnTo>
                  <a:pt x="1448443" y="2698341"/>
                </a:lnTo>
                <a:lnTo>
                  <a:pt x="1454958" y="2698341"/>
                </a:lnTo>
                <a:lnTo>
                  <a:pt x="1448443" y="2693034"/>
                </a:lnTo>
                <a:lnTo>
                  <a:pt x="1445838" y="2690381"/>
                </a:lnTo>
                <a:lnTo>
                  <a:pt x="1443231" y="2695688"/>
                </a:lnTo>
                <a:lnTo>
                  <a:pt x="1428574" y="2695688"/>
                </a:lnTo>
                <a:lnTo>
                  <a:pt x="1419453" y="2690381"/>
                </a:lnTo>
                <a:lnTo>
                  <a:pt x="1410007" y="2689053"/>
                </a:lnTo>
                <a:lnTo>
                  <a:pt x="1404796" y="2686399"/>
                </a:lnTo>
                <a:lnTo>
                  <a:pt x="1395675" y="2680759"/>
                </a:lnTo>
                <a:lnTo>
                  <a:pt x="1388836" y="2683414"/>
                </a:lnTo>
                <a:lnTo>
                  <a:pt x="1383624" y="2680759"/>
                </a:lnTo>
                <a:lnTo>
                  <a:pt x="1377109" y="2676779"/>
                </a:lnTo>
                <a:lnTo>
                  <a:pt x="1367663" y="2671471"/>
                </a:lnTo>
                <a:lnTo>
                  <a:pt x="1350400" y="2653889"/>
                </a:lnTo>
                <a:lnTo>
                  <a:pt x="1341279" y="2644601"/>
                </a:lnTo>
                <a:lnTo>
                  <a:pt x="1338673" y="2641615"/>
                </a:lnTo>
                <a:lnTo>
                  <a:pt x="1333462" y="2640287"/>
                </a:lnTo>
                <a:lnTo>
                  <a:pt x="1326622" y="2640287"/>
                </a:lnTo>
                <a:lnTo>
                  <a:pt x="1321410" y="2634980"/>
                </a:lnTo>
                <a:lnTo>
                  <a:pt x="1312289" y="2644601"/>
                </a:lnTo>
                <a:lnTo>
                  <a:pt x="1308055" y="2647254"/>
                </a:lnTo>
                <a:lnTo>
                  <a:pt x="1300238" y="2649909"/>
                </a:lnTo>
                <a:lnTo>
                  <a:pt x="1296329" y="2649909"/>
                </a:lnTo>
                <a:lnTo>
                  <a:pt x="1288185" y="2649909"/>
                </a:lnTo>
                <a:lnTo>
                  <a:pt x="1284277" y="2647254"/>
                </a:lnTo>
                <a:lnTo>
                  <a:pt x="1272550" y="2644601"/>
                </a:lnTo>
                <a:lnTo>
                  <a:pt x="1267014" y="2640287"/>
                </a:lnTo>
                <a:lnTo>
                  <a:pt x="1257893" y="2637634"/>
                </a:lnTo>
                <a:lnTo>
                  <a:pt x="1255287" y="2634980"/>
                </a:lnTo>
                <a:lnTo>
                  <a:pt x="1238024" y="2629672"/>
                </a:lnTo>
                <a:lnTo>
                  <a:pt x="1236721" y="2628345"/>
                </a:lnTo>
                <a:lnTo>
                  <a:pt x="1214246" y="2620052"/>
                </a:lnTo>
                <a:lnTo>
                  <a:pt x="1205125" y="2613417"/>
                </a:lnTo>
                <a:lnTo>
                  <a:pt x="1200890" y="2608110"/>
                </a:lnTo>
                <a:lnTo>
                  <a:pt x="1195679" y="2608110"/>
                </a:lnTo>
                <a:lnTo>
                  <a:pt x="1186559" y="2605455"/>
                </a:lnTo>
                <a:lnTo>
                  <a:pt x="1171901" y="2601475"/>
                </a:lnTo>
                <a:lnTo>
                  <a:pt x="1169296" y="2593182"/>
                </a:lnTo>
                <a:lnTo>
                  <a:pt x="1157243" y="2586547"/>
                </a:lnTo>
                <a:lnTo>
                  <a:pt x="1153335" y="2583893"/>
                </a:lnTo>
                <a:lnTo>
                  <a:pt x="1145518" y="2581239"/>
                </a:lnTo>
                <a:lnTo>
                  <a:pt x="1136071" y="2568965"/>
                </a:lnTo>
                <a:lnTo>
                  <a:pt x="1133465" y="2562330"/>
                </a:lnTo>
                <a:lnTo>
                  <a:pt x="1141283" y="2559676"/>
                </a:lnTo>
                <a:lnTo>
                  <a:pt x="1141283" y="2555363"/>
                </a:lnTo>
                <a:lnTo>
                  <a:pt x="1136071" y="2555363"/>
                </a:lnTo>
                <a:lnTo>
                  <a:pt x="1142911" y="2547402"/>
                </a:lnTo>
                <a:lnTo>
                  <a:pt x="1142911" y="2543421"/>
                </a:lnTo>
                <a:lnTo>
                  <a:pt x="1138677" y="2538113"/>
                </a:lnTo>
                <a:lnTo>
                  <a:pt x="1136071" y="2532473"/>
                </a:lnTo>
                <a:lnTo>
                  <a:pt x="1136071" y="2525839"/>
                </a:lnTo>
                <a:lnTo>
                  <a:pt x="1130860" y="2519204"/>
                </a:lnTo>
                <a:lnTo>
                  <a:pt x="1121739" y="2508257"/>
                </a:lnTo>
                <a:lnTo>
                  <a:pt x="1114899" y="2498968"/>
                </a:lnTo>
                <a:lnTo>
                  <a:pt x="1109687" y="2494988"/>
                </a:lnTo>
                <a:lnTo>
                  <a:pt x="1103172" y="2486694"/>
                </a:lnTo>
                <a:lnTo>
                  <a:pt x="1097636" y="2482713"/>
                </a:lnTo>
                <a:lnTo>
                  <a:pt x="1093726" y="2480059"/>
                </a:lnTo>
                <a:lnTo>
                  <a:pt x="1088515" y="2470439"/>
                </a:lnTo>
                <a:lnTo>
                  <a:pt x="1081349" y="2465131"/>
                </a:lnTo>
                <a:lnTo>
                  <a:pt x="1076789" y="2465131"/>
                </a:lnTo>
                <a:lnTo>
                  <a:pt x="1069622" y="2458497"/>
                </a:lnTo>
                <a:lnTo>
                  <a:pt x="1069622" y="2453189"/>
                </a:lnTo>
                <a:lnTo>
                  <a:pt x="1074183" y="2446222"/>
                </a:lnTo>
                <a:lnTo>
                  <a:pt x="1069622" y="2440914"/>
                </a:lnTo>
                <a:lnTo>
                  <a:pt x="1062456" y="2438261"/>
                </a:lnTo>
                <a:lnTo>
                  <a:pt x="1060177" y="2434280"/>
                </a:lnTo>
                <a:lnTo>
                  <a:pt x="1053010" y="2431626"/>
                </a:lnTo>
                <a:lnTo>
                  <a:pt x="1050405" y="2425987"/>
                </a:lnTo>
                <a:lnTo>
                  <a:pt x="1048125" y="2422005"/>
                </a:lnTo>
                <a:lnTo>
                  <a:pt x="1040959" y="2416698"/>
                </a:lnTo>
                <a:lnTo>
                  <a:pt x="1033793" y="2407077"/>
                </a:lnTo>
                <a:lnTo>
                  <a:pt x="1029232" y="2404424"/>
                </a:lnTo>
                <a:lnTo>
                  <a:pt x="1026627" y="2397789"/>
                </a:lnTo>
                <a:lnTo>
                  <a:pt x="1022066" y="2395135"/>
                </a:lnTo>
                <a:lnTo>
                  <a:pt x="1022066" y="2392482"/>
                </a:lnTo>
                <a:lnTo>
                  <a:pt x="1022066" y="2389827"/>
                </a:lnTo>
                <a:lnTo>
                  <a:pt x="1014901" y="2380207"/>
                </a:lnTo>
                <a:lnTo>
                  <a:pt x="1012295" y="2374899"/>
                </a:lnTo>
                <a:lnTo>
                  <a:pt x="1012295" y="2370918"/>
                </a:lnTo>
                <a:lnTo>
                  <a:pt x="1005128" y="2358645"/>
                </a:lnTo>
                <a:lnTo>
                  <a:pt x="1005128" y="2349355"/>
                </a:lnTo>
                <a:lnTo>
                  <a:pt x="995682" y="2346701"/>
                </a:lnTo>
                <a:lnTo>
                  <a:pt x="995682" y="2341062"/>
                </a:lnTo>
                <a:lnTo>
                  <a:pt x="986237" y="2341062"/>
                </a:lnTo>
                <a:lnTo>
                  <a:pt x="979070" y="2337081"/>
                </a:lnTo>
                <a:lnTo>
                  <a:pt x="976791" y="2337081"/>
                </a:lnTo>
                <a:lnTo>
                  <a:pt x="974185" y="2352010"/>
                </a:lnTo>
                <a:lnTo>
                  <a:pt x="976791" y="2353336"/>
                </a:lnTo>
                <a:lnTo>
                  <a:pt x="979070" y="2362625"/>
                </a:lnTo>
                <a:lnTo>
                  <a:pt x="979070" y="2370918"/>
                </a:lnTo>
                <a:lnTo>
                  <a:pt x="983957" y="2377553"/>
                </a:lnTo>
                <a:lnTo>
                  <a:pt x="986237" y="2377553"/>
                </a:lnTo>
                <a:lnTo>
                  <a:pt x="993403" y="2385515"/>
                </a:lnTo>
                <a:lnTo>
                  <a:pt x="997962" y="2392482"/>
                </a:lnTo>
                <a:lnTo>
                  <a:pt x="1005128" y="2399115"/>
                </a:lnTo>
                <a:lnTo>
                  <a:pt x="1005128" y="2404424"/>
                </a:lnTo>
                <a:lnTo>
                  <a:pt x="1010015" y="2407077"/>
                </a:lnTo>
                <a:lnTo>
                  <a:pt x="1012295" y="2414044"/>
                </a:lnTo>
                <a:lnTo>
                  <a:pt x="1012295" y="2416698"/>
                </a:lnTo>
                <a:lnTo>
                  <a:pt x="1014901" y="2422005"/>
                </a:lnTo>
                <a:lnTo>
                  <a:pt x="1019461" y="2423332"/>
                </a:lnTo>
                <a:lnTo>
                  <a:pt x="1022066" y="2428640"/>
                </a:lnTo>
                <a:lnTo>
                  <a:pt x="1026627" y="2438261"/>
                </a:lnTo>
                <a:lnTo>
                  <a:pt x="1031513" y="2440914"/>
                </a:lnTo>
                <a:lnTo>
                  <a:pt x="1036073" y="2447549"/>
                </a:lnTo>
                <a:lnTo>
                  <a:pt x="1036073" y="2455842"/>
                </a:lnTo>
                <a:lnTo>
                  <a:pt x="1048125" y="2477406"/>
                </a:lnTo>
                <a:lnTo>
                  <a:pt x="1048125" y="2484041"/>
                </a:lnTo>
                <a:lnTo>
                  <a:pt x="1053010" y="2489348"/>
                </a:lnTo>
                <a:lnTo>
                  <a:pt x="1055290" y="2486694"/>
                </a:lnTo>
                <a:lnTo>
                  <a:pt x="1062456" y="2492002"/>
                </a:lnTo>
                <a:lnTo>
                  <a:pt x="1064737" y="2498968"/>
                </a:lnTo>
                <a:lnTo>
                  <a:pt x="1069622" y="2504276"/>
                </a:lnTo>
                <a:lnTo>
                  <a:pt x="1069622" y="2508257"/>
                </a:lnTo>
                <a:lnTo>
                  <a:pt x="1062456" y="2513565"/>
                </a:lnTo>
                <a:lnTo>
                  <a:pt x="1057571" y="2513565"/>
                </a:lnTo>
                <a:lnTo>
                  <a:pt x="1057571" y="2506930"/>
                </a:lnTo>
                <a:lnTo>
                  <a:pt x="1055290" y="2501623"/>
                </a:lnTo>
                <a:lnTo>
                  <a:pt x="1048125" y="2498968"/>
                </a:lnTo>
                <a:lnTo>
                  <a:pt x="1040959" y="2492002"/>
                </a:lnTo>
                <a:lnTo>
                  <a:pt x="1033793" y="2486694"/>
                </a:lnTo>
                <a:lnTo>
                  <a:pt x="1026627" y="2480059"/>
                </a:lnTo>
                <a:lnTo>
                  <a:pt x="1024347" y="2477406"/>
                </a:lnTo>
                <a:lnTo>
                  <a:pt x="1022066" y="2474752"/>
                </a:lnTo>
                <a:lnTo>
                  <a:pt x="1024347" y="2467786"/>
                </a:lnTo>
                <a:lnTo>
                  <a:pt x="1022066" y="2459824"/>
                </a:lnTo>
                <a:lnTo>
                  <a:pt x="1019461" y="2450204"/>
                </a:lnTo>
                <a:lnTo>
                  <a:pt x="1012295" y="2447549"/>
                </a:lnTo>
                <a:lnTo>
                  <a:pt x="1002849" y="2438261"/>
                </a:lnTo>
                <a:lnTo>
                  <a:pt x="997962" y="2438261"/>
                </a:lnTo>
                <a:lnTo>
                  <a:pt x="993403" y="2434280"/>
                </a:lnTo>
                <a:lnTo>
                  <a:pt x="981350" y="2428640"/>
                </a:lnTo>
                <a:lnTo>
                  <a:pt x="981350" y="2425987"/>
                </a:lnTo>
                <a:lnTo>
                  <a:pt x="974185" y="2422005"/>
                </a:lnTo>
                <a:lnTo>
                  <a:pt x="983957" y="2416698"/>
                </a:lnTo>
                <a:lnTo>
                  <a:pt x="988516" y="2414044"/>
                </a:lnTo>
                <a:lnTo>
                  <a:pt x="988516" y="2404424"/>
                </a:lnTo>
                <a:lnTo>
                  <a:pt x="974185" y="2387173"/>
                </a:lnTo>
                <a:lnTo>
                  <a:pt x="969625" y="2385515"/>
                </a:lnTo>
                <a:lnTo>
                  <a:pt x="959853" y="2377553"/>
                </a:lnTo>
                <a:lnTo>
                  <a:pt x="957572" y="2365610"/>
                </a:lnTo>
                <a:lnTo>
                  <a:pt x="955292" y="2361298"/>
                </a:lnTo>
                <a:lnTo>
                  <a:pt x="955292" y="2358645"/>
                </a:lnTo>
                <a:lnTo>
                  <a:pt x="950407" y="2353336"/>
                </a:lnTo>
                <a:lnTo>
                  <a:pt x="950407" y="2349355"/>
                </a:lnTo>
                <a:lnTo>
                  <a:pt x="943241" y="2341062"/>
                </a:lnTo>
                <a:lnTo>
                  <a:pt x="945846" y="2337081"/>
                </a:lnTo>
                <a:lnTo>
                  <a:pt x="940960" y="2331773"/>
                </a:lnTo>
                <a:lnTo>
                  <a:pt x="938680" y="2327793"/>
                </a:lnTo>
                <a:lnTo>
                  <a:pt x="936075" y="2322153"/>
                </a:lnTo>
                <a:lnTo>
                  <a:pt x="928909" y="2304903"/>
                </a:lnTo>
                <a:lnTo>
                  <a:pt x="910017" y="2288648"/>
                </a:lnTo>
                <a:lnTo>
                  <a:pt x="893405" y="2280686"/>
                </a:lnTo>
                <a:lnTo>
                  <a:pt x="879073" y="2280686"/>
                </a:lnTo>
                <a:lnTo>
                  <a:pt x="874186" y="2267084"/>
                </a:lnTo>
                <a:lnTo>
                  <a:pt x="852689" y="2240214"/>
                </a:lnTo>
                <a:lnTo>
                  <a:pt x="852689" y="2225286"/>
                </a:lnTo>
                <a:lnTo>
                  <a:pt x="843242" y="2219979"/>
                </a:lnTo>
                <a:lnTo>
                  <a:pt x="831516" y="2191449"/>
                </a:lnTo>
                <a:lnTo>
                  <a:pt x="821745" y="2182160"/>
                </a:lnTo>
                <a:lnTo>
                  <a:pt x="819464" y="2159270"/>
                </a:lnTo>
                <a:lnTo>
                  <a:pt x="810018" y="2149650"/>
                </a:lnTo>
                <a:lnTo>
                  <a:pt x="814579" y="2125433"/>
                </a:lnTo>
                <a:lnTo>
                  <a:pt x="807412" y="2089274"/>
                </a:lnTo>
                <a:lnTo>
                  <a:pt x="812299" y="2067711"/>
                </a:lnTo>
                <a:lnTo>
                  <a:pt x="817184" y="2033874"/>
                </a:lnTo>
                <a:lnTo>
                  <a:pt x="817184" y="1997384"/>
                </a:lnTo>
                <a:lnTo>
                  <a:pt x="817184" y="1988095"/>
                </a:lnTo>
                <a:lnTo>
                  <a:pt x="805133" y="1958238"/>
                </a:lnTo>
                <a:lnTo>
                  <a:pt x="814579" y="1952930"/>
                </a:lnTo>
                <a:lnTo>
                  <a:pt x="845523" y="1961224"/>
                </a:lnTo>
                <a:lnTo>
                  <a:pt x="843242" y="1939661"/>
                </a:lnTo>
                <a:lnTo>
                  <a:pt x="838357" y="1934022"/>
                </a:lnTo>
                <a:lnTo>
                  <a:pt x="828911" y="1928714"/>
                </a:lnTo>
                <a:lnTo>
                  <a:pt x="802852" y="1907151"/>
                </a:lnTo>
                <a:lnTo>
                  <a:pt x="805133" y="1900516"/>
                </a:lnTo>
                <a:lnTo>
                  <a:pt x="793406" y="1892223"/>
                </a:lnTo>
                <a:lnTo>
                  <a:pt x="779074" y="1892223"/>
                </a:lnTo>
                <a:lnTo>
                  <a:pt x="779074" y="1880281"/>
                </a:lnTo>
                <a:lnTo>
                  <a:pt x="764742" y="1882934"/>
                </a:lnTo>
                <a:lnTo>
                  <a:pt x="750410" y="1873646"/>
                </a:lnTo>
                <a:lnTo>
                  <a:pt x="748130" y="1843789"/>
                </a:lnTo>
                <a:lnTo>
                  <a:pt x="728912" y="1803318"/>
                </a:lnTo>
                <a:lnTo>
                  <a:pt x="721746" y="1807299"/>
                </a:lnTo>
                <a:lnTo>
                  <a:pt x="710020" y="1791375"/>
                </a:lnTo>
                <a:lnTo>
                  <a:pt x="707415" y="1769813"/>
                </a:lnTo>
                <a:lnTo>
                  <a:pt x="712300" y="1752230"/>
                </a:lnTo>
                <a:lnTo>
                  <a:pt x="705134" y="1761520"/>
                </a:lnTo>
                <a:lnTo>
                  <a:pt x="695688" y="1767158"/>
                </a:lnTo>
                <a:lnTo>
                  <a:pt x="695688" y="1746923"/>
                </a:lnTo>
                <a:lnTo>
                  <a:pt x="695688" y="1737302"/>
                </a:lnTo>
                <a:lnTo>
                  <a:pt x="678750" y="1721048"/>
                </a:lnTo>
                <a:lnTo>
                  <a:pt x="662138" y="1696831"/>
                </a:lnTo>
                <a:lnTo>
                  <a:pt x="650412" y="1691523"/>
                </a:lnTo>
                <a:lnTo>
                  <a:pt x="647806" y="1669959"/>
                </a:lnTo>
                <a:lnTo>
                  <a:pt x="640640" y="1660671"/>
                </a:lnTo>
                <a:lnTo>
                  <a:pt x="638360" y="1657686"/>
                </a:lnTo>
                <a:lnTo>
                  <a:pt x="628914" y="1648397"/>
                </a:lnTo>
                <a:lnTo>
                  <a:pt x="616861" y="1648397"/>
                </a:lnTo>
                <a:lnTo>
                  <a:pt x="595690" y="1655032"/>
                </a:lnTo>
                <a:lnTo>
                  <a:pt x="567025" y="1625507"/>
                </a:lnTo>
                <a:lnTo>
                  <a:pt x="533476" y="1603944"/>
                </a:lnTo>
                <a:lnTo>
                  <a:pt x="521750" y="1603944"/>
                </a:lnTo>
                <a:lnTo>
                  <a:pt x="490806" y="1591670"/>
                </a:lnTo>
                <a:lnTo>
                  <a:pt x="469307" y="1594324"/>
                </a:lnTo>
                <a:lnTo>
                  <a:pt x="428917" y="1572761"/>
                </a:lnTo>
                <a:lnTo>
                  <a:pt x="414586" y="1558165"/>
                </a:lnTo>
                <a:lnTo>
                  <a:pt x="395367" y="1575747"/>
                </a:lnTo>
                <a:lnTo>
                  <a:pt x="390808" y="1597310"/>
                </a:lnTo>
                <a:lnTo>
                  <a:pt x="369309" y="1597310"/>
                </a:lnTo>
                <a:lnTo>
                  <a:pt x="359538" y="1611906"/>
                </a:lnTo>
                <a:lnTo>
                  <a:pt x="333480" y="1624180"/>
                </a:lnTo>
                <a:lnTo>
                  <a:pt x="331199" y="1601290"/>
                </a:lnTo>
                <a:lnTo>
                  <a:pt x="338365" y="1587690"/>
                </a:lnTo>
                <a:lnTo>
                  <a:pt x="338365" y="1570107"/>
                </a:lnTo>
                <a:lnTo>
                  <a:pt x="357258" y="1558165"/>
                </a:lnTo>
                <a:lnTo>
                  <a:pt x="352697" y="1548545"/>
                </a:lnTo>
                <a:lnTo>
                  <a:pt x="338365" y="1558165"/>
                </a:lnTo>
                <a:lnTo>
                  <a:pt x="324033" y="1577074"/>
                </a:lnTo>
                <a:lnTo>
                  <a:pt x="319148" y="1591670"/>
                </a:lnTo>
                <a:lnTo>
                  <a:pt x="293090" y="1615887"/>
                </a:lnTo>
                <a:lnTo>
                  <a:pt x="307421" y="1636122"/>
                </a:lnTo>
                <a:lnTo>
                  <a:pt x="293090" y="1648397"/>
                </a:lnTo>
                <a:lnTo>
                  <a:pt x="290483" y="1660671"/>
                </a:lnTo>
                <a:lnTo>
                  <a:pt x="254979" y="1682234"/>
                </a:lnTo>
                <a:lnTo>
                  <a:pt x="250093" y="1696831"/>
                </a:lnTo>
                <a:lnTo>
                  <a:pt x="233481" y="1700811"/>
                </a:lnTo>
                <a:lnTo>
                  <a:pt x="214263" y="1728013"/>
                </a:lnTo>
                <a:lnTo>
                  <a:pt x="190485" y="1734648"/>
                </a:lnTo>
                <a:lnTo>
                  <a:pt x="176153" y="1745595"/>
                </a:lnTo>
                <a:lnTo>
                  <a:pt x="159541" y="1746923"/>
                </a:lnTo>
                <a:lnTo>
                  <a:pt x="150095" y="1758865"/>
                </a:lnTo>
                <a:lnTo>
                  <a:pt x="138044" y="1754885"/>
                </a:lnTo>
                <a:lnTo>
                  <a:pt x="159541" y="1733321"/>
                </a:lnTo>
                <a:lnTo>
                  <a:pt x="171593" y="1730668"/>
                </a:lnTo>
                <a:lnTo>
                  <a:pt x="193091" y="1710431"/>
                </a:lnTo>
                <a:lnTo>
                  <a:pt x="207097" y="1703797"/>
                </a:lnTo>
                <a:lnTo>
                  <a:pt x="228596" y="1673941"/>
                </a:lnTo>
                <a:lnTo>
                  <a:pt x="233481" y="1649724"/>
                </a:lnTo>
                <a:lnTo>
                  <a:pt x="214263" y="1636122"/>
                </a:lnTo>
                <a:lnTo>
                  <a:pt x="207097" y="1649724"/>
                </a:lnTo>
                <a:lnTo>
                  <a:pt x="197651" y="1633469"/>
                </a:lnTo>
                <a:lnTo>
                  <a:pt x="181039" y="1628161"/>
                </a:lnTo>
                <a:lnTo>
                  <a:pt x="157261" y="1640435"/>
                </a:lnTo>
                <a:lnTo>
                  <a:pt x="159541" y="1611906"/>
                </a:lnTo>
                <a:lnTo>
                  <a:pt x="145209" y="1594324"/>
                </a:lnTo>
                <a:lnTo>
                  <a:pt x="126317" y="1601290"/>
                </a:lnTo>
                <a:lnTo>
                  <a:pt x="102408" y="1582382"/>
                </a:lnTo>
                <a:lnTo>
                  <a:pt x="97653" y="1572761"/>
                </a:lnTo>
                <a:lnTo>
                  <a:pt x="111952" y="1564800"/>
                </a:lnTo>
                <a:lnTo>
                  <a:pt x="83354" y="1539256"/>
                </a:lnTo>
                <a:lnTo>
                  <a:pt x="83354" y="1528308"/>
                </a:lnTo>
                <a:lnTo>
                  <a:pt x="107197" y="1497457"/>
                </a:lnTo>
                <a:lnTo>
                  <a:pt x="109575" y="1478548"/>
                </a:lnTo>
                <a:lnTo>
                  <a:pt x="116708" y="1473241"/>
                </a:lnTo>
                <a:lnTo>
                  <a:pt x="130877" y="1482529"/>
                </a:lnTo>
                <a:lnTo>
                  <a:pt x="142929" y="1473241"/>
                </a:lnTo>
                <a:lnTo>
                  <a:pt x="150095" y="1460966"/>
                </a:lnTo>
                <a:lnTo>
                  <a:pt x="168987" y="1463620"/>
                </a:lnTo>
                <a:lnTo>
                  <a:pt x="176153" y="1455659"/>
                </a:lnTo>
                <a:lnTo>
                  <a:pt x="173873" y="1434095"/>
                </a:lnTo>
                <a:lnTo>
                  <a:pt x="164427" y="1427461"/>
                </a:lnTo>
                <a:lnTo>
                  <a:pt x="173873" y="1409879"/>
                </a:lnTo>
                <a:lnTo>
                  <a:pt x="152375" y="1415187"/>
                </a:lnTo>
                <a:lnTo>
                  <a:pt x="145209" y="1421822"/>
                </a:lnTo>
                <a:lnTo>
                  <a:pt x="123874" y="1419167"/>
                </a:lnTo>
                <a:lnTo>
                  <a:pt x="102408" y="1424807"/>
                </a:lnTo>
                <a:lnTo>
                  <a:pt x="83354" y="1419167"/>
                </a:lnTo>
                <a:lnTo>
                  <a:pt x="73843" y="1403244"/>
                </a:lnTo>
                <a:lnTo>
                  <a:pt x="73843" y="1388315"/>
                </a:lnTo>
                <a:lnTo>
                  <a:pt x="59543" y="1385662"/>
                </a:lnTo>
                <a:lnTo>
                  <a:pt x="49999" y="1376042"/>
                </a:lnTo>
                <a:lnTo>
                  <a:pt x="92897" y="1345190"/>
                </a:lnTo>
                <a:lnTo>
                  <a:pt x="111952" y="1334243"/>
                </a:lnTo>
                <a:lnTo>
                  <a:pt x="123874" y="1332916"/>
                </a:lnTo>
                <a:lnTo>
                  <a:pt x="126317" y="1357133"/>
                </a:lnTo>
                <a:lnTo>
                  <a:pt x="157261" y="1358460"/>
                </a:lnTo>
                <a:lnTo>
                  <a:pt x="162147" y="1339883"/>
                </a:lnTo>
                <a:lnTo>
                  <a:pt x="185925" y="1342536"/>
                </a:lnTo>
                <a:lnTo>
                  <a:pt x="185925" y="1332916"/>
                </a:lnTo>
                <a:lnTo>
                  <a:pt x="157261" y="1327608"/>
                </a:lnTo>
                <a:lnTo>
                  <a:pt x="147815" y="1315334"/>
                </a:lnTo>
                <a:lnTo>
                  <a:pt x="123874" y="1310026"/>
                </a:lnTo>
                <a:lnTo>
                  <a:pt x="119086" y="1285809"/>
                </a:lnTo>
                <a:lnTo>
                  <a:pt x="76220" y="1251972"/>
                </a:lnTo>
                <a:lnTo>
                  <a:pt x="80976" y="1227756"/>
                </a:lnTo>
                <a:lnTo>
                  <a:pt x="116708" y="1223775"/>
                </a:lnTo>
                <a:lnTo>
                  <a:pt x="135763" y="1200885"/>
                </a:lnTo>
                <a:lnTo>
                  <a:pt x="138044" y="1181976"/>
                </a:lnTo>
                <a:lnTo>
                  <a:pt x="157261" y="1152451"/>
                </a:lnTo>
                <a:lnTo>
                  <a:pt x="176153" y="1151125"/>
                </a:lnTo>
                <a:lnTo>
                  <a:pt x="195371" y="1128235"/>
                </a:lnTo>
                <a:lnTo>
                  <a:pt x="224035" y="1126908"/>
                </a:lnTo>
                <a:lnTo>
                  <a:pt x="245208" y="1102359"/>
                </a:lnTo>
                <a:lnTo>
                  <a:pt x="276478" y="1109326"/>
                </a:lnTo>
                <a:lnTo>
                  <a:pt x="283317" y="1126908"/>
                </a:lnTo>
                <a:lnTo>
                  <a:pt x="307421" y="1121268"/>
                </a:lnTo>
                <a:lnTo>
                  <a:pt x="321427" y="1123923"/>
                </a:lnTo>
                <a:lnTo>
                  <a:pt x="319148" y="1140178"/>
                </a:lnTo>
                <a:lnTo>
                  <a:pt x="378755" y="1142831"/>
                </a:lnTo>
                <a:lnTo>
                  <a:pt x="404813" y="1160413"/>
                </a:lnTo>
                <a:lnTo>
                  <a:pt x="436083" y="1163067"/>
                </a:lnTo>
                <a:lnTo>
                  <a:pt x="454976" y="1172687"/>
                </a:lnTo>
                <a:lnTo>
                  <a:pt x="481034" y="1164394"/>
                </a:lnTo>
                <a:lnTo>
                  <a:pt x="497972" y="1176668"/>
                </a:lnTo>
                <a:lnTo>
                  <a:pt x="519143" y="1188942"/>
                </a:lnTo>
                <a:lnTo>
                  <a:pt x="552694" y="1196904"/>
                </a:lnTo>
                <a:lnTo>
                  <a:pt x="562140" y="1208847"/>
                </a:lnTo>
                <a:lnTo>
                  <a:pt x="595690" y="1227756"/>
                </a:lnTo>
                <a:lnTo>
                  <a:pt x="607416" y="1225102"/>
                </a:lnTo>
                <a:lnTo>
                  <a:pt x="607416" y="1213159"/>
                </a:lnTo>
                <a:lnTo>
                  <a:pt x="624028" y="1200885"/>
                </a:lnTo>
                <a:lnTo>
                  <a:pt x="633800" y="1200885"/>
                </a:lnTo>
                <a:lnTo>
                  <a:pt x="636080" y="1191597"/>
                </a:lnTo>
                <a:lnTo>
                  <a:pt x="645526" y="1200885"/>
                </a:lnTo>
                <a:lnTo>
                  <a:pt x="654972" y="1200885"/>
                </a:lnTo>
                <a:lnTo>
                  <a:pt x="662138" y="1187284"/>
                </a:lnTo>
                <a:lnTo>
                  <a:pt x="678750" y="1181976"/>
                </a:lnTo>
                <a:lnTo>
                  <a:pt x="705134" y="1163067"/>
                </a:lnTo>
                <a:lnTo>
                  <a:pt x="719466" y="1170033"/>
                </a:lnTo>
                <a:lnTo>
                  <a:pt x="731193" y="1181976"/>
                </a:lnTo>
                <a:lnTo>
                  <a:pt x="740964" y="1172687"/>
                </a:lnTo>
                <a:lnTo>
                  <a:pt x="745524" y="1138850"/>
                </a:lnTo>
                <a:lnTo>
                  <a:pt x="762136" y="1157760"/>
                </a:lnTo>
                <a:lnTo>
                  <a:pt x="769302" y="1181976"/>
                </a:lnTo>
                <a:lnTo>
                  <a:pt x="779074" y="1196904"/>
                </a:lnTo>
                <a:lnTo>
                  <a:pt x="788521" y="1200885"/>
                </a:lnTo>
                <a:lnTo>
                  <a:pt x="793406" y="1176668"/>
                </a:lnTo>
                <a:lnTo>
                  <a:pt x="805133" y="1167380"/>
                </a:lnTo>
                <a:lnTo>
                  <a:pt x="812299" y="1200885"/>
                </a:lnTo>
                <a:lnTo>
                  <a:pt x="824350" y="1200885"/>
                </a:lnTo>
                <a:lnTo>
                  <a:pt x="831516" y="1181976"/>
                </a:lnTo>
                <a:lnTo>
                  <a:pt x="850408" y="1179322"/>
                </a:lnTo>
                <a:lnTo>
                  <a:pt x="869627" y="1188942"/>
                </a:lnTo>
                <a:lnTo>
                  <a:pt x="881352" y="1200885"/>
                </a:lnTo>
                <a:lnTo>
                  <a:pt x="910017" y="1211832"/>
                </a:lnTo>
                <a:lnTo>
                  <a:pt x="921743" y="1221121"/>
                </a:lnTo>
                <a:lnTo>
                  <a:pt x="945846" y="1227756"/>
                </a:lnTo>
                <a:lnTo>
                  <a:pt x="953013" y="1221121"/>
                </a:lnTo>
                <a:lnTo>
                  <a:pt x="971904" y="1227756"/>
                </a:lnTo>
                <a:lnTo>
                  <a:pt x="988516" y="1247992"/>
                </a:lnTo>
                <a:lnTo>
                  <a:pt x="969625" y="1269554"/>
                </a:lnTo>
                <a:lnTo>
                  <a:pt x="983957" y="1281829"/>
                </a:lnTo>
                <a:lnTo>
                  <a:pt x="1017181" y="1284483"/>
                </a:lnTo>
                <a:lnTo>
                  <a:pt x="1040959" y="1279174"/>
                </a:lnTo>
                <a:lnTo>
                  <a:pt x="1057571" y="1269554"/>
                </a:lnTo>
                <a:lnTo>
                  <a:pt x="1064737" y="1281829"/>
                </a:lnTo>
                <a:lnTo>
                  <a:pt x="1083955" y="1285809"/>
                </a:lnTo>
                <a:lnTo>
                  <a:pt x="1093726" y="1300738"/>
                </a:lnTo>
                <a:lnTo>
                  <a:pt x="1097636" y="1318320"/>
                </a:lnTo>
                <a:lnTo>
                  <a:pt x="1107081" y="1315334"/>
                </a:lnTo>
                <a:lnTo>
                  <a:pt x="1095029" y="1284483"/>
                </a:lnTo>
                <a:lnTo>
                  <a:pt x="1088515" y="1240030"/>
                </a:lnTo>
                <a:lnTo>
                  <a:pt x="1117504" y="1230409"/>
                </a:lnTo>
                <a:lnTo>
                  <a:pt x="1124345" y="1223775"/>
                </a:lnTo>
                <a:lnTo>
                  <a:pt x="1138677" y="1236049"/>
                </a:lnTo>
                <a:lnTo>
                  <a:pt x="1138677" y="1249319"/>
                </a:lnTo>
                <a:lnTo>
                  <a:pt x="1153335" y="1257612"/>
                </a:lnTo>
                <a:lnTo>
                  <a:pt x="1154638" y="1266901"/>
                </a:lnTo>
                <a:lnTo>
                  <a:pt x="1171901" y="1266901"/>
                </a:lnTo>
                <a:lnTo>
                  <a:pt x="1183953" y="1276521"/>
                </a:lnTo>
                <a:lnTo>
                  <a:pt x="1205125" y="1284483"/>
                </a:lnTo>
                <a:lnTo>
                  <a:pt x="1222063" y="1276521"/>
                </a:lnTo>
                <a:lnTo>
                  <a:pt x="1261802" y="1279174"/>
                </a:lnTo>
                <a:lnTo>
                  <a:pt x="1276460" y="1288463"/>
                </a:lnTo>
                <a:lnTo>
                  <a:pt x="1273853" y="1269554"/>
                </a:lnTo>
                <a:lnTo>
                  <a:pt x="1264407" y="1273536"/>
                </a:lnTo>
                <a:lnTo>
                  <a:pt x="1255287" y="1251972"/>
                </a:lnTo>
                <a:lnTo>
                  <a:pt x="1281671" y="1247992"/>
                </a:lnTo>
                <a:lnTo>
                  <a:pt x="1302843" y="1264247"/>
                </a:lnTo>
                <a:lnTo>
                  <a:pt x="1321410" y="1266901"/>
                </a:lnTo>
                <a:lnTo>
                  <a:pt x="1343885" y="1245337"/>
                </a:lnTo>
                <a:lnTo>
                  <a:pt x="1345188" y="1227756"/>
                </a:lnTo>
                <a:lnTo>
                  <a:pt x="1333462" y="1218467"/>
                </a:lnTo>
                <a:lnTo>
                  <a:pt x="1333462" y="1199558"/>
                </a:lnTo>
                <a:lnTo>
                  <a:pt x="1309358" y="1181976"/>
                </a:lnTo>
                <a:lnTo>
                  <a:pt x="1293723" y="1163067"/>
                </a:lnTo>
                <a:lnTo>
                  <a:pt x="1297631" y="1140178"/>
                </a:lnTo>
                <a:lnTo>
                  <a:pt x="1293723" y="1128235"/>
                </a:lnTo>
                <a:lnTo>
                  <a:pt x="1293723" y="1102359"/>
                </a:lnTo>
                <a:lnTo>
                  <a:pt x="1314895" y="1078143"/>
                </a:lnTo>
                <a:close/>
                <a:moveTo>
                  <a:pt x="5194305" y="1024402"/>
                </a:moveTo>
                <a:lnTo>
                  <a:pt x="5226878" y="1045964"/>
                </a:lnTo>
                <a:lnTo>
                  <a:pt x="5213849" y="1055253"/>
                </a:lnTo>
                <a:lnTo>
                  <a:pt x="5191049" y="1036344"/>
                </a:lnTo>
                <a:close/>
                <a:moveTo>
                  <a:pt x="2546795" y="1012127"/>
                </a:moveTo>
                <a:lnTo>
                  <a:pt x="2570899" y="1012127"/>
                </a:lnTo>
                <a:lnTo>
                  <a:pt x="2583928" y="1031036"/>
                </a:lnTo>
                <a:lnTo>
                  <a:pt x="2582626" y="1053926"/>
                </a:lnTo>
                <a:lnTo>
                  <a:pt x="2548098" y="1027055"/>
                </a:lnTo>
                <a:close/>
                <a:moveTo>
                  <a:pt x="979070" y="978622"/>
                </a:moveTo>
                <a:lnTo>
                  <a:pt x="991123" y="994545"/>
                </a:lnTo>
                <a:lnTo>
                  <a:pt x="991123" y="1021747"/>
                </a:lnTo>
                <a:lnTo>
                  <a:pt x="1007735" y="1002839"/>
                </a:lnTo>
                <a:lnTo>
                  <a:pt x="1038679" y="1019094"/>
                </a:lnTo>
                <a:lnTo>
                  <a:pt x="1040959" y="1039329"/>
                </a:lnTo>
                <a:lnTo>
                  <a:pt x="1060177" y="1027055"/>
                </a:lnTo>
                <a:lnTo>
                  <a:pt x="1064737" y="1009473"/>
                </a:lnTo>
                <a:lnTo>
                  <a:pt x="1081349" y="1027055"/>
                </a:lnTo>
                <a:lnTo>
                  <a:pt x="1091121" y="1063546"/>
                </a:lnTo>
                <a:lnTo>
                  <a:pt x="1100567" y="1075489"/>
                </a:lnTo>
                <a:lnTo>
                  <a:pt x="1088515" y="993218"/>
                </a:lnTo>
                <a:lnTo>
                  <a:pt x="1114899" y="985257"/>
                </a:lnTo>
                <a:lnTo>
                  <a:pt x="1136071" y="1006819"/>
                </a:lnTo>
                <a:lnTo>
                  <a:pt x="1145518" y="1053926"/>
                </a:lnTo>
                <a:lnTo>
                  <a:pt x="1157243" y="1085109"/>
                </a:lnTo>
                <a:lnTo>
                  <a:pt x="1153335" y="1114633"/>
                </a:lnTo>
                <a:lnTo>
                  <a:pt x="1165386" y="1130888"/>
                </a:lnTo>
                <a:lnTo>
                  <a:pt x="1216851" y="1163067"/>
                </a:lnTo>
                <a:lnTo>
                  <a:pt x="1216851" y="1187284"/>
                </a:lnTo>
                <a:lnTo>
                  <a:pt x="1200890" y="1181976"/>
                </a:lnTo>
                <a:lnTo>
                  <a:pt x="1202194" y="1221121"/>
                </a:lnTo>
                <a:lnTo>
                  <a:pt x="1171901" y="1230409"/>
                </a:lnTo>
                <a:lnTo>
                  <a:pt x="1142911" y="1225102"/>
                </a:lnTo>
                <a:lnTo>
                  <a:pt x="1121739" y="1211832"/>
                </a:lnTo>
                <a:lnTo>
                  <a:pt x="1086234" y="1223775"/>
                </a:lnTo>
                <a:lnTo>
                  <a:pt x="1079068" y="1233395"/>
                </a:lnTo>
                <a:lnTo>
                  <a:pt x="1038679" y="1245337"/>
                </a:lnTo>
                <a:lnTo>
                  <a:pt x="1002849" y="1247992"/>
                </a:lnTo>
                <a:lnTo>
                  <a:pt x="995682" y="1211832"/>
                </a:lnTo>
                <a:lnTo>
                  <a:pt x="967019" y="1208847"/>
                </a:lnTo>
                <a:lnTo>
                  <a:pt x="945846" y="1200885"/>
                </a:lnTo>
                <a:lnTo>
                  <a:pt x="933795" y="1181976"/>
                </a:lnTo>
                <a:lnTo>
                  <a:pt x="936075" y="1164394"/>
                </a:lnTo>
                <a:lnTo>
                  <a:pt x="981350" y="1152451"/>
                </a:lnTo>
                <a:lnTo>
                  <a:pt x="1012295" y="1160413"/>
                </a:lnTo>
                <a:lnTo>
                  <a:pt x="1022066" y="1145485"/>
                </a:lnTo>
                <a:lnTo>
                  <a:pt x="991123" y="1133543"/>
                </a:lnTo>
                <a:lnTo>
                  <a:pt x="969625" y="1138850"/>
                </a:lnTo>
                <a:lnTo>
                  <a:pt x="928909" y="1138850"/>
                </a:lnTo>
                <a:lnTo>
                  <a:pt x="917182" y="1085109"/>
                </a:lnTo>
                <a:lnTo>
                  <a:pt x="900570" y="1066201"/>
                </a:lnTo>
                <a:lnTo>
                  <a:pt x="912297" y="1031036"/>
                </a:lnTo>
                <a:lnTo>
                  <a:pt x="931514" y="1006819"/>
                </a:lnTo>
                <a:close/>
                <a:moveTo>
                  <a:pt x="3927227" y="975968"/>
                </a:moveTo>
                <a:lnTo>
                  <a:pt x="3953285" y="987910"/>
                </a:lnTo>
                <a:lnTo>
                  <a:pt x="3950028" y="1014781"/>
                </a:lnTo>
                <a:lnTo>
                  <a:pt x="3936998" y="1036344"/>
                </a:lnTo>
                <a:lnTo>
                  <a:pt x="3933741" y="1063546"/>
                </a:lnTo>
                <a:lnTo>
                  <a:pt x="3946771" y="1102359"/>
                </a:lnTo>
                <a:lnTo>
                  <a:pt x="3966314" y="1123923"/>
                </a:lnTo>
                <a:lnTo>
                  <a:pt x="3966314" y="1140178"/>
                </a:lnTo>
                <a:lnTo>
                  <a:pt x="3950028" y="1138850"/>
                </a:lnTo>
                <a:lnTo>
                  <a:pt x="3936998" y="1130888"/>
                </a:lnTo>
                <a:lnTo>
                  <a:pt x="3933741" y="1140178"/>
                </a:lnTo>
                <a:lnTo>
                  <a:pt x="3920712" y="1128235"/>
                </a:lnTo>
                <a:lnTo>
                  <a:pt x="3914198" y="1130888"/>
                </a:lnTo>
                <a:lnTo>
                  <a:pt x="3897912" y="1090417"/>
                </a:lnTo>
                <a:lnTo>
                  <a:pt x="3871853" y="1090417"/>
                </a:lnTo>
                <a:lnTo>
                  <a:pt x="3865339" y="1075489"/>
                </a:lnTo>
                <a:lnTo>
                  <a:pt x="3871853" y="1057907"/>
                </a:lnTo>
                <a:lnTo>
                  <a:pt x="3891397" y="1041984"/>
                </a:lnTo>
                <a:lnTo>
                  <a:pt x="3888139" y="1012127"/>
                </a:lnTo>
                <a:lnTo>
                  <a:pt x="3897912" y="993218"/>
                </a:lnTo>
                <a:close/>
                <a:moveTo>
                  <a:pt x="2548098" y="975968"/>
                </a:moveTo>
                <a:lnTo>
                  <a:pt x="2567968" y="985257"/>
                </a:lnTo>
                <a:lnTo>
                  <a:pt x="2548098" y="1000185"/>
                </a:lnTo>
                <a:lnTo>
                  <a:pt x="2524320" y="990564"/>
                </a:lnTo>
                <a:lnTo>
                  <a:pt x="2535069" y="978622"/>
                </a:lnTo>
                <a:close/>
                <a:moveTo>
                  <a:pt x="4207353" y="970328"/>
                </a:moveTo>
                <a:lnTo>
                  <a:pt x="4217124" y="990564"/>
                </a:lnTo>
                <a:lnTo>
                  <a:pt x="4187809" y="1000185"/>
                </a:lnTo>
                <a:lnTo>
                  <a:pt x="4194323" y="972982"/>
                </a:lnTo>
                <a:close/>
                <a:moveTo>
                  <a:pt x="5181277" y="969002"/>
                </a:moveTo>
                <a:lnTo>
                  <a:pt x="5197563" y="972982"/>
                </a:lnTo>
                <a:lnTo>
                  <a:pt x="5217107" y="1002839"/>
                </a:lnTo>
                <a:lnTo>
                  <a:pt x="5200820" y="1014781"/>
                </a:lnTo>
                <a:lnTo>
                  <a:pt x="5168247" y="1031036"/>
                </a:lnTo>
                <a:lnTo>
                  <a:pt x="5171504" y="1014781"/>
                </a:lnTo>
                <a:lnTo>
                  <a:pt x="5171504" y="1006819"/>
                </a:lnTo>
                <a:lnTo>
                  <a:pt x="5178019" y="997530"/>
                </a:lnTo>
                <a:close/>
                <a:moveTo>
                  <a:pt x="1567660" y="957058"/>
                </a:moveTo>
                <a:lnTo>
                  <a:pt x="1591438" y="963693"/>
                </a:lnTo>
                <a:lnTo>
                  <a:pt x="1612610" y="961040"/>
                </a:lnTo>
                <a:lnTo>
                  <a:pt x="1629873" y="970328"/>
                </a:lnTo>
                <a:lnTo>
                  <a:pt x="1645508" y="994545"/>
                </a:lnTo>
                <a:lnTo>
                  <a:pt x="1631176" y="1012127"/>
                </a:lnTo>
                <a:lnTo>
                  <a:pt x="1610004" y="1009473"/>
                </a:lnTo>
                <a:lnTo>
                  <a:pt x="1595346" y="1017767"/>
                </a:lnTo>
                <a:lnTo>
                  <a:pt x="1581991" y="1009473"/>
                </a:lnTo>
                <a:lnTo>
                  <a:pt x="1576780" y="987910"/>
                </a:lnTo>
                <a:lnTo>
                  <a:pt x="1565053" y="981275"/>
                </a:lnTo>
                <a:close/>
                <a:moveTo>
                  <a:pt x="1142911" y="957058"/>
                </a:moveTo>
                <a:lnTo>
                  <a:pt x="1154638" y="969002"/>
                </a:lnTo>
                <a:lnTo>
                  <a:pt x="1142911" y="1006819"/>
                </a:lnTo>
                <a:lnTo>
                  <a:pt x="1121739" y="978622"/>
                </a:lnTo>
                <a:lnTo>
                  <a:pt x="1118807" y="958386"/>
                </a:lnTo>
                <a:close/>
                <a:moveTo>
                  <a:pt x="5135675" y="951420"/>
                </a:moveTo>
                <a:lnTo>
                  <a:pt x="5158475" y="972982"/>
                </a:lnTo>
                <a:lnTo>
                  <a:pt x="5171504" y="978622"/>
                </a:lnTo>
                <a:lnTo>
                  <a:pt x="5178019" y="997530"/>
                </a:lnTo>
                <a:lnTo>
                  <a:pt x="5168247" y="1006819"/>
                </a:lnTo>
                <a:lnTo>
                  <a:pt x="5171504" y="1014781"/>
                </a:lnTo>
                <a:lnTo>
                  <a:pt x="5164991" y="1043310"/>
                </a:lnTo>
                <a:lnTo>
                  <a:pt x="5142189" y="1021747"/>
                </a:lnTo>
                <a:lnTo>
                  <a:pt x="5112873" y="1009473"/>
                </a:lnTo>
                <a:lnTo>
                  <a:pt x="5119389" y="990564"/>
                </a:lnTo>
                <a:lnTo>
                  <a:pt x="5116131" y="969002"/>
                </a:lnTo>
                <a:lnTo>
                  <a:pt x="5129160" y="963693"/>
                </a:lnTo>
                <a:close/>
                <a:moveTo>
                  <a:pt x="1464404" y="948765"/>
                </a:moveTo>
                <a:lnTo>
                  <a:pt x="1493393" y="951420"/>
                </a:lnTo>
                <a:lnTo>
                  <a:pt x="1464404" y="1009473"/>
                </a:lnTo>
                <a:lnTo>
                  <a:pt x="1479062" y="1063546"/>
                </a:lnTo>
                <a:lnTo>
                  <a:pt x="1490788" y="1041984"/>
                </a:lnTo>
                <a:lnTo>
                  <a:pt x="1481668" y="1006819"/>
                </a:lnTo>
                <a:lnTo>
                  <a:pt x="1493393" y="981275"/>
                </a:lnTo>
                <a:lnTo>
                  <a:pt x="1531829" y="957058"/>
                </a:lnTo>
                <a:lnTo>
                  <a:pt x="1553002" y="958386"/>
                </a:lnTo>
                <a:lnTo>
                  <a:pt x="1559517" y="985257"/>
                </a:lnTo>
                <a:lnTo>
                  <a:pt x="1571568" y="997530"/>
                </a:lnTo>
                <a:lnTo>
                  <a:pt x="1579386" y="1041984"/>
                </a:lnTo>
                <a:lnTo>
                  <a:pt x="1597952" y="1045964"/>
                </a:lnTo>
                <a:lnTo>
                  <a:pt x="1624337" y="1017767"/>
                </a:lnTo>
                <a:lnTo>
                  <a:pt x="1665378" y="1031036"/>
                </a:lnTo>
                <a:lnTo>
                  <a:pt x="1681339" y="1070181"/>
                </a:lnTo>
                <a:lnTo>
                  <a:pt x="1693390" y="1075489"/>
                </a:lnTo>
                <a:lnTo>
                  <a:pt x="1690785" y="1102359"/>
                </a:lnTo>
                <a:lnTo>
                  <a:pt x="1710654" y="1079469"/>
                </a:lnTo>
                <a:lnTo>
                  <a:pt x="1728894" y="1090417"/>
                </a:lnTo>
                <a:lnTo>
                  <a:pt x="1746158" y="1121268"/>
                </a:lnTo>
                <a:lnTo>
                  <a:pt x="1784594" y="1140178"/>
                </a:lnTo>
                <a:lnTo>
                  <a:pt x="1803161" y="1172687"/>
                </a:lnTo>
                <a:lnTo>
                  <a:pt x="1788503" y="1181976"/>
                </a:lnTo>
                <a:lnTo>
                  <a:pt x="1796646" y="1242684"/>
                </a:lnTo>
                <a:lnTo>
                  <a:pt x="1808372" y="1247992"/>
                </a:lnTo>
                <a:lnTo>
                  <a:pt x="1809674" y="1264247"/>
                </a:lnTo>
                <a:lnTo>
                  <a:pt x="1821727" y="1269554"/>
                </a:lnTo>
                <a:lnTo>
                  <a:pt x="1844202" y="1266901"/>
                </a:lnTo>
                <a:lnTo>
                  <a:pt x="1857556" y="1285809"/>
                </a:lnTo>
                <a:lnTo>
                  <a:pt x="1865374" y="1324954"/>
                </a:lnTo>
                <a:lnTo>
                  <a:pt x="1877426" y="1318320"/>
                </a:lnTo>
                <a:lnTo>
                  <a:pt x="1898598" y="1318320"/>
                </a:lnTo>
                <a:lnTo>
                  <a:pt x="1907718" y="1332916"/>
                </a:lnTo>
                <a:lnTo>
                  <a:pt x="1886547" y="1361445"/>
                </a:lnTo>
                <a:lnTo>
                  <a:pt x="1883941" y="1378695"/>
                </a:lnTo>
                <a:lnTo>
                  <a:pt x="1871889" y="1376042"/>
                </a:lnTo>
                <a:lnTo>
                  <a:pt x="1867980" y="1403244"/>
                </a:lnTo>
                <a:lnTo>
                  <a:pt x="1844202" y="1390970"/>
                </a:lnTo>
                <a:lnTo>
                  <a:pt x="1821727" y="1349171"/>
                </a:lnTo>
                <a:lnTo>
                  <a:pt x="1803161" y="1345190"/>
                </a:lnTo>
                <a:lnTo>
                  <a:pt x="1800554" y="1373388"/>
                </a:lnTo>
                <a:lnTo>
                  <a:pt x="1808372" y="1397605"/>
                </a:lnTo>
                <a:lnTo>
                  <a:pt x="1838990" y="1421822"/>
                </a:lnTo>
                <a:lnTo>
                  <a:pt x="1844202" y="1475894"/>
                </a:lnTo>
                <a:lnTo>
                  <a:pt x="1838990" y="1500111"/>
                </a:lnTo>
                <a:lnTo>
                  <a:pt x="1824332" y="1482529"/>
                </a:lnTo>
                <a:lnTo>
                  <a:pt x="1796646" y="1479876"/>
                </a:lnTo>
                <a:lnTo>
                  <a:pt x="1821727" y="1512385"/>
                </a:lnTo>
                <a:lnTo>
                  <a:pt x="1820424" y="1526981"/>
                </a:lnTo>
                <a:lnTo>
                  <a:pt x="1779383" y="1512385"/>
                </a:lnTo>
                <a:lnTo>
                  <a:pt x="1760815" y="1492149"/>
                </a:lnTo>
                <a:lnTo>
                  <a:pt x="1750067" y="1492149"/>
                </a:lnTo>
                <a:lnTo>
                  <a:pt x="1724986" y="1475894"/>
                </a:lnTo>
                <a:lnTo>
                  <a:pt x="1726289" y="1455659"/>
                </a:lnTo>
                <a:lnTo>
                  <a:pt x="1710654" y="1449024"/>
                </a:lnTo>
                <a:lnTo>
                  <a:pt x="1695996" y="1419167"/>
                </a:lnTo>
                <a:lnTo>
                  <a:pt x="1683944" y="1430115"/>
                </a:lnTo>
                <a:lnTo>
                  <a:pt x="1665378" y="1427461"/>
                </a:lnTo>
                <a:lnTo>
                  <a:pt x="1638993" y="1434095"/>
                </a:lnTo>
                <a:lnTo>
                  <a:pt x="1612610" y="1419167"/>
                </a:lnTo>
                <a:lnTo>
                  <a:pt x="1627268" y="1383008"/>
                </a:lnTo>
                <a:lnTo>
                  <a:pt x="1648440" y="1390970"/>
                </a:lnTo>
                <a:lnTo>
                  <a:pt x="1674824" y="1388315"/>
                </a:lnTo>
                <a:lnTo>
                  <a:pt x="1690785" y="1370734"/>
                </a:lnTo>
                <a:lnTo>
                  <a:pt x="1677429" y="1354478"/>
                </a:lnTo>
                <a:lnTo>
                  <a:pt x="1701208" y="1327608"/>
                </a:lnTo>
                <a:lnTo>
                  <a:pt x="1714563" y="1303391"/>
                </a:lnTo>
                <a:lnTo>
                  <a:pt x="1702510" y="1260266"/>
                </a:lnTo>
                <a:lnTo>
                  <a:pt x="1678732" y="1242684"/>
                </a:lnTo>
                <a:lnTo>
                  <a:pt x="1672218" y="1223775"/>
                </a:lnTo>
                <a:lnTo>
                  <a:pt x="1657561" y="1225102"/>
                </a:lnTo>
                <a:lnTo>
                  <a:pt x="1657561" y="1208847"/>
                </a:lnTo>
                <a:lnTo>
                  <a:pt x="1621730" y="1181976"/>
                </a:lnTo>
                <a:lnTo>
                  <a:pt x="1621730" y="1160413"/>
                </a:lnTo>
                <a:lnTo>
                  <a:pt x="1603164" y="1163067"/>
                </a:lnTo>
                <a:lnTo>
                  <a:pt x="1603164" y="1175342"/>
                </a:lnTo>
                <a:lnTo>
                  <a:pt x="1559517" y="1164394"/>
                </a:lnTo>
                <a:lnTo>
                  <a:pt x="1535739" y="1176668"/>
                </a:lnTo>
                <a:lnTo>
                  <a:pt x="1490788" y="1164394"/>
                </a:lnTo>
                <a:lnTo>
                  <a:pt x="1481668" y="1170033"/>
                </a:lnTo>
                <a:lnTo>
                  <a:pt x="1464404" y="1152451"/>
                </a:lnTo>
                <a:lnTo>
                  <a:pt x="1439323" y="1152451"/>
                </a:lnTo>
                <a:lnTo>
                  <a:pt x="1416848" y="1126908"/>
                </a:lnTo>
                <a:lnTo>
                  <a:pt x="1410007" y="1099706"/>
                </a:lnTo>
                <a:lnTo>
                  <a:pt x="1404796" y="1063546"/>
                </a:lnTo>
                <a:lnTo>
                  <a:pt x="1412614" y="1024402"/>
                </a:lnTo>
                <a:lnTo>
                  <a:pt x="1424665" y="985257"/>
                </a:lnTo>
                <a:lnTo>
                  <a:pt x="1445838" y="958386"/>
                </a:lnTo>
                <a:close/>
                <a:moveTo>
                  <a:pt x="5441859" y="944785"/>
                </a:moveTo>
                <a:lnTo>
                  <a:pt x="5467917" y="970328"/>
                </a:lnTo>
                <a:lnTo>
                  <a:pt x="5461401" y="990564"/>
                </a:lnTo>
                <a:lnTo>
                  <a:pt x="5435343" y="982603"/>
                </a:lnTo>
                <a:lnTo>
                  <a:pt x="5422314" y="975968"/>
                </a:lnTo>
                <a:lnTo>
                  <a:pt x="5428829" y="946111"/>
                </a:lnTo>
                <a:close/>
                <a:moveTo>
                  <a:pt x="1234115" y="944785"/>
                </a:moveTo>
                <a:lnTo>
                  <a:pt x="1245841" y="957058"/>
                </a:lnTo>
                <a:lnTo>
                  <a:pt x="1281671" y="948765"/>
                </a:lnTo>
                <a:lnTo>
                  <a:pt x="1269945" y="1000185"/>
                </a:lnTo>
                <a:lnTo>
                  <a:pt x="1293723" y="1017767"/>
                </a:lnTo>
                <a:lnTo>
                  <a:pt x="1297631" y="1036344"/>
                </a:lnTo>
                <a:lnTo>
                  <a:pt x="1288185" y="1070181"/>
                </a:lnTo>
                <a:lnTo>
                  <a:pt x="1269945" y="1079469"/>
                </a:lnTo>
                <a:lnTo>
                  <a:pt x="1257893" y="1102359"/>
                </a:lnTo>
                <a:lnTo>
                  <a:pt x="1245841" y="1097051"/>
                </a:lnTo>
                <a:lnTo>
                  <a:pt x="1238024" y="1075489"/>
                </a:lnTo>
                <a:lnTo>
                  <a:pt x="1222063" y="1051272"/>
                </a:lnTo>
                <a:lnTo>
                  <a:pt x="1202194" y="1043310"/>
                </a:lnTo>
                <a:lnTo>
                  <a:pt x="1186559" y="1019094"/>
                </a:lnTo>
                <a:lnTo>
                  <a:pt x="1198285" y="997530"/>
                </a:lnTo>
                <a:lnTo>
                  <a:pt x="1210337" y="1019094"/>
                </a:lnTo>
                <a:lnTo>
                  <a:pt x="1226298" y="1017767"/>
                </a:lnTo>
                <a:lnTo>
                  <a:pt x="1226298" y="978622"/>
                </a:lnTo>
                <a:lnTo>
                  <a:pt x="1214246" y="954405"/>
                </a:lnTo>
                <a:close/>
                <a:moveTo>
                  <a:pt x="1345188" y="929856"/>
                </a:moveTo>
                <a:lnTo>
                  <a:pt x="1367663" y="942131"/>
                </a:lnTo>
                <a:lnTo>
                  <a:pt x="1403493" y="946111"/>
                </a:lnTo>
                <a:lnTo>
                  <a:pt x="1386229" y="981275"/>
                </a:lnTo>
                <a:lnTo>
                  <a:pt x="1374504" y="1012127"/>
                </a:lnTo>
                <a:lnTo>
                  <a:pt x="1350400" y="1014781"/>
                </a:lnTo>
                <a:lnTo>
                  <a:pt x="1336067" y="1053926"/>
                </a:lnTo>
                <a:lnTo>
                  <a:pt x="1317501" y="1063546"/>
                </a:lnTo>
                <a:lnTo>
                  <a:pt x="1317501" y="1033690"/>
                </a:lnTo>
                <a:lnTo>
                  <a:pt x="1309358" y="1019094"/>
                </a:lnTo>
                <a:lnTo>
                  <a:pt x="1309358" y="957058"/>
                </a:lnTo>
                <a:lnTo>
                  <a:pt x="1317501" y="939477"/>
                </a:lnTo>
                <a:close/>
                <a:moveTo>
                  <a:pt x="5425572" y="921895"/>
                </a:moveTo>
                <a:lnTo>
                  <a:pt x="5425572" y="939477"/>
                </a:lnTo>
                <a:lnTo>
                  <a:pt x="5415801" y="946111"/>
                </a:lnTo>
                <a:lnTo>
                  <a:pt x="5409286" y="927203"/>
                </a:lnTo>
                <a:close/>
                <a:moveTo>
                  <a:pt x="864740" y="905640"/>
                </a:moveTo>
                <a:lnTo>
                  <a:pt x="888518" y="924549"/>
                </a:lnTo>
                <a:lnTo>
                  <a:pt x="928909" y="924549"/>
                </a:lnTo>
                <a:lnTo>
                  <a:pt x="940960" y="936823"/>
                </a:lnTo>
                <a:lnTo>
                  <a:pt x="967019" y="972982"/>
                </a:lnTo>
                <a:lnTo>
                  <a:pt x="900570" y="1024402"/>
                </a:lnTo>
                <a:lnTo>
                  <a:pt x="897964" y="1041984"/>
                </a:lnTo>
                <a:lnTo>
                  <a:pt x="883632" y="1053926"/>
                </a:lnTo>
                <a:lnTo>
                  <a:pt x="874186" y="1090417"/>
                </a:lnTo>
                <a:lnTo>
                  <a:pt x="831516" y="1115961"/>
                </a:lnTo>
                <a:lnTo>
                  <a:pt x="826630" y="1102359"/>
                </a:lnTo>
                <a:lnTo>
                  <a:pt x="814579" y="1079469"/>
                </a:lnTo>
                <a:lnTo>
                  <a:pt x="793406" y="1063546"/>
                </a:lnTo>
                <a:lnTo>
                  <a:pt x="781354" y="1066201"/>
                </a:lnTo>
                <a:lnTo>
                  <a:pt x="790800" y="1036344"/>
                </a:lnTo>
                <a:lnTo>
                  <a:pt x="797967" y="1029709"/>
                </a:lnTo>
                <a:lnTo>
                  <a:pt x="800246" y="997530"/>
                </a:lnTo>
                <a:lnTo>
                  <a:pt x="812299" y="972982"/>
                </a:lnTo>
                <a:lnTo>
                  <a:pt x="812299" y="948765"/>
                </a:lnTo>
                <a:lnTo>
                  <a:pt x="802852" y="917914"/>
                </a:lnTo>
                <a:close/>
                <a:moveTo>
                  <a:pt x="4920695" y="902986"/>
                </a:moveTo>
                <a:lnTo>
                  <a:pt x="4943495" y="915260"/>
                </a:lnTo>
                <a:lnTo>
                  <a:pt x="4936981" y="934169"/>
                </a:lnTo>
                <a:lnTo>
                  <a:pt x="4914181" y="921895"/>
                </a:lnTo>
                <a:close/>
                <a:moveTo>
                  <a:pt x="2658194" y="847917"/>
                </a:moveTo>
                <a:lnTo>
                  <a:pt x="2658194" y="872134"/>
                </a:lnTo>
                <a:lnTo>
                  <a:pt x="2643536" y="873461"/>
                </a:lnTo>
                <a:lnTo>
                  <a:pt x="2643536" y="849244"/>
                </a:lnTo>
                <a:close/>
                <a:moveTo>
                  <a:pt x="5523290" y="844932"/>
                </a:moveTo>
                <a:lnTo>
                  <a:pt x="5552605" y="844932"/>
                </a:lnTo>
                <a:lnTo>
                  <a:pt x="5559120" y="859860"/>
                </a:lnTo>
                <a:lnTo>
                  <a:pt x="5581921" y="857206"/>
                </a:lnTo>
                <a:lnTo>
                  <a:pt x="5591693" y="881423"/>
                </a:lnTo>
                <a:lnTo>
                  <a:pt x="5575406" y="888389"/>
                </a:lnTo>
                <a:lnTo>
                  <a:pt x="5549348" y="888389"/>
                </a:lnTo>
                <a:lnTo>
                  <a:pt x="5513519" y="857206"/>
                </a:lnTo>
                <a:close/>
                <a:moveTo>
                  <a:pt x="1332159" y="832989"/>
                </a:moveTo>
                <a:lnTo>
                  <a:pt x="1345188" y="854552"/>
                </a:lnTo>
                <a:lnTo>
                  <a:pt x="1347794" y="881423"/>
                </a:lnTo>
                <a:lnTo>
                  <a:pt x="1343885" y="897678"/>
                </a:lnTo>
                <a:lnTo>
                  <a:pt x="1329227" y="897678"/>
                </a:lnTo>
                <a:lnTo>
                  <a:pt x="1293723" y="873461"/>
                </a:lnTo>
                <a:lnTo>
                  <a:pt x="1308055" y="836970"/>
                </a:lnTo>
                <a:close/>
                <a:moveTo>
                  <a:pt x="5389741" y="787210"/>
                </a:moveTo>
                <a:lnTo>
                  <a:pt x="5402771" y="811427"/>
                </a:lnTo>
                <a:lnTo>
                  <a:pt x="5415801" y="820715"/>
                </a:lnTo>
                <a:lnTo>
                  <a:pt x="5425572" y="803465"/>
                </a:lnTo>
                <a:lnTo>
                  <a:pt x="5438601" y="796499"/>
                </a:lnTo>
                <a:lnTo>
                  <a:pt x="5451630" y="812754"/>
                </a:lnTo>
                <a:lnTo>
                  <a:pt x="5474431" y="815407"/>
                </a:lnTo>
                <a:lnTo>
                  <a:pt x="5497233" y="836970"/>
                </a:lnTo>
                <a:lnTo>
                  <a:pt x="5484203" y="872134"/>
                </a:lnTo>
                <a:lnTo>
                  <a:pt x="5461401" y="863841"/>
                </a:lnTo>
                <a:lnTo>
                  <a:pt x="5445115" y="873461"/>
                </a:lnTo>
                <a:lnTo>
                  <a:pt x="5412543" y="884077"/>
                </a:lnTo>
                <a:lnTo>
                  <a:pt x="5402771" y="873461"/>
                </a:lnTo>
                <a:lnTo>
                  <a:pt x="5396257" y="896351"/>
                </a:lnTo>
                <a:lnTo>
                  <a:pt x="5376713" y="888058"/>
                </a:lnTo>
                <a:lnTo>
                  <a:pt x="5353912" y="854552"/>
                </a:lnTo>
                <a:lnTo>
                  <a:pt x="5360427" y="808773"/>
                </a:lnTo>
                <a:close/>
                <a:moveTo>
                  <a:pt x="1228903" y="754700"/>
                </a:moveTo>
                <a:lnTo>
                  <a:pt x="1272550" y="764320"/>
                </a:lnTo>
                <a:lnTo>
                  <a:pt x="1276460" y="793845"/>
                </a:lnTo>
                <a:lnTo>
                  <a:pt x="1279065" y="825028"/>
                </a:lnTo>
                <a:lnTo>
                  <a:pt x="1267014" y="839624"/>
                </a:lnTo>
                <a:lnTo>
                  <a:pt x="1269945" y="872134"/>
                </a:lnTo>
                <a:lnTo>
                  <a:pt x="1226298" y="872134"/>
                </a:lnTo>
                <a:lnTo>
                  <a:pt x="1224668" y="844932"/>
                </a:lnTo>
                <a:lnTo>
                  <a:pt x="1186559" y="836970"/>
                </a:lnTo>
                <a:lnTo>
                  <a:pt x="1202194" y="787210"/>
                </a:lnTo>
                <a:close/>
                <a:moveTo>
                  <a:pt x="1071903" y="742758"/>
                </a:moveTo>
                <a:lnTo>
                  <a:pt x="1086234" y="748065"/>
                </a:lnTo>
                <a:lnTo>
                  <a:pt x="1086234" y="791190"/>
                </a:lnTo>
                <a:lnTo>
                  <a:pt x="1109687" y="811427"/>
                </a:lnTo>
                <a:lnTo>
                  <a:pt x="1130860" y="803465"/>
                </a:lnTo>
                <a:lnTo>
                  <a:pt x="1138677" y="827682"/>
                </a:lnTo>
                <a:lnTo>
                  <a:pt x="1124345" y="872134"/>
                </a:lnTo>
                <a:lnTo>
                  <a:pt x="1107081" y="878769"/>
                </a:lnTo>
                <a:lnTo>
                  <a:pt x="1079068" y="869481"/>
                </a:lnTo>
                <a:lnTo>
                  <a:pt x="1067343" y="884077"/>
                </a:lnTo>
                <a:lnTo>
                  <a:pt x="1053010" y="884077"/>
                </a:lnTo>
                <a:lnTo>
                  <a:pt x="1031513" y="908294"/>
                </a:lnTo>
                <a:lnTo>
                  <a:pt x="1007735" y="915260"/>
                </a:lnTo>
                <a:lnTo>
                  <a:pt x="981350" y="896351"/>
                </a:lnTo>
                <a:lnTo>
                  <a:pt x="1010015" y="876116"/>
                </a:lnTo>
                <a:lnTo>
                  <a:pt x="959853" y="876116"/>
                </a:lnTo>
                <a:lnTo>
                  <a:pt x="928909" y="859860"/>
                </a:lnTo>
                <a:lnTo>
                  <a:pt x="943241" y="793845"/>
                </a:lnTo>
                <a:lnTo>
                  <a:pt x="974185" y="764320"/>
                </a:lnTo>
                <a:lnTo>
                  <a:pt x="988516" y="787210"/>
                </a:lnTo>
                <a:lnTo>
                  <a:pt x="1007735" y="784556"/>
                </a:lnTo>
                <a:lnTo>
                  <a:pt x="1022066" y="815407"/>
                </a:lnTo>
                <a:lnTo>
                  <a:pt x="1036073" y="830336"/>
                </a:lnTo>
                <a:lnTo>
                  <a:pt x="1079068" y="836970"/>
                </a:lnTo>
                <a:lnTo>
                  <a:pt x="1067343" y="818062"/>
                </a:lnTo>
                <a:lnTo>
                  <a:pt x="1071903" y="796499"/>
                </a:lnTo>
                <a:lnTo>
                  <a:pt x="1053010" y="781902"/>
                </a:lnTo>
                <a:close/>
                <a:moveTo>
                  <a:pt x="4145464" y="726503"/>
                </a:moveTo>
                <a:lnTo>
                  <a:pt x="4165009" y="730483"/>
                </a:lnTo>
                <a:lnTo>
                  <a:pt x="4171522" y="742758"/>
                </a:lnTo>
                <a:lnTo>
                  <a:pt x="4171522" y="762993"/>
                </a:lnTo>
                <a:lnTo>
                  <a:pt x="4161751" y="781902"/>
                </a:lnTo>
                <a:lnTo>
                  <a:pt x="4135693" y="799152"/>
                </a:lnTo>
                <a:lnTo>
                  <a:pt x="4044489" y="847917"/>
                </a:lnTo>
                <a:lnTo>
                  <a:pt x="4021688" y="873461"/>
                </a:lnTo>
                <a:lnTo>
                  <a:pt x="4021688" y="888389"/>
                </a:lnTo>
                <a:lnTo>
                  <a:pt x="4005401" y="896351"/>
                </a:lnTo>
                <a:lnTo>
                  <a:pt x="3995630" y="924549"/>
                </a:lnTo>
                <a:lnTo>
                  <a:pt x="3976086" y="936823"/>
                </a:lnTo>
                <a:lnTo>
                  <a:pt x="3979344" y="951420"/>
                </a:lnTo>
                <a:lnTo>
                  <a:pt x="3959799" y="987910"/>
                </a:lnTo>
                <a:lnTo>
                  <a:pt x="3927227" y="975968"/>
                </a:lnTo>
                <a:lnTo>
                  <a:pt x="3914198" y="975968"/>
                </a:lnTo>
                <a:lnTo>
                  <a:pt x="3907683" y="954405"/>
                </a:lnTo>
                <a:lnTo>
                  <a:pt x="3930485" y="929856"/>
                </a:lnTo>
                <a:lnTo>
                  <a:pt x="3936998" y="897678"/>
                </a:lnTo>
                <a:lnTo>
                  <a:pt x="3953285" y="893698"/>
                </a:lnTo>
                <a:lnTo>
                  <a:pt x="3953285" y="878769"/>
                </a:lnTo>
                <a:lnTo>
                  <a:pt x="3963057" y="847917"/>
                </a:lnTo>
                <a:lnTo>
                  <a:pt x="3985857" y="832989"/>
                </a:lnTo>
                <a:lnTo>
                  <a:pt x="3998887" y="812754"/>
                </a:lnTo>
                <a:lnTo>
                  <a:pt x="4015173" y="803465"/>
                </a:lnTo>
                <a:lnTo>
                  <a:pt x="4044489" y="778917"/>
                </a:lnTo>
                <a:lnTo>
                  <a:pt x="4057517" y="788537"/>
                </a:lnTo>
                <a:lnTo>
                  <a:pt x="4086833" y="778917"/>
                </a:lnTo>
                <a:lnTo>
                  <a:pt x="4129177" y="738776"/>
                </a:lnTo>
                <a:close/>
                <a:moveTo>
                  <a:pt x="1308055" y="721195"/>
                </a:moveTo>
                <a:lnTo>
                  <a:pt x="1343885" y="733137"/>
                </a:lnTo>
                <a:lnTo>
                  <a:pt x="1355937" y="757353"/>
                </a:lnTo>
                <a:lnTo>
                  <a:pt x="1383624" y="750719"/>
                </a:lnTo>
                <a:lnTo>
                  <a:pt x="1391441" y="793845"/>
                </a:lnTo>
                <a:lnTo>
                  <a:pt x="1388836" y="812754"/>
                </a:lnTo>
                <a:lnTo>
                  <a:pt x="1404796" y="806119"/>
                </a:lnTo>
                <a:lnTo>
                  <a:pt x="1439323" y="836970"/>
                </a:lnTo>
                <a:lnTo>
                  <a:pt x="1454958" y="830336"/>
                </a:lnTo>
                <a:lnTo>
                  <a:pt x="1469616" y="844932"/>
                </a:lnTo>
                <a:lnTo>
                  <a:pt x="1511960" y="815407"/>
                </a:lnTo>
                <a:lnTo>
                  <a:pt x="1541275" y="815407"/>
                </a:lnTo>
                <a:lnTo>
                  <a:pt x="1576780" y="830336"/>
                </a:lnTo>
                <a:lnTo>
                  <a:pt x="1591438" y="847917"/>
                </a:lnTo>
                <a:lnTo>
                  <a:pt x="1588832" y="872134"/>
                </a:lnTo>
                <a:lnTo>
                  <a:pt x="1576780" y="902986"/>
                </a:lnTo>
                <a:lnTo>
                  <a:pt x="1550396" y="909621"/>
                </a:lnTo>
                <a:lnTo>
                  <a:pt x="1522709" y="900332"/>
                </a:lnTo>
                <a:lnTo>
                  <a:pt x="1508051" y="908294"/>
                </a:lnTo>
                <a:lnTo>
                  <a:pt x="1448443" y="909621"/>
                </a:lnTo>
                <a:lnTo>
                  <a:pt x="1422060" y="900332"/>
                </a:lnTo>
                <a:lnTo>
                  <a:pt x="1407402" y="905640"/>
                </a:lnTo>
                <a:lnTo>
                  <a:pt x="1381018" y="897678"/>
                </a:lnTo>
                <a:lnTo>
                  <a:pt x="1365058" y="859860"/>
                </a:lnTo>
                <a:lnTo>
                  <a:pt x="1371571" y="832989"/>
                </a:lnTo>
                <a:lnTo>
                  <a:pt x="1357240" y="787210"/>
                </a:lnTo>
                <a:lnTo>
                  <a:pt x="1324016" y="781902"/>
                </a:lnTo>
                <a:lnTo>
                  <a:pt x="1305449" y="772282"/>
                </a:lnTo>
                <a:lnTo>
                  <a:pt x="1288185" y="733137"/>
                </a:lnTo>
                <a:close/>
                <a:moveTo>
                  <a:pt x="910017" y="699631"/>
                </a:moveTo>
                <a:lnTo>
                  <a:pt x="940960" y="702286"/>
                </a:lnTo>
                <a:lnTo>
                  <a:pt x="957572" y="750719"/>
                </a:lnTo>
                <a:lnTo>
                  <a:pt x="950407" y="760340"/>
                </a:lnTo>
                <a:lnTo>
                  <a:pt x="926629" y="781902"/>
                </a:lnTo>
                <a:lnTo>
                  <a:pt x="907736" y="769628"/>
                </a:lnTo>
                <a:lnTo>
                  <a:pt x="893405" y="808773"/>
                </a:lnTo>
                <a:lnTo>
                  <a:pt x="843242" y="808773"/>
                </a:lnTo>
                <a:lnTo>
                  <a:pt x="833796" y="796499"/>
                </a:lnTo>
                <a:lnTo>
                  <a:pt x="843242" y="774935"/>
                </a:lnTo>
                <a:lnTo>
                  <a:pt x="857574" y="769628"/>
                </a:lnTo>
                <a:lnTo>
                  <a:pt x="883632" y="726503"/>
                </a:lnTo>
                <a:close/>
                <a:moveTo>
                  <a:pt x="4787147" y="672429"/>
                </a:moveTo>
                <a:lnTo>
                  <a:pt x="4816463" y="693992"/>
                </a:lnTo>
                <a:lnTo>
                  <a:pt x="4809947" y="718541"/>
                </a:lnTo>
                <a:lnTo>
                  <a:pt x="4839263" y="726503"/>
                </a:lnTo>
                <a:lnTo>
                  <a:pt x="4842521" y="733137"/>
                </a:lnTo>
                <a:lnTo>
                  <a:pt x="4822977" y="764320"/>
                </a:lnTo>
                <a:lnTo>
                  <a:pt x="4849035" y="762993"/>
                </a:lnTo>
                <a:lnTo>
                  <a:pt x="4849035" y="748065"/>
                </a:lnTo>
                <a:lnTo>
                  <a:pt x="4904409" y="745411"/>
                </a:lnTo>
                <a:lnTo>
                  <a:pt x="4933723" y="778917"/>
                </a:lnTo>
                <a:lnTo>
                  <a:pt x="4943495" y="784556"/>
                </a:lnTo>
                <a:lnTo>
                  <a:pt x="4953268" y="812754"/>
                </a:lnTo>
                <a:lnTo>
                  <a:pt x="4946753" y="827682"/>
                </a:lnTo>
                <a:lnTo>
                  <a:pt x="4950010" y="854552"/>
                </a:lnTo>
                <a:lnTo>
                  <a:pt x="4936981" y="873461"/>
                </a:lnTo>
                <a:lnTo>
                  <a:pt x="4923952" y="881423"/>
                </a:lnTo>
                <a:lnTo>
                  <a:pt x="4917437" y="896351"/>
                </a:lnTo>
                <a:lnTo>
                  <a:pt x="4884865" y="915260"/>
                </a:lnTo>
                <a:lnTo>
                  <a:pt x="4881607" y="927203"/>
                </a:lnTo>
                <a:lnTo>
                  <a:pt x="4868579" y="936823"/>
                </a:lnTo>
                <a:lnTo>
                  <a:pt x="4855550" y="961040"/>
                </a:lnTo>
                <a:lnTo>
                  <a:pt x="4836005" y="963693"/>
                </a:lnTo>
                <a:lnTo>
                  <a:pt x="4819719" y="994545"/>
                </a:lnTo>
                <a:lnTo>
                  <a:pt x="4845777" y="993218"/>
                </a:lnTo>
                <a:lnTo>
                  <a:pt x="4888123" y="970328"/>
                </a:lnTo>
                <a:lnTo>
                  <a:pt x="4878350" y="951420"/>
                </a:lnTo>
                <a:lnTo>
                  <a:pt x="4891379" y="939477"/>
                </a:lnTo>
                <a:lnTo>
                  <a:pt x="4920695" y="958386"/>
                </a:lnTo>
                <a:lnTo>
                  <a:pt x="4933723" y="957058"/>
                </a:lnTo>
                <a:lnTo>
                  <a:pt x="4946753" y="970328"/>
                </a:lnTo>
                <a:lnTo>
                  <a:pt x="4976068" y="958386"/>
                </a:lnTo>
                <a:lnTo>
                  <a:pt x="5011899" y="966348"/>
                </a:lnTo>
                <a:lnTo>
                  <a:pt x="5034699" y="966348"/>
                </a:lnTo>
                <a:lnTo>
                  <a:pt x="5034699" y="990564"/>
                </a:lnTo>
                <a:lnTo>
                  <a:pt x="5057499" y="1000185"/>
                </a:lnTo>
                <a:lnTo>
                  <a:pt x="5093331" y="1009473"/>
                </a:lnTo>
                <a:lnTo>
                  <a:pt x="5119389" y="1019094"/>
                </a:lnTo>
                <a:lnTo>
                  <a:pt x="5142189" y="1024402"/>
                </a:lnTo>
                <a:lnTo>
                  <a:pt x="5164991" y="1045964"/>
                </a:lnTo>
                <a:lnTo>
                  <a:pt x="5191049" y="1041984"/>
                </a:lnTo>
                <a:lnTo>
                  <a:pt x="5220363" y="1087763"/>
                </a:lnTo>
                <a:lnTo>
                  <a:pt x="5230136" y="1111980"/>
                </a:lnTo>
                <a:lnTo>
                  <a:pt x="5249679" y="1130888"/>
                </a:lnTo>
                <a:lnTo>
                  <a:pt x="5259451" y="1123923"/>
                </a:lnTo>
                <a:lnTo>
                  <a:pt x="5278995" y="1067527"/>
                </a:lnTo>
                <a:lnTo>
                  <a:pt x="5288767" y="1085109"/>
                </a:lnTo>
                <a:lnTo>
                  <a:pt x="5311567" y="1097051"/>
                </a:lnTo>
                <a:lnTo>
                  <a:pt x="5334367" y="1082456"/>
                </a:lnTo>
                <a:lnTo>
                  <a:pt x="5347397" y="1085109"/>
                </a:lnTo>
                <a:lnTo>
                  <a:pt x="5363683" y="1099706"/>
                </a:lnTo>
                <a:lnTo>
                  <a:pt x="5373455" y="1085109"/>
                </a:lnTo>
                <a:lnTo>
                  <a:pt x="5386485" y="1082456"/>
                </a:lnTo>
                <a:lnTo>
                  <a:pt x="5396257" y="1090417"/>
                </a:lnTo>
                <a:lnTo>
                  <a:pt x="5406028" y="1087763"/>
                </a:lnTo>
                <a:lnTo>
                  <a:pt x="5399514" y="1066201"/>
                </a:lnTo>
                <a:lnTo>
                  <a:pt x="5406028" y="1048618"/>
                </a:lnTo>
                <a:lnTo>
                  <a:pt x="5425572" y="1019094"/>
                </a:lnTo>
                <a:lnTo>
                  <a:pt x="5435343" y="1017767"/>
                </a:lnTo>
                <a:lnTo>
                  <a:pt x="5467917" y="1021747"/>
                </a:lnTo>
                <a:lnTo>
                  <a:pt x="5493975" y="1036344"/>
                </a:lnTo>
                <a:lnTo>
                  <a:pt x="5490717" y="1048618"/>
                </a:lnTo>
                <a:lnTo>
                  <a:pt x="5533062" y="1041984"/>
                </a:lnTo>
                <a:lnTo>
                  <a:pt x="5552605" y="1043310"/>
                </a:lnTo>
                <a:lnTo>
                  <a:pt x="5575406" y="1053926"/>
                </a:lnTo>
                <a:lnTo>
                  <a:pt x="5581921" y="1063546"/>
                </a:lnTo>
                <a:lnTo>
                  <a:pt x="5575406" y="1082456"/>
                </a:lnTo>
                <a:lnTo>
                  <a:pt x="5607979" y="1102359"/>
                </a:lnTo>
                <a:lnTo>
                  <a:pt x="5627523" y="1126908"/>
                </a:lnTo>
                <a:lnTo>
                  <a:pt x="5643809" y="1123923"/>
                </a:lnTo>
                <a:lnTo>
                  <a:pt x="5682896" y="1111980"/>
                </a:lnTo>
                <a:lnTo>
                  <a:pt x="5718727" y="1114633"/>
                </a:lnTo>
                <a:lnTo>
                  <a:pt x="5748041" y="1136196"/>
                </a:lnTo>
                <a:lnTo>
                  <a:pt x="5757814" y="1157760"/>
                </a:lnTo>
                <a:lnTo>
                  <a:pt x="5748041" y="1175342"/>
                </a:lnTo>
                <a:lnTo>
                  <a:pt x="5770843" y="1188942"/>
                </a:lnTo>
                <a:lnTo>
                  <a:pt x="5780614" y="1200885"/>
                </a:lnTo>
                <a:lnTo>
                  <a:pt x="5793643" y="1188942"/>
                </a:lnTo>
                <a:lnTo>
                  <a:pt x="5826216" y="1181976"/>
                </a:lnTo>
                <a:lnTo>
                  <a:pt x="5832731" y="1191597"/>
                </a:lnTo>
                <a:lnTo>
                  <a:pt x="5875075" y="1196904"/>
                </a:lnTo>
                <a:lnTo>
                  <a:pt x="5891361" y="1181976"/>
                </a:lnTo>
                <a:lnTo>
                  <a:pt x="5901133" y="1194250"/>
                </a:lnTo>
                <a:lnTo>
                  <a:pt x="5897877" y="1206193"/>
                </a:lnTo>
                <a:lnTo>
                  <a:pt x="5917419" y="1218467"/>
                </a:lnTo>
                <a:lnTo>
                  <a:pt x="5917419" y="1230409"/>
                </a:lnTo>
                <a:lnTo>
                  <a:pt x="5936964" y="1230409"/>
                </a:lnTo>
                <a:lnTo>
                  <a:pt x="5946735" y="1218467"/>
                </a:lnTo>
                <a:lnTo>
                  <a:pt x="5940221" y="1191597"/>
                </a:lnTo>
                <a:lnTo>
                  <a:pt x="5936964" y="1164394"/>
                </a:lnTo>
                <a:lnTo>
                  <a:pt x="5976050" y="1172687"/>
                </a:lnTo>
                <a:lnTo>
                  <a:pt x="5982565" y="1176668"/>
                </a:lnTo>
                <a:lnTo>
                  <a:pt x="6034682" y="1175342"/>
                </a:lnTo>
                <a:lnTo>
                  <a:pt x="6080283" y="1206193"/>
                </a:lnTo>
                <a:lnTo>
                  <a:pt x="6090055" y="1208847"/>
                </a:lnTo>
                <a:lnTo>
                  <a:pt x="6103084" y="1221121"/>
                </a:lnTo>
                <a:lnTo>
                  <a:pt x="6112856" y="1225102"/>
                </a:lnTo>
                <a:lnTo>
                  <a:pt x="6122629" y="1233395"/>
                </a:lnTo>
                <a:lnTo>
                  <a:pt x="6125885" y="1242684"/>
                </a:lnTo>
                <a:lnTo>
                  <a:pt x="6132400" y="1247992"/>
                </a:lnTo>
                <a:lnTo>
                  <a:pt x="6184516" y="1284483"/>
                </a:lnTo>
                <a:lnTo>
                  <a:pt x="6194287" y="1324954"/>
                </a:lnTo>
                <a:lnTo>
                  <a:pt x="6200803" y="1332916"/>
                </a:lnTo>
                <a:lnTo>
                  <a:pt x="6207317" y="1324954"/>
                </a:lnTo>
                <a:lnTo>
                  <a:pt x="6200803" y="1312680"/>
                </a:lnTo>
                <a:lnTo>
                  <a:pt x="6210574" y="1308699"/>
                </a:lnTo>
                <a:lnTo>
                  <a:pt x="6230118" y="1318320"/>
                </a:lnTo>
                <a:lnTo>
                  <a:pt x="6239889" y="1318320"/>
                </a:lnTo>
                <a:lnTo>
                  <a:pt x="6272463" y="1351825"/>
                </a:lnTo>
                <a:lnTo>
                  <a:pt x="6282234" y="1354478"/>
                </a:lnTo>
                <a:lnTo>
                  <a:pt x="6265947" y="1366753"/>
                </a:lnTo>
                <a:lnTo>
                  <a:pt x="6265947" y="1376042"/>
                </a:lnTo>
                <a:lnTo>
                  <a:pt x="6259433" y="1378695"/>
                </a:lnTo>
                <a:lnTo>
                  <a:pt x="6243147" y="1381682"/>
                </a:lnTo>
                <a:lnTo>
                  <a:pt x="6236633" y="1390970"/>
                </a:lnTo>
                <a:lnTo>
                  <a:pt x="6236633" y="1400258"/>
                </a:lnTo>
                <a:lnTo>
                  <a:pt x="6230118" y="1407225"/>
                </a:lnTo>
                <a:lnTo>
                  <a:pt x="6226860" y="1419167"/>
                </a:lnTo>
                <a:lnTo>
                  <a:pt x="6236633" y="1421822"/>
                </a:lnTo>
                <a:lnTo>
                  <a:pt x="6223603" y="1431442"/>
                </a:lnTo>
                <a:lnTo>
                  <a:pt x="6207317" y="1427461"/>
                </a:lnTo>
                <a:lnTo>
                  <a:pt x="6197545" y="1415187"/>
                </a:lnTo>
                <a:lnTo>
                  <a:pt x="6184516" y="1409879"/>
                </a:lnTo>
                <a:lnTo>
                  <a:pt x="6174745" y="1403244"/>
                </a:lnTo>
                <a:lnTo>
                  <a:pt x="6171487" y="1383008"/>
                </a:lnTo>
                <a:lnTo>
                  <a:pt x="6155201" y="1376042"/>
                </a:lnTo>
                <a:lnTo>
                  <a:pt x="6145429" y="1381682"/>
                </a:lnTo>
                <a:lnTo>
                  <a:pt x="6132400" y="1383008"/>
                </a:lnTo>
                <a:lnTo>
                  <a:pt x="6122629" y="1366753"/>
                </a:lnTo>
                <a:lnTo>
                  <a:pt x="6129142" y="1351825"/>
                </a:lnTo>
                <a:lnTo>
                  <a:pt x="6109599" y="1354478"/>
                </a:lnTo>
                <a:lnTo>
                  <a:pt x="6106342" y="1364100"/>
                </a:lnTo>
                <a:lnTo>
                  <a:pt x="6116113" y="1378695"/>
                </a:lnTo>
                <a:lnTo>
                  <a:pt x="6109599" y="1393624"/>
                </a:lnTo>
                <a:lnTo>
                  <a:pt x="6103084" y="1400258"/>
                </a:lnTo>
                <a:lnTo>
                  <a:pt x="6093313" y="1409879"/>
                </a:lnTo>
                <a:lnTo>
                  <a:pt x="6083541" y="1415187"/>
                </a:lnTo>
                <a:lnTo>
                  <a:pt x="6060740" y="1415187"/>
                </a:lnTo>
                <a:lnTo>
                  <a:pt x="6063997" y="1434095"/>
                </a:lnTo>
                <a:lnTo>
                  <a:pt x="6073769" y="1430115"/>
                </a:lnTo>
                <a:lnTo>
                  <a:pt x="6080283" y="1446369"/>
                </a:lnTo>
                <a:lnTo>
                  <a:pt x="6080283" y="1467932"/>
                </a:lnTo>
                <a:lnTo>
                  <a:pt x="6093313" y="1478548"/>
                </a:lnTo>
                <a:lnTo>
                  <a:pt x="6096569" y="1494803"/>
                </a:lnTo>
                <a:lnTo>
                  <a:pt x="6086798" y="1509731"/>
                </a:lnTo>
                <a:lnTo>
                  <a:pt x="6057483" y="1500111"/>
                </a:lnTo>
                <a:lnTo>
                  <a:pt x="6054225" y="1492149"/>
                </a:lnTo>
                <a:lnTo>
                  <a:pt x="6037939" y="1509731"/>
                </a:lnTo>
                <a:lnTo>
                  <a:pt x="6008624" y="1528308"/>
                </a:lnTo>
                <a:lnTo>
                  <a:pt x="5998851" y="1526981"/>
                </a:lnTo>
                <a:lnTo>
                  <a:pt x="5963021" y="1563473"/>
                </a:lnTo>
                <a:lnTo>
                  <a:pt x="5940221" y="1579728"/>
                </a:lnTo>
                <a:lnTo>
                  <a:pt x="5936964" y="1597310"/>
                </a:lnTo>
                <a:lnTo>
                  <a:pt x="5923935" y="1579728"/>
                </a:lnTo>
                <a:lnTo>
                  <a:pt x="5901133" y="1572761"/>
                </a:lnTo>
                <a:lnTo>
                  <a:pt x="5878332" y="1582382"/>
                </a:lnTo>
                <a:lnTo>
                  <a:pt x="5865303" y="1599964"/>
                </a:lnTo>
                <a:lnTo>
                  <a:pt x="5865303" y="1577074"/>
                </a:lnTo>
                <a:lnTo>
                  <a:pt x="5845759" y="1591670"/>
                </a:lnTo>
                <a:lnTo>
                  <a:pt x="5819701" y="1594324"/>
                </a:lnTo>
                <a:lnTo>
                  <a:pt x="5806673" y="1630815"/>
                </a:lnTo>
                <a:lnTo>
                  <a:pt x="5793643" y="1648397"/>
                </a:lnTo>
                <a:lnTo>
                  <a:pt x="5793643" y="1669959"/>
                </a:lnTo>
                <a:lnTo>
                  <a:pt x="5803415" y="1664652"/>
                </a:lnTo>
                <a:lnTo>
                  <a:pt x="5813187" y="1672614"/>
                </a:lnTo>
                <a:lnTo>
                  <a:pt x="5803415" y="1684888"/>
                </a:lnTo>
                <a:lnTo>
                  <a:pt x="5806673" y="1703797"/>
                </a:lnTo>
                <a:lnTo>
                  <a:pt x="5813187" y="1706451"/>
                </a:lnTo>
                <a:lnTo>
                  <a:pt x="5813187" y="1722374"/>
                </a:lnTo>
                <a:lnTo>
                  <a:pt x="5800158" y="1721048"/>
                </a:lnTo>
                <a:lnTo>
                  <a:pt x="5790387" y="1725360"/>
                </a:lnTo>
                <a:lnTo>
                  <a:pt x="5783872" y="1739956"/>
                </a:lnTo>
                <a:lnTo>
                  <a:pt x="5783872" y="1773793"/>
                </a:lnTo>
                <a:lnTo>
                  <a:pt x="5770843" y="1773793"/>
                </a:lnTo>
                <a:lnTo>
                  <a:pt x="5754556" y="1785735"/>
                </a:lnTo>
                <a:lnTo>
                  <a:pt x="5748041" y="1812938"/>
                </a:lnTo>
                <a:lnTo>
                  <a:pt x="5731755" y="1827534"/>
                </a:lnTo>
                <a:lnTo>
                  <a:pt x="5725241" y="1852083"/>
                </a:lnTo>
                <a:lnTo>
                  <a:pt x="5699182" y="1878954"/>
                </a:lnTo>
                <a:lnTo>
                  <a:pt x="5695925" y="1864026"/>
                </a:lnTo>
                <a:lnTo>
                  <a:pt x="5692669" y="1843789"/>
                </a:lnTo>
                <a:lnTo>
                  <a:pt x="5686153" y="1824881"/>
                </a:lnTo>
                <a:lnTo>
                  <a:pt x="5679639" y="1749577"/>
                </a:lnTo>
                <a:lnTo>
                  <a:pt x="5679639" y="1728013"/>
                </a:lnTo>
                <a:lnTo>
                  <a:pt x="5686153" y="1706451"/>
                </a:lnTo>
                <a:lnTo>
                  <a:pt x="5699182" y="1694176"/>
                </a:lnTo>
                <a:lnTo>
                  <a:pt x="5715469" y="1661999"/>
                </a:lnTo>
                <a:lnTo>
                  <a:pt x="5721983" y="1661999"/>
                </a:lnTo>
                <a:lnTo>
                  <a:pt x="5748041" y="1636122"/>
                </a:lnTo>
                <a:lnTo>
                  <a:pt x="5754556" y="1624180"/>
                </a:lnTo>
                <a:lnTo>
                  <a:pt x="5770843" y="1609252"/>
                </a:lnTo>
                <a:lnTo>
                  <a:pt x="5787129" y="1579728"/>
                </a:lnTo>
                <a:lnTo>
                  <a:pt x="5813187" y="1564800"/>
                </a:lnTo>
                <a:lnTo>
                  <a:pt x="5826216" y="1528308"/>
                </a:lnTo>
                <a:lnTo>
                  <a:pt x="5829473" y="1494803"/>
                </a:lnTo>
                <a:lnTo>
                  <a:pt x="5813187" y="1500111"/>
                </a:lnTo>
                <a:lnTo>
                  <a:pt x="5806673" y="1528308"/>
                </a:lnTo>
                <a:lnTo>
                  <a:pt x="5767585" y="1567453"/>
                </a:lnTo>
                <a:lnTo>
                  <a:pt x="5751299" y="1548545"/>
                </a:lnTo>
                <a:lnTo>
                  <a:pt x="5744785" y="1526981"/>
                </a:lnTo>
                <a:lnTo>
                  <a:pt x="5712211" y="1528308"/>
                </a:lnTo>
                <a:lnTo>
                  <a:pt x="5699182" y="1539256"/>
                </a:lnTo>
                <a:lnTo>
                  <a:pt x="5682896" y="1567453"/>
                </a:lnTo>
                <a:lnTo>
                  <a:pt x="5669867" y="1582382"/>
                </a:lnTo>
                <a:lnTo>
                  <a:pt x="5653581" y="1599964"/>
                </a:lnTo>
                <a:lnTo>
                  <a:pt x="5656838" y="1625507"/>
                </a:lnTo>
                <a:lnTo>
                  <a:pt x="5640551" y="1621527"/>
                </a:lnTo>
                <a:lnTo>
                  <a:pt x="5630780" y="1633469"/>
                </a:lnTo>
                <a:lnTo>
                  <a:pt x="5621009" y="1628161"/>
                </a:lnTo>
                <a:lnTo>
                  <a:pt x="5604722" y="1609252"/>
                </a:lnTo>
                <a:lnTo>
                  <a:pt x="5591693" y="1609252"/>
                </a:lnTo>
                <a:lnTo>
                  <a:pt x="5575406" y="1603944"/>
                </a:lnTo>
                <a:lnTo>
                  <a:pt x="5565635" y="1611906"/>
                </a:lnTo>
                <a:lnTo>
                  <a:pt x="5539577" y="1621527"/>
                </a:lnTo>
                <a:lnTo>
                  <a:pt x="5507004" y="1613233"/>
                </a:lnTo>
                <a:lnTo>
                  <a:pt x="5464659" y="1615887"/>
                </a:lnTo>
                <a:lnTo>
                  <a:pt x="5451630" y="1621527"/>
                </a:lnTo>
                <a:lnTo>
                  <a:pt x="5438601" y="1640435"/>
                </a:lnTo>
                <a:lnTo>
                  <a:pt x="5419057" y="1655032"/>
                </a:lnTo>
                <a:lnTo>
                  <a:pt x="5415801" y="1669959"/>
                </a:lnTo>
                <a:lnTo>
                  <a:pt x="5409286" y="1672614"/>
                </a:lnTo>
                <a:lnTo>
                  <a:pt x="5373455" y="1710431"/>
                </a:lnTo>
                <a:lnTo>
                  <a:pt x="5360427" y="1730668"/>
                </a:lnTo>
                <a:lnTo>
                  <a:pt x="5324596" y="1764173"/>
                </a:lnTo>
                <a:lnTo>
                  <a:pt x="5334367" y="1773793"/>
                </a:lnTo>
                <a:lnTo>
                  <a:pt x="5353912" y="1773793"/>
                </a:lnTo>
                <a:lnTo>
                  <a:pt x="5350654" y="1794029"/>
                </a:lnTo>
                <a:lnTo>
                  <a:pt x="5360427" y="1805972"/>
                </a:lnTo>
                <a:lnTo>
                  <a:pt x="5383228" y="1803318"/>
                </a:lnTo>
                <a:lnTo>
                  <a:pt x="5386485" y="1788722"/>
                </a:lnTo>
                <a:lnTo>
                  <a:pt x="5402771" y="1783082"/>
                </a:lnTo>
                <a:lnTo>
                  <a:pt x="5432087" y="1815592"/>
                </a:lnTo>
                <a:lnTo>
                  <a:pt x="5425572" y="1819573"/>
                </a:lnTo>
                <a:lnTo>
                  <a:pt x="5432087" y="1843789"/>
                </a:lnTo>
                <a:lnTo>
                  <a:pt x="5419057" y="1868006"/>
                </a:lnTo>
                <a:lnTo>
                  <a:pt x="5415801" y="1890896"/>
                </a:lnTo>
                <a:lnTo>
                  <a:pt x="5415801" y="1916771"/>
                </a:lnTo>
                <a:lnTo>
                  <a:pt x="5412543" y="1948950"/>
                </a:lnTo>
                <a:lnTo>
                  <a:pt x="5396257" y="1965205"/>
                </a:lnTo>
                <a:lnTo>
                  <a:pt x="5383228" y="1985441"/>
                </a:lnTo>
                <a:lnTo>
                  <a:pt x="5379970" y="1997384"/>
                </a:lnTo>
                <a:lnTo>
                  <a:pt x="5366941" y="2016292"/>
                </a:lnTo>
                <a:lnTo>
                  <a:pt x="5334367" y="2052784"/>
                </a:lnTo>
                <a:lnTo>
                  <a:pt x="5324596" y="2074346"/>
                </a:lnTo>
                <a:lnTo>
                  <a:pt x="5301795" y="2089274"/>
                </a:lnTo>
                <a:lnTo>
                  <a:pt x="5285509" y="2091928"/>
                </a:lnTo>
                <a:lnTo>
                  <a:pt x="5275737" y="2082308"/>
                </a:lnTo>
                <a:lnTo>
                  <a:pt x="5249679" y="2094582"/>
                </a:lnTo>
                <a:lnTo>
                  <a:pt x="5246422" y="2103871"/>
                </a:lnTo>
                <a:lnTo>
                  <a:pt x="5239907" y="2103871"/>
                </a:lnTo>
                <a:lnTo>
                  <a:pt x="5226878" y="2121453"/>
                </a:lnTo>
                <a:lnTo>
                  <a:pt x="5226878" y="2137708"/>
                </a:lnTo>
                <a:lnTo>
                  <a:pt x="5204077" y="2155290"/>
                </a:lnTo>
                <a:lnTo>
                  <a:pt x="5191049" y="2164578"/>
                </a:lnTo>
                <a:lnTo>
                  <a:pt x="5191049" y="2176853"/>
                </a:lnTo>
                <a:lnTo>
                  <a:pt x="5204077" y="2188795"/>
                </a:lnTo>
                <a:lnTo>
                  <a:pt x="5210591" y="2201070"/>
                </a:lnTo>
                <a:lnTo>
                  <a:pt x="5220363" y="2219979"/>
                </a:lnTo>
                <a:lnTo>
                  <a:pt x="5223621" y="2231921"/>
                </a:lnTo>
                <a:lnTo>
                  <a:pt x="5223621" y="2256137"/>
                </a:lnTo>
                <a:lnTo>
                  <a:pt x="5220363" y="2267084"/>
                </a:lnTo>
                <a:lnTo>
                  <a:pt x="5207335" y="2271066"/>
                </a:lnTo>
                <a:lnTo>
                  <a:pt x="5200820" y="2268412"/>
                </a:lnTo>
                <a:lnTo>
                  <a:pt x="5184533" y="2276374"/>
                </a:lnTo>
                <a:lnTo>
                  <a:pt x="5168247" y="2279027"/>
                </a:lnTo>
                <a:lnTo>
                  <a:pt x="5174762" y="2244195"/>
                </a:lnTo>
                <a:lnTo>
                  <a:pt x="5171504" y="2230594"/>
                </a:lnTo>
                <a:lnTo>
                  <a:pt x="5178019" y="2225286"/>
                </a:lnTo>
                <a:lnTo>
                  <a:pt x="5174762" y="2210358"/>
                </a:lnTo>
                <a:lnTo>
                  <a:pt x="5178019" y="2206377"/>
                </a:lnTo>
                <a:lnTo>
                  <a:pt x="5155218" y="2206377"/>
                </a:lnTo>
                <a:lnTo>
                  <a:pt x="5142189" y="2198415"/>
                </a:lnTo>
                <a:lnTo>
                  <a:pt x="5151961" y="2176853"/>
                </a:lnTo>
                <a:lnTo>
                  <a:pt x="5151961" y="2169886"/>
                </a:lnTo>
                <a:lnTo>
                  <a:pt x="5135675" y="2161925"/>
                </a:lnTo>
                <a:lnTo>
                  <a:pt x="5135675" y="2155290"/>
                </a:lnTo>
                <a:lnTo>
                  <a:pt x="5129160" y="2161925"/>
                </a:lnTo>
                <a:lnTo>
                  <a:pt x="5112873" y="2164578"/>
                </a:lnTo>
                <a:lnTo>
                  <a:pt x="5090073" y="2176853"/>
                </a:lnTo>
                <a:lnTo>
                  <a:pt x="5086815" y="2169886"/>
                </a:lnTo>
                <a:lnTo>
                  <a:pt x="5099845" y="2145670"/>
                </a:lnTo>
                <a:lnTo>
                  <a:pt x="5093331" y="2140361"/>
                </a:lnTo>
                <a:lnTo>
                  <a:pt x="5080301" y="2135054"/>
                </a:lnTo>
                <a:lnTo>
                  <a:pt x="5067273" y="2152636"/>
                </a:lnTo>
                <a:lnTo>
                  <a:pt x="5050986" y="2159270"/>
                </a:lnTo>
                <a:lnTo>
                  <a:pt x="5044471" y="2176853"/>
                </a:lnTo>
                <a:lnTo>
                  <a:pt x="5021670" y="2176853"/>
                </a:lnTo>
                <a:lnTo>
                  <a:pt x="5018413" y="2194435"/>
                </a:lnTo>
                <a:lnTo>
                  <a:pt x="5024927" y="2198415"/>
                </a:lnTo>
                <a:lnTo>
                  <a:pt x="5041213" y="2198415"/>
                </a:lnTo>
                <a:lnTo>
                  <a:pt x="5044471" y="2206377"/>
                </a:lnTo>
                <a:lnTo>
                  <a:pt x="5044471" y="2218652"/>
                </a:lnTo>
                <a:lnTo>
                  <a:pt x="5050986" y="2222632"/>
                </a:lnTo>
                <a:lnTo>
                  <a:pt x="5073786" y="2206377"/>
                </a:lnTo>
                <a:lnTo>
                  <a:pt x="5086815" y="2215997"/>
                </a:lnTo>
                <a:lnTo>
                  <a:pt x="5106359" y="2215997"/>
                </a:lnTo>
                <a:lnTo>
                  <a:pt x="5099845" y="2230594"/>
                </a:lnTo>
                <a:lnTo>
                  <a:pt x="5093331" y="2227940"/>
                </a:lnTo>
                <a:lnTo>
                  <a:pt x="5080301" y="2231921"/>
                </a:lnTo>
                <a:lnTo>
                  <a:pt x="5070529" y="2244195"/>
                </a:lnTo>
                <a:lnTo>
                  <a:pt x="5064015" y="2246849"/>
                </a:lnTo>
                <a:lnTo>
                  <a:pt x="5054243" y="2256137"/>
                </a:lnTo>
                <a:lnTo>
                  <a:pt x="5044471" y="2273719"/>
                </a:lnTo>
                <a:lnTo>
                  <a:pt x="5064015" y="2283339"/>
                </a:lnTo>
                <a:lnTo>
                  <a:pt x="5077044" y="2312864"/>
                </a:lnTo>
                <a:lnTo>
                  <a:pt x="5073786" y="2319499"/>
                </a:lnTo>
                <a:lnTo>
                  <a:pt x="5086815" y="2331773"/>
                </a:lnTo>
                <a:lnTo>
                  <a:pt x="5077044" y="2337081"/>
                </a:lnTo>
                <a:lnTo>
                  <a:pt x="5086815" y="2346701"/>
                </a:lnTo>
                <a:lnTo>
                  <a:pt x="5093331" y="2353336"/>
                </a:lnTo>
                <a:lnTo>
                  <a:pt x="5077044" y="2361298"/>
                </a:lnTo>
                <a:lnTo>
                  <a:pt x="5093331" y="2382860"/>
                </a:lnTo>
                <a:lnTo>
                  <a:pt x="5093331" y="2389827"/>
                </a:lnTo>
                <a:lnTo>
                  <a:pt x="5070529" y="2419352"/>
                </a:lnTo>
                <a:lnTo>
                  <a:pt x="5070529" y="2428640"/>
                </a:lnTo>
                <a:lnTo>
                  <a:pt x="5060757" y="2438261"/>
                </a:lnTo>
                <a:lnTo>
                  <a:pt x="5050986" y="2440914"/>
                </a:lnTo>
                <a:lnTo>
                  <a:pt x="5054243" y="2447549"/>
                </a:lnTo>
                <a:lnTo>
                  <a:pt x="5044471" y="2474752"/>
                </a:lnTo>
                <a:lnTo>
                  <a:pt x="5008641" y="2501623"/>
                </a:lnTo>
                <a:lnTo>
                  <a:pt x="4998869" y="2513565"/>
                </a:lnTo>
                <a:lnTo>
                  <a:pt x="4982583" y="2519204"/>
                </a:lnTo>
                <a:lnTo>
                  <a:pt x="4963039" y="2519204"/>
                </a:lnTo>
                <a:lnTo>
                  <a:pt x="4959781" y="2520531"/>
                </a:lnTo>
                <a:lnTo>
                  <a:pt x="4956525" y="2525839"/>
                </a:lnTo>
                <a:lnTo>
                  <a:pt x="4950010" y="2520531"/>
                </a:lnTo>
                <a:lnTo>
                  <a:pt x="4946753" y="2528493"/>
                </a:lnTo>
                <a:lnTo>
                  <a:pt x="4914181" y="2540767"/>
                </a:lnTo>
                <a:lnTo>
                  <a:pt x="4901151" y="2540767"/>
                </a:lnTo>
                <a:lnTo>
                  <a:pt x="4888123" y="2550056"/>
                </a:lnTo>
                <a:lnTo>
                  <a:pt x="4894636" y="2562330"/>
                </a:lnTo>
                <a:lnTo>
                  <a:pt x="4884865" y="2564983"/>
                </a:lnTo>
                <a:lnTo>
                  <a:pt x="4881607" y="2552710"/>
                </a:lnTo>
                <a:lnTo>
                  <a:pt x="4881607" y="2540767"/>
                </a:lnTo>
                <a:lnTo>
                  <a:pt x="4871836" y="2543421"/>
                </a:lnTo>
                <a:lnTo>
                  <a:pt x="4862063" y="2532473"/>
                </a:lnTo>
                <a:lnTo>
                  <a:pt x="4849035" y="2540767"/>
                </a:lnTo>
                <a:lnTo>
                  <a:pt x="4839263" y="2550056"/>
                </a:lnTo>
                <a:lnTo>
                  <a:pt x="4832749" y="2552710"/>
                </a:lnTo>
                <a:lnTo>
                  <a:pt x="4826234" y="2564983"/>
                </a:lnTo>
                <a:lnTo>
                  <a:pt x="4816463" y="2571618"/>
                </a:lnTo>
                <a:lnTo>
                  <a:pt x="4809947" y="2589200"/>
                </a:lnTo>
                <a:lnTo>
                  <a:pt x="4813205" y="2598489"/>
                </a:lnTo>
                <a:lnTo>
                  <a:pt x="4826234" y="2608110"/>
                </a:lnTo>
                <a:lnTo>
                  <a:pt x="4822977" y="2610764"/>
                </a:lnTo>
                <a:lnTo>
                  <a:pt x="4839263" y="2628345"/>
                </a:lnTo>
                <a:lnTo>
                  <a:pt x="4845777" y="2634980"/>
                </a:lnTo>
                <a:lnTo>
                  <a:pt x="4865321" y="2656543"/>
                </a:lnTo>
                <a:lnTo>
                  <a:pt x="4875093" y="2683414"/>
                </a:lnTo>
                <a:lnTo>
                  <a:pt x="4875093" y="2690381"/>
                </a:lnTo>
                <a:lnTo>
                  <a:pt x="4875093" y="2700996"/>
                </a:lnTo>
                <a:lnTo>
                  <a:pt x="4875093" y="2704976"/>
                </a:lnTo>
                <a:lnTo>
                  <a:pt x="4871836" y="2722558"/>
                </a:lnTo>
                <a:lnTo>
                  <a:pt x="4868579" y="2729525"/>
                </a:lnTo>
                <a:lnTo>
                  <a:pt x="4839263" y="2744121"/>
                </a:lnTo>
                <a:lnTo>
                  <a:pt x="4829491" y="2744121"/>
                </a:lnTo>
                <a:lnTo>
                  <a:pt x="4832749" y="2751088"/>
                </a:lnTo>
                <a:lnTo>
                  <a:pt x="4826234" y="2761703"/>
                </a:lnTo>
                <a:lnTo>
                  <a:pt x="4809947" y="2768338"/>
                </a:lnTo>
                <a:lnTo>
                  <a:pt x="4803433" y="2775305"/>
                </a:lnTo>
                <a:lnTo>
                  <a:pt x="4796918" y="2777958"/>
                </a:lnTo>
                <a:lnTo>
                  <a:pt x="4796918" y="2761703"/>
                </a:lnTo>
                <a:lnTo>
                  <a:pt x="4800176" y="2751088"/>
                </a:lnTo>
                <a:lnTo>
                  <a:pt x="4790405" y="2746775"/>
                </a:lnTo>
                <a:lnTo>
                  <a:pt x="4780631" y="2741468"/>
                </a:lnTo>
                <a:lnTo>
                  <a:pt x="4761089" y="2725213"/>
                </a:lnTo>
                <a:lnTo>
                  <a:pt x="4761089" y="2717251"/>
                </a:lnTo>
                <a:lnTo>
                  <a:pt x="4751317" y="2713270"/>
                </a:lnTo>
                <a:lnTo>
                  <a:pt x="4741545" y="2704976"/>
                </a:lnTo>
                <a:lnTo>
                  <a:pt x="4725259" y="2704976"/>
                </a:lnTo>
                <a:lnTo>
                  <a:pt x="4728516" y="2690381"/>
                </a:lnTo>
                <a:lnTo>
                  <a:pt x="4712229" y="2690381"/>
                </a:lnTo>
                <a:lnTo>
                  <a:pt x="4712229" y="2713270"/>
                </a:lnTo>
                <a:lnTo>
                  <a:pt x="4695943" y="2746775"/>
                </a:lnTo>
                <a:lnTo>
                  <a:pt x="4695943" y="2759050"/>
                </a:lnTo>
                <a:lnTo>
                  <a:pt x="4702458" y="2768338"/>
                </a:lnTo>
                <a:lnTo>
                  <a:pt x="4708973" y="2765685"/>
                </a:lnTo>
                <a:lnTo>
                  <a:pt x="4712229" y="2777958"/>
                </a:lnTo>
                <a:lnTo>
                  <a:pt x="4715487" y="2780612"/>
                </a:lnTo>
                <a:lnTo>
                  <a:pt x="4715487" y="2792555"/>
                </a:lnTo>
                <a:lnTo>
                  <a:pt x="4712229" y="2798195"/>
                </a:lnTo>
                <a:lnTo>
                  <a:pt x="4731773" y="2810137"/>
                </a:lnTo>
                <a:lnTo>
                  <a:pt x="4738287" y="2810137"/>
                </a:lnTo>
                <a:lnTo>
                  <a:pt x="4748059" y="2819757"/>
                </a:lnTo>
                <a:lnTo>
                  <a:pt x="4767603" y="2836012"/>
                </a:lnTo>
                <a:lnTo>
                  <a:pt x="4770860" y="2846627"/>
                </a:lnTo>
                <a:lnTo>
                  <a:pt x="4774118" y="2855916"/>
                </a:lnTo>
                <a:lnTo>
                  <a:pt x="4770860" y="2865537"/>
                </a:lnTo>
                <a:lnTo>
                  <a:pt x="4770860" y="2877479"/>
                </a:lnTo>
                <a:lnTo>
                  <a:pt x="4777375" y="2884446"/>
                </a:lnTo>
                <a:lnTo>
                  <a:pt x="4787147" y="2907336"/>
                </a:lnTo>
                <a:lnTo>
                  <a:pt x="4770860" y="2904681"/>
                </a:lnTo>
                <a:lnTo>
                  <a:pt x="4748059" y="2892408"/>
                </a:lnTo>
                <a:lnTo>
                  <a:pt x="4735031" y="2883119"/>
                </a:lnTo>
                <a:lnTo>
                  <a:pt x="4735031" y="2872171"/>
                </a:lnTo>
                <a:lnTo>
                  <a:pt x="4725259" y="2862883"/>
                </a:lnTo>
                <a:lnTo>
                  <a:pt x="4725259" y="2846627"/>
                </a:lnTo>
                <a:lnTo>
                  <a:pt x="4718744" y="2841320"/>
                </a:lnTo>
                <a:lnTo>
                  <a:pt x="4718744" y="2823738"/>
                </a:lnTo>
                <a:lnTo>
                  <a:pt x="4712229" y="2817104"/>
                </a:lnTo>
                <a:lnTo>
                  <a:pt x="4705715" y="2810137"/>
                </a:lnTo>
                <a:lnTo>
                  <a:pt x="4699200" y="2795540"/>
                </a:lnTo>
                <a:lnTo>
                  <a:pt x="4689429" y="2787247"/>
                </a:lnTo>
                <a:lnTo>
                  <a:pt x="4689429" y="2783267"/>
                </a:lnTo>
                <a:lnTo>
                  <a:pt x="4679657" y="2777958"/>
                </a:lnTo>
                <a:lnTo>
                  <a:pt x="4682913" y="2768338"/>
                </a:lnTo>
                <a:lnTo>
                  <a:pt x="4689429" y="2746775"/>
                </a:lnTo>
                <a:lnTo>
                  <a:pt x="4686171" y="2741468"/>
                </a:lnTo>
                <a:lnTo>
                  <a:pt x="4689429" y="2737486"/>
                </a:lnTo>
                <a:lnTo>
                  <a:pt x="4689429" y="2722558"/>
                </a:lnTo>
                <a:lnTo>
                  <a:pt x="4689429" y="2710616"/>
                </a:lnTo>
                <a:lnTo>
                  <a:pt x="4689429" y="2695688"/>
                </a:lnTo>
                <a:lnTo>
                  <a:pt x="4682913" y="2686399"/>
                </a:lnTo>
                <a:lnTo>
                  <a:pt x="4673142" y="2664504"/>
                </a:lnTo>
                <a:lnTo>
                  <a:pt x="4673142" y="2653889"/>
                </a:lnTo>
                <a:lnTo>
                  <a:pt x="4663371" y="2623037"/>
                </a:lnTo>
                <a:lnTo>
                  <a:pt x="4656855" y="2629672"/>
                </a:lnTo>
                <a:lnTo>
                  <a:pt x="4637313" y="2641615"/>
                </a:lnTo>
                <a:lnTo>
                  <a:pt x="4634055" y="2649909"/>
                </a:lnTo>
                <a:lnTo>
                  <a:pt x="4624283" y="2649909"/>
                </a:lnTo>
                <a:lnTo>
                  <a:pt x="4611253" y="2644601"/>
                </a:lnTo>
                <a:lnTo>
                  <a:pt x="4617768" y="2616072"/>
                </a:lnTo>
                <a:lnTo>
                  <a:pt x="4604740" y="2581239"/>
                </a:lnTo>
                <a:lnTo>
                  <a:pt x="4598225" y="2568965"/>
                </a:lnTo>
                <a:lnTo>
                  <a:pt x="4591711" y="2567638"/>
                </a:lnTo>
                <a:lnTo>
                  <a:pt x="4588453" y="2559676"/>
                </a:lnTo>
                <a:lnTo>
                  <a:pt x="4581939" y="2556690"/>
                </a:lnTo>
                <a:lnTo>
                  <a:pt x="4578681" y="2550056"/>
                </a:lnTo>
                <a:lnTo>
                  <a:pt x="4568909" y="2523185"/>
                </a:lnTo>
                <a:lnTo>
                  <a:pt x="4562395" y="2516551"/>
                </a:lnTo>
                <a:lnTo>
                  <a:pt x="4555881" y="2520531"/>
                </a:lnTo>
                <a:lnTo>
                  <a:pt x="4542851" y="2535128"/>
                </a:lnTo>
                <a:lnTo>
                  <a:pt x="4536337" y="2532473"/>
                </a:lnTo>
                <a:lnTo>
                  <a:pt x="4523308" y="2538113"/>
                </a:lnTo>
                <a:lnTo>
                  <a:pt x="4510279" y="2540767"/>
                </a:lnTo>
                <a:lnTo>
                  <a:pt x="4500507" y="2535128"/>
                </a:lnTo>
                <a:lnTo>
                  <a:pt x="4487477" y="2540767"/>
                </a:lnTo>
                <a:lnTo>
                  <a:pt x="4484221" y="2547402"/>
                </a:lnTo>
                <a:lnTo>
                  <a:pt x="4484221" y="2556690"/>
                </a:lnTo>
                <a:lnTo>
                  <a:pt x="4474449" y="2568965"/>
                </a:lnTo>
                <a:lnTo>
                  <a:pt x="4461419" y="2574273"/>
                </a:lnTo>
                <a:lnTo>
                  <a:pt x="4448390" y="2583893"/>
                </a:lnTo>
                <a:lnTo>
                  <a:pt x="4435361" y="2601475"/>
                </a:lnTo>
                <a:lnTo>
                  <a:pt x="4422332" y="2616072"/>
                </a:lnTo>
                <a:lnTo>
                  <a:pt x="4406045" y="2623037"/>
                </a:lnTo>
                <a:lnTo>
                  <a:pt x="4402789" y="2632327"/>
                </a:lnTo>
                <a:lnTo>
                  <a:pt x="4393017" y="2637634"/>
                </a:lnTo>
                <a:lnTo>
                  <a:pt x="4386503" y="2637634"/>
                </a:lnTo>
                <a:lnTo>
                  <a:pt x="4379987" y="2647254"/>
                </a:lnTo>
                <a:lnTo>
                  <a:pt x="4366958" y="2649909"/>
                </a:lnTo>
                <a:lnTo>
                  <a:pt x="4363701" y="2661851"/>
                </a:lnTo>
                <a:lnTo>
                  <a:pt x="4366958" y="2676779"/>
                </a:lnTo>
                <a:lnTo>
                  <a:pt x="4370216" y="2693034"/>
                </a:lnTo>
                <a:lnTo>
                  <a:pt x="4366958" y="2707963"/>
                </a:lnTo>
                <a:lnTo>
                  <a:pt x="4360445" y="2717251"/>
                </a:lnTo>
                <a:lnTo>
                  <a:pt x="4360445" y="2749430"/>
                </a:lnTo>
                <a:lnTo>
                  <a:pt x="4353929" y="2746775"/>
                </a:lnTo>
                <a:lnTo>
                  <a:pt x="4344158" y="2761703"/>
                </a:lnTo>
                <a:lnTo>
                  <a:pt x="4347415" y="2765685"/>
                </a:lnTo>
                <a:lnTo>
                  <a:pt x="4331129" y="2773978"/>
                </a:lnTo>
                <a:lnTo>
                  <a:pt x="4331129" y="2783267"/>
                </a:lnTo>
                <a:lnTo>
                  <a:pt x="4321357" y="2787247"/>
                </a:lnTo>
                <a:lnTo>
                  <a:pt x="4311585" y="2783267"/>
                </a:lnTo>
                <a:lnTo>
                  <a:pt x="4305071" y="2773978"/>
                </a:lnTo>
                <a:lnTo>
                  <a:pt x="4298556" y="2751088"/>
                </a:lnTo>
                <a:lnTo>
                  <a:pt x="4288785" y="2726540"/>
                </a:lnTo>
                <a:lnTo>
                  <a:pt x="4272498" y="2700996"/>
                </a:lnTo>
                <a:lnTo>
                  <a:pt x="4272498" y="2683414"/>
                </a:lnTo>
                <a:lnTo>
                  <a:pt x="4262727" y="2668817"/>
                </a:lnTo>
                <a:lnTo>
                  <a:pt x="4249697" y="2641615"/>
                </a:lnTo>
                <a:lnTo>
                  <a:pt x="4246440" y="2623037"/>
                </a:lnTo>
                <a:lnTo>
                  <a:pt x="4239925" y="2593182"/>
                </a:lnTo>
                <a:lnTo>
                  <a:pt x="4236667" y="2571618"/>
                </a:lnTo>
                <a:lnTo>
                  <a:pt x="4243182" y="2555363"/>
                </a:lnTo>
                <a:lnTo>
                  <a:pt x="4236667" y="2547402"/>
                </a:lnTo>
                <a:lnTo>
                  <a:pt x="4233411" y="2532473"/>
                </a:lnTo>
                <a:lnTo>
                  <a:pt x="4223639" y="2547402"/>
                </a:lnTo>
                <a:lnTo>
                  <a:pt x="4207353" y="2556690"/>
                </a:lnTo>
                <a:lnTo>
                  <a:pt x="4200838" y="2555363"/>
                </a:lnTo>
                <a:lnTo>
                  <a:pt x="4174780" y="2532473"/>
                </a:lnTo>
                <a:lnTo>
                  <a:pt x="4178037" y="2525839"/>
                </a:lnTo>
                <a:lnTo>
                  <a:pt x="4191066" y="2520531"/>
                </a:lnTo>
                <a:lnTo>
                  <a:pt x="4174780" y="2516551"/>
                </a:lnTo>
                <a:lnTo>
                  <a:pt x="4165009" y="2508257"/>
                </a:lnTo>
                <a:lnTo>
                  <a:pt x="4158493" y="2496314"/>
                </a:lnTo>
                <a:lnTo>
                  <a:pt x="4145464" y="2494988"/>
                </a:lnTo>
                <a:lnTo>
                  <a:pt x="4138949" y="2482713"/>
                </a:lnTo>
                <a:lnTo>
                  <a:pt x="4132435" y="2477406"/>
                </a:lnTo>
                <a:lnTo>
                  <a:pt x="4132435" y="2470439"/>
                </a:lnTo>
                <a:lnTo>
                  <a:pt x="4125921" y="2465131"/>
                </a:lnTo>
                <a:lnTo>
                  <a:pt x="4096605" y="2467786"/>
                </a:lnTo>
                <a:lnTo>
                  <a:pt x="4080319" y="2465131"/>
                </a:lnTo>
                <a:lnTo>
                  <a:pt x="4077061" y="2470439"/>
                </a:lnTo>
                <a:lnTo>
                  <a:pt x="4057517" y="2467786"/>
                </a:lnTo>
                <a:lnTo>
                  <a:pt x="4047746" y="2471766"/>
                </a:lnTo>
                <a:lnTo>
                  <a:pt x="4044489" y="2470439"/>
                </a:lnTo>
                <a:lnTo>
                  <a:pt x="4041231" y="2471766"/>
                </a:lnTo>
                <a:lnTo>
                  <a:pt x="4005401" y="2465131"/>
                </a:lnTo>
                <a:lnTo>
                  <a:pt x="3985857" y="2462477"/>
                </a:lnTo>
                <a:lnTo>
                  <a:pt x="3969571" y="2458497"/>
                </a:lnTo>
                <a:lnTo>
                  <a:pt x="3963057" y="2435607"/>
                </a:lnTo>
                <a:lnTo>
                  <a:pt x="3950028" y="2431626"/>
                </a:lnTo>
                <a:lnTo>
                  <a:pt x="3940256" y="2434280"/>
                </a:lnTo>
                <a:lnTo>
                  <a:pt x="3923970" y="2443569"/>
                </a:lnTo>
                <a:lnTo>
                  <a:pt x="3907683" y="2440914"/>
                </a:lnTo>
                <a:lnTo>
                  <a:pt x="3888139" y="2425987"/>
                </a:lnTo>
                <a:lnTo>
                  <a:pt x="3884883" y="2422005"/>
                </a:lnTo>
                <a:lnTo>
                  <a:pt x="3865339" y="2414044"/>
                </a:lnTo>
                <a:lnTo>
                  <a:pt x="3858825" y="2392482"/>
                </a:lnTo>
                <a:lnTo>
                  <a:pt x="3842538" y="2374899"/>
                </a:lnTo>
                <a:lnTo>
                  <a:pt x="3816480" y="2374899"/>
                </a:lnTo>
                <a:lnTo>
                  <a:pt x="3806707" y="2373572"/>
                </a:lnTo>
                <a:lnTo>
                  <a:pt x="3806707" y="2385515"/>
                </a:lnTo>
                <a:lnTo>
                  <a:pt x="3816480" y="2401770"/>
                </a:lnTo>
                <a:lnTo>
                  <a:pt x="3819737" y="2414044"/>
                </a:lnTo>
                <a:lnTo>
                  <a:pt x="3832767" y="2431626"/>
                </a:lnTo>
                <a:lnTo>
                  <a:pt x="3842538" y="2438261"/>
                </a:lnTo>
                <a:lnTo>
                  <a:pt x="3842538" y="2453189"/>
                </a:lnTo>
                <a:lnTo>
                  <a:pt x="3855567" y="2477406"/>
                </a:lnTo>
                <a:lnTo>
                  <a:pt x="3855567" y="2462477"/>
                </a:lnTo>
                <a:lnTo>
                  <a:pt x="3862081" y="2453189"/>
                </a:lnTo>
                <a:lnTo>
                  <a:pt x="3871853" y="2455842"/>
                </a:lnTo>
                <a:lnTo>
                  <a:pt x="3871853" y="2471766"/>
                </a:lnTo>
                <a:lnTo>
                  <a:pt x="3865339" y="2482713"/>
                </a:lnTo>
                <a:lnTo>
                  <a:pt x="3871853" y="2486694"/>
                </a:lnTo>
                <a:lnTo>
                  <a:pt x="3878368" y="2494988"/>
                </a:lnTo>
                <a:lnTo>
                  <a:pt x="3891397" y="2489348"/>
                </a:lnTo>
                <a:lnTo>
                  <a:pt x="3907683" y="2492002"/>
                </a:lnTo>
                <a:lnTo>
                  <a:pt x="3917455" y="2486694"/>
                </a:lnTo>
                <a:lnTo>
                  <a:pt x="3946771" y="2453189"/>
                </a:lnTo>
                <a:lnTo>
                  <a:pt x="3950028" y="2459824"/>
                </a:lnTo>
                <a:lnTo>
                  <a:pt x="3953285" y="2474752"/>
                </a:lnTo>
                <a:lnTo>
                  <a:pt x="3956543" y="2484041"/>
                </a:lnTo>
                <a:lnTo>
                  <a:pt x="3966314" y="2494988"/>
                </a:lnTo>
                <a:lnTo>
                  <a:pt x="3992372" y="2498968"/>
                </a:lnTo>
                <a:lnTo>
                  <a:pt x="4011916" y="2528493"/>
                </a:lnTo>
                <a:lnTo>
                  <a:pt x="4005401" y="2543421"/>
                </a:lnTo>
                <a:lnTo>
                  <a:pt x="3998887" y="2547402"/>
                </a:lnTo>
                <a:lnTo>
                  <a:pt x="3989115" y="2562330"/>
                </a:lnTo>
                <a:lnTo>
                  <a:pt x="3982601" y="2559676"/>
                </a:lnTo>
                <a:lnTo>
                  <a:pt x="3976086" y="2574273"/>
                </a:lnTo>
                <a:lnTo>
                  <a:pt x="3976086" y="2589200"/>
                </a:lnTo>
                <a:lnTo>
                  <a:pt x="3963057" y="2591855"/>
                </a:lnTo>
                <a:lnTo>
                  <a:pt x="3959799" y="2595835"/>
                </a:lnTo>
                <a:lnTo>
                  <a:pt x="3950028" y="2608110"/>
                </a:lnTo>
                <a:lnTo>
                  <a:pt x="3940256" y="2608110"/>
                </a:lnTo>
                <a:lnTo>
                  <a:pt x="3933741" y="2613417"/>
                </a:lnTo>
                <a:lnTo>
                  <a:pt x="3930485" y="2625692"/>
                </a:lnTo>
                <a:lnTo>
                  <a:pt x="3914198" y="2625692"/>
                </a:lnTo>
                <a:lnTo>
                  <a:pt x="3897912" y="2632327"/>
                </a:lnTo>
                <a:lnTo>
                  <a:pt x="3888139" y="2634980"/>
                </a:lnTo>
                <a:lnTo>
                  <a:pt x="3878368" y="2644601"/>
                </a:lnTo>
                <a:lnTo>
                  <a:pt x="3878368" y="2652562"/>
                </a:lnTo>
                <a:lnTo>
                  <a:pt x="3865339" y="2659197"/>
                </a:lnTo>
                <a:lnTo>
                  <a:pt x="3849053" y="2661851"/>
                </a:lnTo>
                <a:lnTo>
                  <a:pt x="3826252" y="2671471"/>
                </a:lnTo>
                <a:lnTo>
                  <a:pt x="3819737" y="2680759"/>
                </a:lnTo>
                <a:lnTo>
                  <a:pt x="3806707" y="2678106"/>
                </a:lnTo>
                <a:lnTo>
                  <a:pt x="3796936" y="2689053"/>
                </a:lnTo>
                <a:lnTo>
                  <a:pt x="3783907" y="2690381"/>
                </a:lnTo>
                <a:lnTo>
                  <a:pt x="3764363" y="2693034"/>
                </a:lnTo>
                <a:lnTo>
                  <a:pt x="3751334" y="2702323"/>
                </a:lnTo>
                <a:lnTo>
                  <a:pt x="3738305" y="2704976"/>
                </a:lnTo>
                <a:lnTo>
                  <a:pt x="3728533" y="2702323"/>
                </a:lnTo>
                <a:lnTo>
                  <a:pt x="3715504" y="2649909"/>
                </a:lnTo>
                <a:lnTo>
                  <a:pt x="3715504" y="2637634"/>
                </a:lnTo>
                <a:lnTo>
                  <a:pt x="3708989" y="2617398"/>
                </a:lnTo>
                <a:lnTo>
                  <a:pt x="3695961" y="2608110"/>
                </a:lnTo>
                <a:lnTo>
                  <a:pt x="3689446" y="2593182"/>
                </a:lnTo>
                <a:lnTo>
                  <a:pt x="3689446" y="2586547"/>
                </a:lnTo>
                <a:lnTo>
                  <a:pt x="3676417" y="2568965"/>
                </a:lnTo>
                <a:lnTo>
                  <a:pt x="3663388" y="2562330"/>
                </a:lnTo>
                <a:lnTo>
                  <a:pt x="3653615" y="2547402"/>
                </a:lnTo>
                <a:lnTo>
                  <a:pt x="3653615" y="2535128"/>
                </a:lnTo>
                <a:lnTo>
                  <a:pt x="3653615" y="2520531"/>
                </a:lnTo>
                <a:lnTo>
                  <a:pt x="3640587" y="2496314"/>
                </a:lnTo>
                <a:lnTo>
                  <a:pt x="3627557" y="2489348"/>
                </a:lnTo>
                <a:lnTo>
                  <a:pt x="3617786" y="2477406"/>
                </a:lnTo>
                <a:lnTo>
                  <a:pt x="3621043" y="2470439"/>
                </a:lnTo>
                <a:lnTo>
                  <a:pt x="3611271" y="2455842"/>
                </a:lnTo>
                <a:lnTo>
                  <a:pt x="3601500" y="2440914"/>
                </a:lnTo>
                <a:lnTo>
                  <a:pt x="3588470" y="2416698"/>
                </a:lnTo>
                <a:lnTo>
                  <a:pt x="3575442" y="2410063"/>
                </a:lnTo>
                <a:lnTo>
                  <a:pt x="3581957" y="2387173"/>
                </a:lnTo>
                <a:lnTo>
                  <a:pt x="3581957" y="2385515"/>
                </a:lnTo>
                <a:lnTo>
                  <a:pt x="3565670" y="2419352"/>
                </a:lnTo>
                <a:lnTo>
                  <a:pt x="3552641" y="2401770"/>
                </a:lnTo>
                <a:lnTo>
                  <a:pt x="3549384" y="2395135"/>
                </a:lnTo>
                <a:lnTo>
                  <a:pt x="3539611" y="2395135"/>
                </a:lnTo>
                <a:lnTo>
                  <a:pt x="3555897" y="2416698"/>
                </a:lnTo>
                <a:lnTo>
                  <a:pt x="3562412" y="2440914"/>
                </a:lnTo>
                <a:lnTo>
                  <a:pt x="3588470" y="2489348"/>
                </a:lnTo>
                <a:lnTo>
                  <a:pt x="3588470" y="2504276"/>
                </a:lnTo>
                <a:lnTo>
                  <a:pt x="3594985" y="2516551"/>
                </a:lnTo>
                <a:lnTo>
                  <a:pt x="3604757" y="2520531"/>
                </a:lnTo>
                <a:lnTo>
                  <a:pt x="3614529" y="2531146"/>
                </a:lnTo>
                <a:lnTo>
                  <a:pt x="3617786" y="2547402"/>
                </a:lnTo>
                <a:lnTo>
                  <a:pt x="3624301" y="2586547"/>
                </a:lnTo>
                <a:lnTo>
                  <a:pt x="3637329" y="2604129"/>
                </a:lnTo>
                <a:lnTo>
                  <a:pt x="3643844" y="2605455"/>
                </a:lnTo>
                <a:lnTo>
                  <a:pt x="3650359" y="2617398"/>
                </a:lnTo>
                <a:lnTo>
                  <a:pt x="3660130" y="2652562"/>
                </a:lnTo>
                <a:lnTo>
                  <a:pt x="3666645" y="2653889"/>
                </a:lnTo>
                <a:lnTo>
                  <a:pt x="3676417" y="2661851"/>
                </a:lnTo>
                <a:lnTo>
                  <a:pt x="3689446" y="2668817"/>
                </a:lnTo>
                <a:lnTo>
                  <a:pt x="3695961" y="2680759"/>
                </a:lnTo>
                <a:lnTo>
                  <a:pt x="3708989" y="2689053"/>
                </a:lnTo>
                <a:lnTo>
                  <a:pt x="3708989" y="2695688"/>
                </a:lnTo>
                <a:lnTo>
                  <a:pt x="3722019" y="2704976"/>
                </a:lnTo>
                <a:lnTo>
                  <a:pt x="3728533" y="2717251"/>
                </a:lnTo>
                <a:lnTo>
                  <a:pt x="3725276" y="2726540"/>
                </a:lnTo>
                <a:lnTo>
                  <a:pt x="3741562" y="2744121"/>
                </a:lnTo>
                <a:lnTo>
                  <a:pt x="3757849" y="2744121"/>
                </a:lnTo>
                <a:lnTo>
                  <a:pt x="3767620" y="2737486"/>
                </a:lnTo>
                <a:lnTo>
                  <a:pt x="3783907" y="2738813"/>
                </a:lnTo>
                <a:lnTo>
                  <a:pt x="3796936" y="2732179"/>
                </a:lnTo>
                <a:lnTo>
                  <a:pt x="3806707" y="2732179"/>
                </a:lnTo>
                <a:lnTo>
                  <a:pt x="3842538" y="2725213"/>
                </a:lnTo>
                <a:lnTo>
                  <a:pt x="3855567" y="2717251"/>
                </a:lnTo>
                <a:lnTo>
                  <a:pt x="3865339" y="2719905"/>
                </a:lnTo>
                <a:lnTo>
                  <a:pt x="3862081" y="2732179"/>
                </a:lnTo>
                <a:lnTo>
                  <a:pt x="3865339" y="2746775"/>
                </a:lnTo>
                <a:lnTo>
                  <a:pt x="3858825" y="2746775"/>
                </a:lnTo>
                <a:lnTo>
                  <a:pt x="3855567" y="2763030"/>
                </a:lnTo>
                <a:lnTo>
                  <a:pt x="3845795" y="2780612"/>
                </a:lnTo>
                <a:lnTo>
                  <a:pt x="3839280" y="2789901"/>
                </a:lnTo>
                <a:lnTo>
                  <a:pt x="3829509" y="2811464"/>
                </a:lnTo>
                <a:lnTo>
                  <a:pt x="3826252" y="2822411"/>
                </a:lnTo>
                <a:lnTo>
                  <a:pt x="3806707" y="2850609"/>
                </a:lnTo>
                <a:lnTo>
                  <a:pt x="3783907" y="2874826"/>
                </a:lnTo>
                <a:lnTo>
                  <a:pt x="3770878" y="2889754"/>
                </a:lnTo>
                <a:lnTo>
                  <a:pt x="3748077" y="2904681"/>
                </a:lnTo>
                <a:lnTo>
                  <a:pt x="3728533" y="2919278"/>
                </a:lnTo>
                <a:lnTo>
                  <a:pt x="3702475" y="2950461"/>
                </a:lnTo>
                <a:lnTo>
                  <a:pt x="3695961" y="2959750"/>
                </a:lnTo>
                <a:lnTo>
                  <a:pt x="3686188" y="2968043"/>
                </a:lnTo>
                <a:lnTo>
                  <a:pt x="3682931" y="2974678"/>
                </a:lnTo>
                <a:lnTo>
                  <a:pt x="3669902" y="2979985"/>
                </a:lnTo>
                <a:lnTo>
                  <a:pt x="3669902" y="2989607"/>
                </a:lnTo>
                <a:lnTo>
                  <a:pt x="3660130" y="3013823"/>
                </a:lnTo>
                <a:lnTo>
                  <a:pt x="3653615" y="3013823"/>
                </a:lnTo>
                <a:lnTo>
                  <a:pt x="3647102" y="3038039"/>
                </a:lnTo>
                <a:lnTo>
                  <a:pt x="3650359" y="3044674"/>
                </a:lnTo>
                <a:lnTo>
                  <a:pt x="3660130" y="3056949"/>
                </a:lnTo>
                <a:lnTo>
                  <a:pt x="3656873" y="3086473"/>
                </a:lnTo>
                <a:lnTo>
                  <a:pt x="3660130" y="3096093"/>
                </a:lnTo>
                <a:lnTo>
                  <a:pt x="3666645" y="3108036"/>
                </a:lnTo>
                <a:lnTo>
                  <a:pt x="3676417" y="3117656"/>
                </a:lnTo>
                <a:lnTo>
                  <a:pt x="3676417" y="3125618"/>
                </a:lnTo>
                <a:lnTo>
                  <a:pt x="3676417" y="3132253"/>
                </a:lnTo>
                <a:lnTo>
                  <a:pt x="3679675" y="3159455"/>
                </a:lnTo>
                <a:lnTo>
                  <a:pt x="3676417" y="3174052"/>
                </a:lnTo>
                <a:lnTo>
                  <a:pt x="3682931" y="3195614"/>
                </a:lnTo>
                <a:lnTo>
                  <a:pt x="3676417" y="3209879"/>
                </a:lnTo>
                <a:lnTo>
                  <a:pt x="3663388" y="3229784"/>
                </a:lnTo>
                <a:lnTo>
                  <a:pt x="3653615" y="3233100"/>
                </a:lnTo>
                <a:lnTo>
                  <a:pt x="3630815" y="3243052"/>
                </a:lnTo>
                <a:lnTo>
                  <a:pt x="3621043" y="3249687"/>
                </a:lnTo>
                <a:lnTo>
                  <a:pt x="3604757" y="3272909"/>
                </a:lnTo>
                <a:lnTo>
                  <a:pt x="3591728" y="3276226"/>
                </a:lnTo>
                <a:lnTo>
                  <a:pt x="3581957" y="3289496"/>
                </a:lnTo>
                <a:lnTo>
                  <a:pt x="3578699" y="3306083"/>
                </a:lnTo>
                <a:lnTo>
                  <a:pt x="3581957" y="3312718"/>
                </a:lnTo>
                <a:lnTo>
                  <a:pt x="3591728" y="3349208"/>
                </a:lnTo>
                <a:lnTo>
                  <a:pt x="3588470" y="3362478"/>
                </a:lnTo>
                <a:lnTo>
                  <a:pt x="3588470" y="3372430"/>
                </a:lnTo>
                <a:lnTo>
                  <a:pt x="3585213" y="3379065"/>
                </a:lnTo>
                <a:lnTo>
                  <a:pt x="3559155" y="3392334"/>
                </a:lnTo>
                <a:lnTo>
                  <a:pt x="3546126" y="3398969"/>
                </a:lnTo>
                <a:lnTo>
                  <a:pt x="3539611" y="3408920"/>
                </a:lnTo>
                <a:lnTo>
                  <a:pt x="3546126" y="3425507"/>
                </a:lnTo>
                <a:lnTo>
                  <a:pt x="3533097" y="3458681"/>
                </a:lnTo>
                <a:lnTo>
                  <a:pt x="3516811" y="3478586"/>
                </a:lnTo>
                <a:lnTo>
                  <a:pt x="3500525" y="3505124"/>
                </a:lnTo>
                <a:lnTo>
                  <a:pt x="3474466" y="3534980"/>
                </a:lnTo>
                <a:lnTo>
                  <a:pt x="3458179" y="3551567"/>
                </a:lnTo>
                <a:lnTo>
                  <a:pt x="3445151" y="3564837"/>
                </a:lnTo>
                <a:lnTo>
                  <a:pt x="3432121" y="3564837"/>
                </a:lnTo>
                <a:lnTo>
                  <a:pt x="3419093" y="3564837"/>
                </a:lnTo>
                <a:lnTo>
                  <a:pt x="3402807" y="3578106"/>
                </a:lnTo>
                <a:lnTo>
                  <a:pt x="3383262" y="3578106"/>
                </a:lnTo>
                <a:lnTo>
                  <a:pt x="3366976" y="3578106"/>
                </a:lnTo>
                <a:lnTo>
                  <a:pt x="3350690" y="3578106"/>
                </a:lnTo>
                <a:lnTo>
                  <a:pt x="3340918" y="3578106"/>
                </a:lnTo>
                <a:lnTo>
                  <a:pt x="3311602" y="3591375"/>
                </a:lnTo>
                <a:lnTo>
                  <a:pt x="3295316" y="3564837"/>
                </a:lnTo>
                <a:lnTo>
                  <a:pt x="3282287" y="3551567"/>
                </a:lnTo>
                <a:lnTo>
                  <a:pt x="3288802" y="3551567"/>
                </a:lnTo>
                <a:lnTo>
                  <a:pt x="3292059" y="3534980"/>
                </a:lnTo>
                <a:lnTo>
                  <a:pt x="3288802" y="3521711"/>
                </a:lnTo>
                <a:lnTo>
                  <a:pt x="3272516" y="3495172"/>
                </a:lnTo>
                <a:lnTo>
                  <a:pt x="3266001" y="3468633"/>
                </a:lnTo>
                <a:lnTo>
                  <a:pt x="3259486" y="3458681"/>
                </a:lnTo>
                <a:lnTo>
                  <a:pt x="3246457" y="3448729"/>
                </a:lnTo>
                <a:lnTo>
                  <a:pt x="3239943" y="3435459"/>
                </a:lnTo>
                <a:lnTo>
                  <a:pt x="3230171" y="3405603"/>
                </a:lnTo>
                <a:lnTo>
                  <a:pt x="3230171" y="3385699"/>
                </a:lnTo>
                <a:lnTo>
                  <a:pt x="3223657" y="3372430"/>
                </a:lnTo>
                <a:lnTo>
                  <a:pt x="3223657" y="3352525"/>
                </a:lnTo>
                <a:lnTo>
                  <a:pt x="3223657" y="3342573"/>
                </a:lnTo>
                <a:lnTo>
                  <a:pt x="3207370" y="3309400"/>
                </a:lnTo>
                <a:lnTo>
                  <a:pt x="3191084" y="3276226"/>
                </a:lnTo>
                <a:lnTo>
                  <a:pt x="3178055" y="3253004"/>
                </a:lnTo>
                <a:lnTo>
                  <a:pt x="3178055" y="3239735"/>
                </a:lnTo>
                <a:lnTo>
                  <a:pt x="3178055" y="3216514"/>
                </a:lnTo>
                <a:lnTo>
                  <a:pt x="3181311" y="3209879"/>
                </a:lnTo>
                <a:lnTo>
                  <a:pt x="3187826" y="3195614"/>
                </a:lnTo>
                <a:lnTo>
                  <a:pt x="3187826" y="3171398"/>
                </a:lnTo>
                <a:lnTo>
                  <a:pt x="3204113" y="3156470"/>
                </a:lnTo>
                <a:lnTo>
                  <a:pt x="3213884" y="3141873"/>
                </a:lnTo>
                <a:lnTo>
                  <a:pt x="3213884" y="3126945"/>
                </a:lnTo>
                <a:lnTo>
                  <a:pt x="3204113" y="3108036"/>
                </a:lnTo>
                <a:lnTo>
                  <a:pt x="3200855" y="3093439"/>
                </a:lnTo>
                <a:lnTo>
                  <a:pt x="3207370" y="3081166"/>
                </a:lnTo>
                <a:lnTo>
                  <a:pt x="3187826" y="3040694"/>
                </a:lnTo>
                <a:lnTo>
                  <a:pt x="3200855" y="3035386"/>
                </a:lnTo>
                <a:lnTo>
                  <a:pt x="3187826" y="3038039"/>
                </a:lnTo>
                <a:lnTo>
                  <a:pt x="3184569" y="3032732"/>
                </a:lnTo>
                <a:lnTo>
                  <a:pt x="3181311" y="3020457"/>
                </a:lnTo>
                <a:lnTo>
                  <a:pt x="3178055" y="3011169"/>
                </a:lnTo>
                <a:lnTo>
                  <a:pt x="3165025" y="3001549"/>
                </a:lnTo>
                <a:lnTo>
                  <a:pt x="3155253" y="2989607"/>
                </a:lnTo>
                <a:lnTo>
                  <a:pt x="3142224" y="2977332"/>
                </a:lnTo>
                <a:lnTo>
                  <a:pt x="3135710" y="2965390"/>
                </a:lnTo>
                <a:lnTo>
                  <a:pt x="3125937" y="2945153"/>
                </a:lnTo>
                <a:lnTo>
                  <a:pt x="3135710" y="2938187"/>
                </a:lnTo>
                <a:lnTo>
                  <a:pt x="3135710" y="2920605"/>
                </a:lnTo>
                <a:lnTo>
                  <a:pt x="3142224" y="2913970"/>
                </a:lnTo>
                <a:lnTo>
                  <a:pt x="3135710" y="2911316"/>
                </a:lnTo>
                <a:lnTo>
                  <a:pt x="3142224" y="2896388"/>
                </a:lnTo>
                <a:lnTo>
                  <a:pt x="3142224" y="2889754"/>
                </a:lnTo>
                <a:lnTo>
                  <a:pt x="3145482" y="2877479"/>
                </a:lnTo>
                <a:lnTo>
                  <a:pt x="3138967" y="2862883"/>
                </a:lnTo>
                <a:lnTo>
                  <a:pt x="3129195" y="2858902"/>
                </a:lnTo>
                <a:lnTo>
                  <a:pt x="3122681" y="2846627"/>
                </a:lnTo>
                <a:lnTo>
                  <a:pt x="3116166" y="2850609"/>
                </a:lnTo>
                <a:lnTo>
                  <a:pt x="3096623" y="2850609"/>
                </a:lnTo>
                <a:lnTo>
                  <a:pt x="3093365" y="2853262"/>
                </a:lnTo>
                <a:lnTo>
                  <a:pt x="3080337" y="2855916"/>
                </a:lnTo>
                <a:lnTo>
                  <a:pt x="3067307" y="2846627"/>
                </a:lnTo>
                <a:lnTo>
                  <a:pt x="3067307" y="2836012"/>
                </a:lnTo>
                <a:lnTo>
                  <a:pt x="3048415" y="2819757"/>
                </a:lnTo>
                <a:lnTo>
                  <a:pt x="3035385" y="2817104"/>
                </a:lnTo>
                <a:lnTo>
                  <a:pt x="3020729" y="2819757"/>
                </a:lnTo>
                <a:lnTo>
                  <a:pt x="3000859" y="2822411"/>
                </a:lnTo>
                <a:lnTo>
                  <a:pt x="2994344" y="2822411"/>
                </a:lnTo>
                <a:lnTo>
                  <a:pt x="2988807" y="2826392"/>
                </a:lnTo>
                <a:lnTo>
                  <a:pt x="2977081" y="2829046"/>
                </a:lnTo>
                <a:lnTo>
                  <a:pt x="2958515" y="2838666"/>
                </a:lnTo>
                <a:lnTo>
                  <a:pt x="2943857" y="2841320"/>
                </a:lnTo>
                <a:lnTo>
                  <a:pt x="2939948" y="2846627"/>
                </a:lnTo>
                <a:lnTo>
                  <a:pt x="2922684" y="2841320"/>
                </a:lnTo>
                <a:lnTo>
                  <a:pt x="2893695" y="2836012"/>
                </a:lnTo>
                <a:lnTo>
                  <a:pt x="2869917" y="2841320"/>
                </a:lnTo>
                <a:lnTo>
                  <a:pt x="2841904" y="2853262"/>
                </a:lnTo>
                <a:lnTo>
                  <a:pt x="2812914" y="2841320"/>
                </a:lnTo>
                <a:lnTo>
                  <a:pt x="2791742" y="2822411"/>
                </a:lnTo>
                <a:lnTo>
                  <a:pt x="2774478" y="2811464"/>
                </a:lnTo>
                <a:lnTo>
                  <a:pt x="2773176" y="2807483"/>
                </a:lnTo>
                <a:lnTo>
                  <a:pt x="2755912" y="2799522"/>
                </a:lnTo>
                <a:lnTo>
                  <a:pt x="2749397" y="2787247"/>
                </a:lnTo>
                <a:lnTo>
                  <a:pt x="2741580" y="2780612"/>
                </a:lnTo>
                <a:lnTo>
                  <a:pt x="2741580" y="2770992"/>
                </a:lnTo>
                <a:lnTo>
                  <a:pt x="2737346" y="2756395"/>
                </a:lnTo>
                <a:lnTo>
                  <a:pt x="2725619" y="2751088"/>
                </a:lnTo>
                <a:lnTo>
                  <a:pt x="2710961" y="2737486"/>
                </a:lnTo>
                <a:lnTo>
                  <a:pt x="2703144" y="2732179"/>
                </a:lnTo>
                <a:lnTo>
                  <a:pt x="2703144" y="2722558"/>
                </a:lnTo>
                <a:lnTo>
                  <a:pt x="2693698" y="2722558"/>
                </a:lnTo>
                <a:lnTo>
                  <a:pt x="2681972" y="2710616"/>
                </a:lnTo>
                <a:lnTo>
                  <a:pt x="2681972" y="2698341"/>
                </a:lnTo>
                <a:lnTo>
                  <a:pt x="2684578" y="2689053"/>
                </a:lnTo>
                <a:lnTo>
                  <a:pt x="2675458" y="2664504"/>
                </a:lnTo>
                <a:lnTo>
                  <a:pt x="2684578" y="2649909"/>
                </a:lnTo>
                <a:lnTo>
                  <a:pt x="2684578" y="2641615"/>
                </a:lnTo>
                <a:lnTo>
                  <a:pt x="2687183" y="2632327"/>
                </a:lnTo>
                <a:lnTo>
                  <a:pt x="2693698" y="2610764"/>
                </a:lnTo>
                <a:lnTo>
                  <a:pt x="2693698" y="2598489"/>
                </a:lnTo>
                <a:lnTo>
                  <a:pt x="2689790" y="2586547"/>
                </a:lnTo>
                <a:lnTo>
                  <a:pt x="2691092" y="2564983"/>
                </a:lnTo>
                <a:lnTo>
                  <a:pt x="2687183" y="2556690"/>
                </a:lnTo>
                <a:lnTo>
                  <a:pt x="2675458" y="2555363"/>
                </a:lnTo>
                <a:lnTo>
                  <a:pt x="2678063" y="2535128"/>
                </a:lnTo>
                <a:lnTo>
                  <a:pt x="2687183" y="2525839"/>
                </a:lnTo>
                <a:lnTo>
                  <a:pt x="2699236" y="2494988"/>
                </a:lnTo>
                <a:lnTo>
                  <a:pt x="2713568" y="2480059"/>
                </a:lnTo>
                <a:lnTo>
                  <a:pt x="2714871" y="2465131"/>
                </a:lnTo>
                <a:lnTo>
                  <a:pt x="2720408" y="2450204"/>
                </a:lnTo>
                <a:lnTo>
                  <a:pt x="2737346" y="2438261"/>
                </a:lnTo>
                <a:lnTo>
                  <a:pt x="2744185" y="2422005"/>
                </a:lnTo>
                <a:lnTo>
                  <a:pt x="2749397" y="2414044"/>
                </a:lnTo>
                <a:lnTo>
                  <a:pt x="2773176" y="2407077"/>
                </a:lnTo>
                <a:lnTo>
                  <a:pt x="2796954" y="2385515"/>
                </a:lnTo>
                <a:lnTo>
                  <a:pt x="2803794" y="2370918"/>
                </a:lnTo>
                <a:lnTo>
                  <a:pt x="2800863" y="2361298"/>
                </a:lnTo>
                <a:lnTo>
                  <a:pt x="2800863" y="2344048"/>
                </a:lnTo>
                <a:lnTo>
                  <a:pt x="2810309" y="2329120"/>
                </a:lnTo>
                <a:lnTo>
                  <a:pt x="2810309" y="2322153"/>
                </a:lnTo>
                <a:lnTo>
                  <a:pt x="2824966" y="2304903"/>
                </a:lnTo>
                <a:lnTo>
                  <a:pt x="2841904" y="2297936"/>
                </a:lnTo>
                <a:lnTo>
                  <a:pt x="2853956" y="2288648"/>
                </a:lnTo>
                <a:lnTo>
                  <a:pt x="2863076" y="2273719"/>
                </a:lnTo>
                <a:lnTo>
                  <a:pt x="2869917" y="2252157"/>
                </a:lnTo>
                <a:lnTo>
                  <a:pt x="2880339" y="2249502"/>
                </a:lnTo>
                <a:lnTo>
                  <a:pt x="2881642" y="2256137"/>
                </a:lnTo>
                <a:lnTo>
                  <a:pt x="2892392" y="2264431"/>
                </a:lnTo>
                <a:lnTo>
                  <a:pt x="2908353" y="2264431"/>
                </a:lnTo>
                <a:lnTo>
                  <a:pt x="2934736" y="2267084"/>
                </a:lnTo>
                <a:lnTo>
                  <a:pt x="2941251" y="2267084"/>
                </a:lnTo>
                <a:lnTo>
                  <a:pt x="2953303" y="2254811"/>
                </a:lnTo>
                <a:lnTo>
                  <a:pt x="2970566" y="2252157"/>
                </a:lnTo>
                <a:lnTo>
                  <a:pt x="2975778" y="2244195"/>
                </a:lnTo>
                <a:lnTo>
                  <a:pt x="2994344" y="2234575"/>
                </a:lnTo>
                <a:lnTo>
                  <a:pt x="3015517" y="2234575"/>
                </a:lnTo>
                <a:lnTo>
                  <a:pt x="3023334" y="2230594"/>
                </a:lnTo>
                <a:lnTo>
                  <a:pt x="3056558" y="2227940"/>
                </a:lnTo>
                <a:lnTo>
                  <a:pt x="3067307" y="2231921"/>
                </a:lnTo>
                <a:lnTo>
                  <a:pt x="3083593" y="2222632"/>
                </a:lnTo>
                <a:lnTo>
                  <a:pt x="3093365" y="2227940"/>
                </a:lnTo>
                <a:lnTo>
                  <a:pt x="3099879" y="2222632"/>
                </a:lnTo>
                <a:lnTo>
                  <a:pt x="3122681" y="2225286"/>
                </a:lnTo>
                <a:lnTo>
                  <a:pt x="3142224" y="2218652"/>
                </a:lnTo>
                <a:lnTo>
                  <a:pt x="3148739" y="2219979"/>
                </a:lnTo>
                <a:lnTo>
                  <a:pt x="3155253" y="2249502"/>
                </a:lnTo>
                <a:lnTo>
                  <a:pt x="3165025" y="2254811"/>
                </a:lnTo>
                <a:lnTo>
                  <a:pt x="3165025" y="2264431"/>
                </a:lnTo>
                <a:lnTo>
                  <a:pt x="3155253" y="2279027"/>
                </a:lnTo>
                <a:lnTo>
                  <a:pt x="3145482" y="2285994"/>
                </a:lnTo>
                <a:lnTo>
                  <a:pt x="3148739" y="2292629"/>
                </a:lnTo>
                <a:lnTo>
                  <a:pt x="3168283" y="2307556"/>
                </a:lnTo>
                <a:lnTo>
                  <a:pt x="3171540" y="2307556"/>
                </a:lnTo>
                <a:lnTo>
                  <a:pt x="3187826" y="2315518"/>
                </a:lnTo>
                <a:lnTo>
                  <a:pt x="3204113" y="2312864"/>
                </a:lnTo>
                <a:lnTo>
                  <a:pt x="3236685" y="2325138"/>
                </a:lnTo>
                <a:lnTo>
                  <a:pt x="3243200" y="2344048"/>
                </a:lnTo>
                <a:lnTo>
                  <a:pt x="3249715" y="2346701"/>
                </a:lnTo>
                <a:lnTo>
                  <a:pt x="3275773" y="2352010"/>
                </a:lnTo>
                <a:lnTo>
                  <a:pt x="3288802" y="2358645"/>
                </a:lnTo>
                <a:lnTo>
                  <a:pt x="3301831" y="2368265"/>
                </a:lnTo>
                <a:lnTo>
                  <a:pt x="3311602" y="2365610"/>
                </a:lnTo>
                <a:lnTo>
                  <a:pt x="3321375" y="2349355"/>
                </a:lnTo>
                <a:lnTo>
                  <a:pt x="3321375" y="2334428"/>
                </a:lnTo>
                <a:lnTo>
                  <a:pt x="3331147" y="2319499"/>
                </a:lnTo>
                <a:lnTo>
                  <a:pt x="3347433" y="2312864"/>
                </a:lnTo>
                <a:lnTo>
                  <a:pt x="3360461" y="2315518"/>
                </a:lnTo>
                <a:lnTo>
                  <a:pt x="3376747" y="2319499"/>
                </a:lnTo>
                <a:lnTo>
                  <a:pt x="3376747" y="2327793"/>
                </a:lnTo>
                <a:lnTo>
                  <a:pt x="3389777" y="2331773"/>
                </a:lnTo>
                <a:lnTo>
                  <a:pt x="3406063" y="2334428"/>
                </a:lnTo>
                <a:lnTo>
                  <a:pt x="3412578" y="2339735"/>
                </a:lnTo>
                <a:lnTo>
                  <a:pt x="3448408" y="2346701"/>
                </a:lnTo>
                <a:lnTo>
                  <a:pt x="3458179" y="2352010"/>
                </a:lnTo>
                <a:lnTo>
                  <a:pt x="3467952" y="2352010"/>
                </a:lnTo>
                <a:lnTo>
                  <a:pt x="3477723" y="2355990"/>
                </a:lnTo>
                <a:lnTo>
                  <a:pt x="3484238" y="2353336"/>
                </a:lnTo>
                <a:lnTo>
                  <a:pt x="3500525" y="2344048"/>
                </a:lnTo>
                <a:lnTo>
                  <a:pt x="3523325" y="2344048"/>
                </a:lnTo>
                <a:lnTo>
                  <a:pt x="3529839" y="2352010"/>
                </a:lnTo>
                <a:lnTo>
                  <a:pt x="3559155" y="2352010"/>
                </a:lnTo>
                <a:lnTo>
                  <a:pt x="3568927" y="2346701"/>
                </a:lnTo>
                <a:lnTo>
                  <a:pt x="3572184" y="2341062"/>
                </a:lnTo>
                <a:lnTo>
                  <a:pt x="3581957" y="2310211"/>
                </a:lnTo>
                <a:lnTo>
                  <a:pt x="3598243" y="2276374"/>
                </a:lnTo>
                <a:lnTo>
                  <a:pt x="3594985" y="2252157"/>
                </a:lnTo>
                <a:lnTo>
                  <a:pt x="3594985" y="2240214"/>
                </a:lnTo>
                <a:lnTo>
                  <a:pt x="3601500" y="2234575"/>
                </a:lnTo>
                <a:lnTo>
                  <a:pt x="3598243" y="2227940"/>
                </a:lnTo>
                <a:lnTo>
                  <a:pt x="3588470" y="2234575"/>
                </a:lnTo>
                <a:lnTo>
                  <a:pt x="3572184" y="2230594"/>
                </a:lnTo>
                <a:lnTo>
                  <a:pt x="3562412" y="2242869"/>
                </a:lnTo>
                <a:lnTo>
                  <a:pt x="3542869" y="2246849"/>
                </a:lnTo>
                <a:lnTo>
                  <a:pt x="3529839" y="2234575"/>
                </a:lnTo>
                <a:lnTo>
                  <a:pt x="3516811" y="2230594"/>
                </a:lnTo>
                <a:lnTo>
                  <a:pt x="3503781" y="2230594"/>
                </a:lnTo>
                <a:lnTo>
                  <a:pt x="3503781" y="2240214"/>
                </a:lnTo>
                <a:lnTo>
                  <a:pt x="3490752" y="2244195"/>
                </a:lnTo>
                <a:lnTo>
                  <a:pt x="3480981" y="2240214"/>
                </a:lnTo>
                <a:lnTo>
                  <a:pt x="3477723" y="2231921"/>
                </a:lnTo>
                <a:lnTo>
                  <a:pt x="3467952" y="2227940"/>
                </a:lnTo>
                <a:lnTo>
                  <a:pt x="3451665" y="2225286"/>
                </a:lnTo>
                <a:lnTo>
                  <a:pt x="3448408" y="2218652"/>
                </a:lnTo>
                <a:lnTo>
                  <a:pt x="3448408" y="2203723"/>
                </a:lnTo>
                <a:lnTo>
                  <a:pt x="3432121" y="2198415"/>
                </a:lnTo>
                <a:lnTo>
                  <a:pt x="3438636" y="2176853"/>
                </a:lnTo>
                <a:lnTo>
                  <a:pt x="3438636" y="2167232"/>
                </a:lnTo>
                <a:lnTo>
                  <a:pt x="3425607" y="2169886"/>
                </a:lnTo>
                <a:lnTo>
                  <a:pt x="3425607" y="2159270"/>
                </a:lnTo>
                <a:lnTo>
                  <a:pt x="3438636" y="2146996"/>
                </a:lnTo>
                <a:lnTo>
                  <a:pt x="3454923" y="2145670"/>
                </a:lnTo>
                <a:lnTo>
                  <a:pt x="3471209" y="2146996"/>
                </a:lnTo>
                <a:lnTo>
                  <a:pt x="3477723" y="2143016"/>
                </a:lnTo>
                <a:lnTo>
                  <a:pt x="3480981" y="2128088"/>
                </a:lnTo>
                <a:lnTo>
                  <a:pt x="3516811" y="2131073"/>
                </a:lnTo>
                <a:lnTo>
                  <a:pt x="3533097" y="2116145"/>
                </a:lnTo>
                <a:lnTo>
                  <a:pt x="3552641" y="2109510"/>
                </a:lnTo>
                <a:lnTo>
                  <a:pt x="3575442" y="2110838"/>
                </a:lnTo>
                <a:lnTo>
                  <a:pt x="3588470" y="2116145"/>
                </a:lnTo>
                <a:lnTo>
                  <a:pt x="3598243" y="2116145"/>
                </a:lnTo>
                <a:lnTo>
                  <a:pt x="3604757" y="2128088"/>
                </a:lnTo>
                <a:lnTo>
                  <a:pt x="3614529" y="2125433"/>
                </a:lnTo>
                <a:lnTo>
                  <a:pt x="3624301" y="2133727"/>
                </a:lnTo>
                <a:lnTo>
                  <a:pt x="3640587" y="2135054"/>
                </a:lnTo>
                <a:lnTo>
                  <a:pt x="3660130" y="2131073"/>
                </a:lnTo>
                <a:lnTo>
                  <a:pt x="3669902" y="2135054"/>
                </a:lnTo>
                <a:lnTo>
                  <a:pt x="3692703" y="2125433"/>
                </a:lnTo>
                <a:lnTo>
                  <a:pt x="3695961" y="2121453"/>
                </a:lnTo>
                <a:lnTo>
                  <a:pt x="3699218" y="2110838"/>
                </a:lnTo>
                <a:lnTo>
                  <a:pt x="3692703" y="2091928"/>
                </a:lnTo>
                <a:lnTo>
                  <a:pt x="3666645" y="2077001"/>
                </a:lnTo>
                <a:lnTo>
                  <a:pt x="3650359" y="2058091"/>
                </a:lnTo>
                <a:lnTo>
                  <a:pt x="3624301" y="2046149"/>
                </a:lnTo>
                <a:lnTo>
                  <a:pt x="3611271" y="2031221"/>
                </a:lnTo>
                <a:lnTo>
                  <a:pt x="3624301" y="2025912"/>
                </a:lnTo>
                <a:lnTo>
                  <a:pt x="3630815" y="2012312"/>
                </a:lnTo>
                <a:lnTo>
                  <a:pt x="3630815" y="2000037"/>
                </a:lnTo>
                <a:lnTo>
                  <a:pt x="3640587" y="1989422"/>
                </a:lnTo>
                <a:lnTo>
                  <a:pt x="3637329" y="1982787"/>
                </a:lnTo>
                <a:lnTo>
                  <a:pt x="3624301" y="1985441"/>
                </a:lnTo>
                <a:lnTo>
                  <a:pt x="3611271" y="1992075"/>
                </a:lnTo>
                <a:lnTo>
                  <a:pt x="3594985" y="1994730"/>
                </a:lnTo>
                <a:lnTo>
                  <a:pt x="3588470" y="2001696"/>
                </a:lnTo>
                <a:lnTo>
                  <a:pt x="3575442" y="2007004"/>
                </a:lnTo>
                <a:lnTo>
                  <a:pt x="3575442" y="2016292"/>
                </a:lnTo>
                <a:lnTo>
                  <a:pt x="3588470" y="2028567"/>
                </a:lnTo>
                <a:lnTo>
                  <a:pt x="3601500" y="2025912"/>
                </a:lnTo>
                <a:lnTo>
                  <a:pt x="3608015" y="2025912"/>
                </a:lnTo>
                <a:lnTo>
                  <a:pt x="3604757" y="2036529"/>
                </a:lnTo>
                <a:lnTo>
                  <a:pt x="3588470" y="2033874"/>
                </a:lnTo>
                <a:lnTo>
                  <a:pt x="3585213" y="2037855"/>
                </a:lnTo>
                <a:lnTo>
                  <a:pt x="3568927" y="2043163"/>
                </a:lnTo>
                <a:lnTo>
                  <a:pt x="3562412" y="2052784"/>
                </a:lnTo>
                <a:lnTo>
                  <a:pt x="3555897" y="2050129"/>
                </a:lnTo>
                <a:lnTo>
                  <a:pt x="3555897" y="2033874"/>
                </a:lnTo>
                <a:lnTo>
                  <a:pt x="3539611" y="2025912"/>
                </a:lnTo>
                <a:lnTo>
                  <a:pt x="3559155" y="2013639"/>
                </a:lnTo>
                <a:lnTo>
                  <a:pt x="3552641" y="2009657"/>
                </a:lnTo>
                <a:lnTo>
                  <a:pt x="3533097" y="2009657"/>
                </a:lnTo>
                <a:lnTo>
                  <a:pt x="3526583" y="1994730"/>
                </a:lnTo>
                <a:lnTo>
                  <a:pt x="3516811" y="1994730"/>
                </a:lnTo>
                <a:lnTo>
                  <a:pt x="3510296" y="2001696"/>
                </a:lnTo>
                <a:lnTo>
                  <a:pt x="3497267" y="2013639"/>
                </a:lnTo>
                <a:lnTo>
                  <a:pt x="3487495" y="2018947"/>
                </a:lnTo>
                <a:lnTo>
                  <a:pt x="3490752" y="2031221"/>
                </a:lnTo>
                <a:lnTo>
                  <a:pt x="3487495" y="2040509"/>
                </a:lnTo>
                <a:lnTo>
                  <a:pt x="3474466" y="2043163"/>
                </a:lnTo>
                <a:lnTo>
                  <a:pt x="3471209" y="2067711"/>
                </a:lnTo>
                <a:lnTo>
                  <a:pt x="3467952" y="2077001"/>
                </a:lnTo>
                <a:lnTo>
                  <a:pt x="3461437" y="2077001"/>
                </a:lnTo>
                <a:lnTo>
                  <a:pt x="3454923" y="2094582"/>
                </a:lnTo>
                <a:lnTo>
                  <a:pt x="3454923" y="2098563"/>
                </a:lnTo>
                <a:lnTo>
                  <a:pt x="3461437" y="2110838"/>
                </a:lnTo>
                <a:lnTo>
                  <a:pt x="3461437" y="2133727"/>
                </a:lnTo>
                <a:lnTo>
                  <a:pt x="3451665" y="2135054"/>
                </a:lnTo>
                <a:lnTo>
                  <a:pt x="3445151" y="2143016"/>
                </a:lnTo>
                <a:lnTo>
                  <a:pt x="3438636" y="2145670"/>
                </a:lnTo>
                <a:lnTo>
                  <a:pt x="3428865" y="2155290"/>
                </a:lnTo>
                <a:lnTo>
                  <a:pt x="3425607" y="2140361"/>
                </a:lnTo>
                <a:lnTo>
                  <a:pt x="3409320" y="2133727"/>
                </a:lnTo>
                <a:lnTo>
                  <a:pt x="3396292" y="2135054"/>
                </a:lnTo>
                <a:lnTo>
                  <a:pt x="3386520" y="2146996"/>
                </a:lnTo>
                <a:lnTo>
                  <a:pt x="3376747" y="2152636"/>
                </a:lnTo>
                <a:lnTo>
                  <a:pt x="3366976" y="2146996"/>
                </a:lnTo>
                <a:lnTo>
                  <a:pt x="3366976" y="2155290"/>
                </a:lnTo>
                <a:lnTo>
                  <a:pt x="3370234" y="2161925"/>
                </a:lnTo>
                <a:lnTo>
                  <a:pt x="3373491" y="2186142"/>
                </a:lnTo>
                <a:lnTo>
                  <a:pt x="3389777" y="2195762"/>
                </a:lnTo>
                <a:lnTo>
                  <a:pt x="3389777" y="2210358"/>
                </a:lnTo>
                <a:lnTo>
                  <a:pt x="3383262" y="2203723"/>
                </a:lnTo>
                <a:lnTo>
                  <a:pt x="3376747" y="2206377"/>
                </a:lnTo>
                <a:lnTo>
                  <a:pt x="3376747" y="2215997"/>
                </a:lnTo>
                <a:lnTo>
                  <a:pt x="3366976" y="2213012"/>
                </a:lnTo>
                <a:lnTo>
                  <a:pt x="3376747" y="2230594"/>
                </a:lnTo>
                <a:lnTo>
                  <a:pt x="3360461" y="2231921"/>
                </a:lnTo>
                <a:lnTo>
                  <a:pt x="3357205" y="2225286"/>
                </a:lnTo>
                <a:lnTo>
                  <a:pt x="3347433" y="2230594"/>
                </a:lnTo>
                <a:lnTo>
                  <a:pt x="3347433" y="2215997"/>
                </a:lnTo>
                <a:lnTo>
                  <a:pt x="3340918" y="2207704"/>
                </a:lnTo>
                <a:lnTo>
                  <a:pt x="3344175" y="2198415"/>
                </a:lnTo>
                <a:lnTo>
                  <a:pt x="3353947" y="2195762"/>
                </a:lnTo>
                <a:lnTo>
                  <a:pt x="3370234" y="2203723"/>
                </a:lnTo>
                <a:lnTo>
                  <a:pt x="3366976" y="2195762"/>
                </a:lnTo>
                <a:lnTo>
                  <a:pt x="3353947" y="2194435"/>
                </a:lnTo>
                <a:lnTo>
                  <a:pt x="3340918" y="2194435"/>
                </a:lnTo>
                <a:lnTo>
                  <a:pt x="3331147" y="2183487"/>
                </a:lnTo>
                <a:lnTo>
                  <a:pt x="3331147" y="2179507"/>
                </a:lnTo>
                <a:lnTo>
                  <a:pt x="3321375" y="2164578"/>
                </a:lnTo>
                <a:lnTo>
                  <a:pt x="3318117" y="2157943"/>
                </a:lnTo>
                <a:lnTo>
                  <a:pt x="3311602" y="2152636"/>
                </a:lnTo>
                <a:lnTo>
                  <a:pt x="3308345" y="2143016"/>
                </a:lnTo>
                <a:lnTo>
                  <a:pt x="3311602" y="2113491"/>
                </a:lnTo>
                <a:lnTo>
                  <a:pt x="3308345" y="2113491"/>
                </a:lnTo>
                <a:lnTo>
                  <a:pt x="3301831" y="2103871"/>
                </a:lnTo>
                <a:lnTo>
                  <a:pt x="3295316" y="2098563"/>
                </a:lnTo>
                <a:lnTo>
                  <a:pt x="3279029" y="2089274"/>
                </a:lnTo>
                <a:lnTo>
                  <a:pt x="3279029" y="2086289"/>
                </a:lnTo>
                <a:lnTo>
                  <a:pt x="3266001" y="2077001"/>
                </a:lnTo>
                <a:lnTo>
                  <a:pt x="3249715" y="2070366"/>
                </a:lnTo>
                <a:lnTo>
                  <a:pt x="3236685" y="2058091"/>
                </a:lnTo>
                <a:lnTo>
                  <a:pt x="3236685" y="2052784"/>
                </a:lnTo>
                <a:lnTo>
                  <a:pt x="3233428" y="2046149"/>
                </a:lnTo>
                <a:lnTo>
                  <a:pt x="3230171" y="2033874"/>
                </a:lnTo>
                <a:lnTo>
                  <a:pt x="3223657" y="2028567"/>
                </a:lnTo>
                <a:lnTo>
                  <a:pt x="3217142" y="2036529"/>
                </a:lnTo>
                <a:lnTo>
                  <a:pt x="3213884" y="2040509"/>
                </a:lnTo>
                <a:lnTo>
                  <a:pt x="3207370" y="2024586"/>
                </a:lnTo>
                <a:lnTo>
                  <a:pt x="3210627" y="2021600"/>
                </a:lnTo>
                <a:lnTo>
                  <a:pt x="3200855" y="2016292"/>
                </a:lnTo>
                <a:lnTo>
                  <a:pt x="3184569" y="2031221"/>
                </a:lnTo>
                <a:lnTo>
                  <a:pt x="3191084" y="2037855"/>
                </a:lnTo>
                <a:lnTo>
                  <a:pt x="3184569" y="2046149"/>
                </a:lnTo>
                <a:lnTo>
                  <a:pt x="3187826" y="2055437"/>
                </a:lnTo>
                <a:lnTo>
                  <a:pt x="3204113" y="2070366"/>
                </a:lnTo>
                <a:lnTo>
                  <a:pt x="3207370" y="2073019"/>
                </a:lnTo>
                <a:lnTo>
                  <a:pt x="3213884" y="2094582"/>
                </a:lnTo>
                <a:lnTo>
                  <a:pt x="3230171" y="2109510"/>
                </a:lnTo>
                <a:lnTo>
                  <a:pt x="3236685" y="2110838"/>
                </a:lnTo>
                <a:lnTo>
                  <a:pt x="3249715" y="2110838"/>
                </a:lnTo>
                <a:lnTo>
                  <a:pt x="3249715" y="2122780"/>
                </a:lnTo>
                <a:lnTo>
                  <a:pt x="3269258" y="2133727"/>
                </a:lnTo>
                <a:lnTo>
                  <a:pt x="3285544" y="2143016"/>
                </a:lnTo>
                <a:lnTo>
                  <a:pt x="3295316" y="2155290"/>
                </a:lnTo>
                <a:lnTo>
                  <a:pt x="3292059" y="2161925"/>
                </a:lnTo>
                <a:lnTo>
                  <a:pt x="3285544" y="2152636"/>
                </a:lnTo>
                <a:lnTo>
                  <a:pt x="3269258" y="2145670"/>
                </a:lnTo>
                <a:lnTo>
                  <a:pt x="3266001" y="2149650"/>
                </a:lnTo>
                <a:lnTo>
                  <a:pt x="3259486" y="2161925"/>
                </a:lnTo>
                <a:lnTo>
                  <a:pt x="3269258" y="2171213"/>
                </a:lnTo>
                <a:lnTo>
                  <a:pt x="3269258" y="2182160"/>
                </a:lnTo>
                <a:lnTo>
                  <a:pt x="3259486" y="2186142"/>
                </a:lnTo>
                <a:lnTo>
                  <a:pt x="3259486" y="2194435"/>
                </a:lnTo>
                <a:lnTo>
                  <a:pt x="3249715" y="2203723"/>
                </a:lnTo>
                <a:lnTo>
                  <a:pt x="3243200" y="2203723"/>
                </a:lnTo>
                <a:lnTo>
                  <a:pt x="3252971" y="2179507"/>
                </a:lnTo>
                <a:lnTo>
                  <a:pt x="3243200" y="2157943"/>
                </a:lnTo>
                <a:lnTo>
                  <a:pt x="3239943" y="2157943"/>
                </a:lnTo>
                <a:lnTo>
                  <a:pt x="3233428" y="2149650"/>
                </a:lnTo>
                <a:lnTo>
                  <a:pt x="3230171" y="2140361"/>
                </a:lnTo>
                <a:lnTo>
                  <a:pt x="3217142" y="2137708"/>
                </a:lnTo>
                <a:lnTo>
                  <a:pt x="3210627" y="2128088"/>
                </a:lnTo>
                <a:lnTo>
                  <a:pt x="3200855" y="2128088"/>
                </a:lnTo>
                <a:lnTo>
                  <a:pt x="3178055" y="2109510"/>
                </a:lnTo>
                <a:lnTo>
                  <a:pt x="3174798" y="2103871"/>
                </a:lnTo>
                <a:lnTo>
                  <a:pt x="3155253" y="2086289"/>
                </a:lnTo>
                <a:lnTo>
                  <a:pt x="3151997" y="2064726"/>
                </a:lnTo>
                <a:lnTo>
                  <a:pt x="3132452" y="2052784"/>
                </a:lnTo>
                <a:lnTo>
                  <a:pt x="3125937" y="2050129"/>
                </a:lnTo>
                <a:lnTo>
                  <a:pt x="3112909" y="2064726"/>
                </a:lnTo>
                <a:lnTo>
                  <a:pt x="3103137" y="2067711"/>
                </a:lnTo>
                <a:lnTo>
                  <a:pt x="3086851" y="2082308"/>
                </a:lnTo>
                <a:lnTo>
                  <a:pt x="3077079" y="2084962"/>
                </a:lnTo>
                <a:lnTo>
                  <a:pt x="3053953" y="2077001"/>
                </a:lnTo>
                <a:lnTo>
                  <a:pt x="3044506" y="2073019"/>
                </a:lnTo>
                <a:lnTo>
                  <a:pt x="3027243" y="2082308"/>
                </a:lnTo>
                <a:lnTo>
                  <a:pt x="3024637" y="2089274"/>
                </a:lnTo>
                <a:lnTo>
                  <a:pt x="3027243" y="2098563"/>
                </a:lnTo>
                <a:lnTo>
                  <a:pt x="3027243" y="2113491"/>
                </a:lnTo>
                <a:lnTo>
                  <a:pt x="3012911" y="2122780"/>
                </a:lnTo>
                <a:lnTo>
                  <a:pt x="3008676" y="2128088"/>
                </a:lnTo>
                <a:lnTo>
                  <a:pt x="2988807" y="2133727"/>
                </a:lnTo>
                <a:lnTo>
                  <a:pt x="2973172" y="2157943"/>
                </a:lnTo>
                <a:lnTo>
                  <a:pt x="2967635" y="2169886"/>
                </a:lnTo>
                <a:lnTo>
                  <a:pt x="2973172" y="2182160"/>
                </a:lnTo>
                <a:lnTo>
                  <a:pt x="2977081" y="2186142"/>
                </a:lnTo>
                <a:lnTo>
                  <a:pt x="2963727" y="2195762"/>
                </a:lnTo>
                <a:lnTo>
                  <a:pt x="2955909" y="2213012"/>
                </a:lnTo>
                <a:lnTo>
                  <a:pt x="2952000" y="2213012"/>
                </a:lnTo>
                <a:lnTo>
                  <a:pt x="2943857" y="2218652"/>
                </a:lnTo>
                <a:lnTo>
                  <a:pt x="2934736" y="2230594"/>
                </a:lnTo>
                <a:lnTo>
                  <a:pt x="2896300" y="2230594"/>
                </a:lnTo>
                <a:lnTo>
                  <a:pt x="2892392" y="2234575"/>
                </a:lnTo>
                <a:lnTo>
                  <a:pt x="2881642" y="2237560"/>
                </a:lnTo>
                <a:lnTo>
                  <a:pt x="2880339" y="2244195"/>
                </a:lnTo>
                <a:lnTo>
                  <a:pt x="2875129" y="2246849"/>
                </a:lnTo>
                <a:lnTo>
                  <a:pt x="2868614" y="2242869"/>
                </a:lnTo>
                <a:lnTo>
                  <a:pt x="2857865" y="2225286"/>
                </a:lnTo>
                <a:lnTo>
                  <a:pt x="2844836" y="2219979"/>
                </a:lnTo>
                <a:lnTo>
                  <a:pt x="2836693" y="2225286"/>
                </a:lnTo>
                <a:lnTo>
                  <a:pt x="2822360" y="2222632"/>
                </a:lnTo>
                <a:lnTo>
                  <a:pt x="2820732" y="2215997"/>
                </a:lnTo>
                <a:lnTo>
                  <a:pt x="2820732" y="2194435"/>
                </a:lnTo>
                <a:lnTo>
                  <a:pt x="2809006" y="2186142"/>
                </a:lnTo>
                <a:lnTo>
                  <a:pt x="2810309" y="2171213"/>
                </a:lnTo>
                <a:lnTo>
                  <a:pt x="2815520" y="2167232"/>
                </a:lnTo>
                <a:lnTo>
                  <a:pt x="2822360" y="2133727"/>
                </a:lnTo>
                <a:lnTo>
                  <a:pt x="2818126" y="2113491"/>
                </a:lnTo>
                <a:lnTo>
                  <a:pt x="2820732" y="2110838"/>
                </a:lnTo>
                <a:lnTo>
                  <a:pt x="2818126" y="2106524"/>
                </a:lnTo>
                <a:lnTo>
                  <a:pt x="2812914" y="2082308"/>
                </a:lnTo>
                <a:lnTo>
                  <a:pt x="2827572" y="2077001"/>
                </a:lnTo>
                <a:lnTo>
                  <a:pt x="2834087" y="2067711"/>
                </a:lnTo>
                <a:lnTo>
                  <a:pt x="2846139" y="2073019"/>
                </a:lnTo>
                <a:lnTo>
                  <a:pt x="2875129" y="2073019"/>
                </a:lnTo>
                <a:lnTo>
                  <a:pt x="2898907" y="2077001"/>
                </a:lnTo>
                <a:lnTo>
                  <a:pt x="2910958" y="2074346"/>
                </a:lnTo>
                <a:lnTo>
                  <a:pt x="2934736" y="2079654"/>
                </a:lnTo>
                <a:lnTo>
                  <a:pt x="2941251" y="2077001"/>
                </a:lnTo>
                <a:lnTo>
                  <a:pt x="2946462" y="2070366"/>
                </a:lnTo>
                <a:lnTo>
                  <a:pt x="2952000" y="2046149"/>
                </a:lnTo>
                <a:lnTo>
                  <a:pt x="2953303" y="2012312"/>
                </a:lnTo>
                <a:lnTo>
                  <a:pt x="2952000" y="2004350"/>
                </a:lnTo>
                <a:lnTo>
                  <a:pt x="2941251" y="2000037"/>
                </a:lnTo>
                <a:lnTo>
                  <a:pt x="2937342" y="1989422"/>
                </a:lnTo>
                <a:lnTo>
                  <a:pt x="2937342" y="1985441"/>
                </a:lnTo>
                <a:lnTo>
                  <a:pt x="2928221" y="1977148"/>
                </a:lnTo>
                <a:lnTo>
                  <a:pt x="2925290" y="1970513"/>
                </a:lnTo>
                <a:lnTo>
                  <a:pt x="2917473" y="1970513"/>
                </a:lnTo>
                <a:lnTo>
                  <a:pt x="2910958" y="1965205"/>
                </a:lnTo>
                <a:lnTo>
                  <a:pt x="2898907" y="1965205"/>
                </a:lnTo>
                <a:lnTo>
                  <a:pt x="2896300" y="1952930"/>
                </a:lnTo>
                <a:lnTo>
                  <a:pt x="2889785" y="1951603"/>
                </a:lnTo>
                <a:lnTo>
                  <a:pt x="2893695" y="1943642"/>
                </a:lnTo>
                <a:lnTo>
                  <a:pt x="2917473" y="1936676"/>
                </a:lnTo>
                <a:lnTo>
                  <a:pt x="2925290" y="1946296"/>
                </a:lnTo>
                <a:lnTo>
                  <a:pt x="2932131" y="1940988"/>
                </a:lnTo>
                <a:lnTo>
                  <a:pt x="2943857" y="1943642"/>
                </a:lnTo>
                <a:lnTo>
                  <a:pt x="2943857" y="1927388"/>
                </a:lnTo>
                <a:lnTo>
                  <a:pt x="2941251" y="1915113"/>
                </a:lnTo>
                <a:lnTo>
                  <a:pt x="2949394" y="1915113"/>
                </a:lnTo>
                <a:lnTo>
                  <a:pt x="2953303" y="1922079"/>
                </a:lnTo>
                <a:lnTo>
                  <a:pt x="2975778" y="1924733"/>
                </a:lnTo>
                <a:lnTo>
                  <a:pt x="2975778" y="1915113"/>
                </a:lnTo>
                <a:lnTo>
                  <a:pt x="2991739" y="1907151"/>
                </a:lnTo>
                <a:lnTo>
                  <a:pt x="2999556" y="1900516"/>
                </a:lnTo>
                <a:lnTo>
                  <a:pt x="3000859" y="1880281"/>
                </a:lnTo>
                <a:lnTo>
                  <a:pt x="3018122" y="1876299"/>
                </a:lnTo>
                <a:lnTo>
                  <a:pt x="3032780" y="1866679"/>
                </a:lnTo>
                <a:lnTo>
                  <a:pt x="3047112" y="1868006"/>
                </a:lnTo>
                <a:lnTo>
                  <a:pt x="3047112" y="1866679"/>
                </a:lnTo>
                <a:lnTo>
                  <a:pt x="3039295" y="1866679"/>
                </a:lnTo>
                <a:lnTo>
                  <a:pt x="3041900" y="1856064"/>
                </a:lnTo>
                <a:lnTo>
                  <a:pt x="3051021" y="1837155"/>
                </a:lnTo>
                <a:lnTo>
                  <a:pt x="3067307" y="1842462"/>
                </a:lnTo>
                <a:lnTo>
                  <a:pt x="3073822" y="1834501"/>
                </a:lnTo>
                <a:lnTo>
                  <a:pt x="3067307" y="1824881"/>
                </a:lnTo>
                <a:lnTo>
                  <a:pt x="3060792" y="1831847"/>
                </a:lnTo>
                <a:lnTo>
                  <a:pt x="3057535" y="1822227"/>
                </a:lnTo>
                <a:lnTo>
                  <a:pt x="3073822" y="1807299"/>
                </a:lnTo>
                <a:lnTo>
                  <a:pt x="3090108" y="1805972"/>
                </a:lnTo>
                <a:lnTo>
                  <a:pt x="3099879" y="1812938"/>
                </a:lnTo>
                <a:lnTo>
                  <a:pt x="3099879" y="1800664"/>
                </a:lnTo>
                <a:lnTo>
                  <a:pt x="3112909" y="1798010"/>
                </a:lnTo>
                <a:lnTo>
                  <a:pt x="3116166" y="1803318"/>
                </a:lnTo>
                <a:lnTo>
                  <a:pt x="3129195" y="1785735"/>
                </a:lnTo>
                <a:lnTo>
                  <a:pt x="3129195" y="1776447"/>
                </a:lnTo>
                <a:lnTo>
                  <a:pt x="3122681" y="1761520"/>
                </a:lnTo>
                <a:lnTo>
                  <a:pt x="3122681" y="1746923"/>
                </a:lnTo>
                <a:lnTo>
                  <a:pt x="3112909" y="1742610"/>
                </a:lnTo>
                <a:lnTo>
                  <a:pt x="3116166" y="1733321"/>
                </a:lnTo>
                <a:lnTo>
                  <a:pt x="3112909" y="1725360"/>
                </a:lnTo>
                <a:lnTo>
                  <a:pt x="3112909" y="1710431"/>
                </a:lnTo>
                <a:lnTo>
                  <a:pt x="3119424" y="1710431"/>
                </a:lnTo>
                <a:lnTo>
                  <a:pt x="3135710" y="1696831"/>
                </a:lnTo>
                <a:lnTo>
                  <a:pt x="3145482" y="1694176"/>
                </a:lnTo>
                <a:lnTo>
                  <a:pt x="3151997" y="1698158"/>
                </a:lnTo>
                <a:lnTo>
                  <a:pt x="3151997" y="1709105"/>
                </a:lnTo>
                <a:lnTo>
                  <a:pt x="3165025" y="1715740"/>
                </a:lnTo>
                <a:lnTo>
                  <a:pt x="3158511" y="1722374"/>
                </a:lnTo>
                <a:lnTo>
                  <a:pt x="3151997" y="1728013"/>
                </a:lnTo>
                <a:lnTo>
                  <a:pt x="3138967" y="1746923"/>
                </a:lnTo>
                <a:lnTo>
                  <a:pt x="3135710" y="1764173"/>
                </a:lnTo>
                <a:lnTo>
                  <a:pt x="3145482" y="1767158"/>
                </a:lnTo>
                <a:lnTo>
                  <a:pt x="3148739" y="1776447"/>
                </a:lnTo>
                <a:lnTo>
                  <a:pt x="3161768" y="1781755"/>
                </a:lnTo>
                <a:lnTo>
                  <a:pt x="3171540" y="1794029"/>
                </a:lnTo>
                <a:lnTo>
                  <a:pt x="3174798" y="1785735"/>
                </a:lnTo>
                <a:lnTo>
                  <a:pt x="3184569" y="1783082"/>
                </a:lnTo>
                <a:lnTo>
                  <a:pt x="3187826" y="1776447"/>
                </a:lnTo>
                <a:lnTo>
                  <a:pt x="3197598" y="1776447"/>
                </a:lnTo>
                <a:lnTo>
                  <a:pt x="3207370" y="1785735"/>
                </a:lnTo>
                <a:lnTo>
                  <a:pt x="3210627" y="1785735"/>
                </a:lnTo>
                <a:lnTo>
                  <a:pt x="3213884" y="1798010"/>
                </a:lnTo>
                <a:lnTo>
                  <a:pt x="3220399" y="1800664"/>
                </a:lnTo>
                <a:lnTo>
                  <a:pt x="3220399" y="1794029"/>
                </a:lnTo>
                <a:lnTo>
                  <a:pt x="3249715" y="1783082"/>
                </a:lnTo>
                <a:lnTo>
                  <a:pt x="3252971" y="1781755"/>
                </a:lnTo>
                <a:lnTo>
                  <a:pt x="3259486" y="1773793"/>
                </a:lnTo>
                <a:lnTo>
                  <a:pt x="3272516" y="1769813"/>
                </a:lnTo>
                <a:lnTo>
                  <a:pt x="3292059" y="1764173"/>
                </a:lnTo>
                <a:lnTo>
                  <a:pt x="3295316" y="1776447"/>
                </a:lnTo>
                <a:lnTo>
                  <a:pt x="3301831" y="1779101"/>
                </a:lnTo>
                <a:lnTo>
                  <a:pt x="3318117" y="1776447"/>
                </a:lnTo>
                <a:lnTo>
                  <a:pt x="3321375" y="1761520"/>
                </a:lnTo>
                <a:lnTo>
                  <a:pt x="3340918" y="1761520"/>
                </a:lnTo>
                <a:lnTo>
                  <a:pt x="3340918" y="1752230"/>
                </a:lnTo>
                <a:lnTo>
                  <a:pt x="3340918" y="1725360"/>
                </a:lnTo>
                <a:lnTo>
                  <a:pt x="3337661" y="1718393"/>
                </a:lnTo>
                <a:lnTo>
                  <a:pt x="3340918" y="1700811"/>
                </a:lnTo>
                <a:lnTo>
                  <a:pt x="3344175" y="1694176"/>
                </a:lnTo>
                <a:lnTo>
                  <a:pt x="3350690" y="1676594"/>
                </a:lnTo>
                <a:lnTo>
                  <a:pt x="3363719" y="1672614"/>
                </a:lnTo>
                <a:lnTo>
                  <a:pt x="3376747" y="1684888"/>
                </a:lnTo>
                <a:lnTo>
                  <a:pt x="3376747" y="1694176"/>
                </a:lnTo>
                <a:lnTo>
                  <a:pt x="3383262" y="1696831"/>
                </a:lnTo>
                <a:lnTo>
                  <a:pt x="3396292" y="1688869"/>
                </a:lnTo>
                <a:lnTo>
                  <a:pt x="3396292" y="1667306"/>
                </a:lnTo>
                <a:lnTo>
                  <a:pt x="3399549" y="1655032"/>
                </a:lnTo>
                <a:lnTo>
                  <a:pt x="3383262" y="1649724"/>
                </a:lnTo>
                <a:lnTo>
                  <a:pt x="3383262" y="1643089"/>
                </a:lnTo>
                <a:lnTo>
                  <a:pt x="3380005" y="1624180"/>
                </a:lnTo>
                <a:lnTo>
                  <a:pt x="3389777" y="1618872"/>
                </a:lnTo>
                <a:lnTo>
                  <a:pt x="3396292" y="1613233"/>
                </a:lnTo>
                <a:lnTo>
                  <a:pt x="3425607" y="1606598"/>
                </a:lnTo>
                <a:lnTo>
                  <a:pt x="3441893" y="1613233"/>
                </a:lnTo>
                <a:lnTo>
                  <a:pt x="3454923" y="1615887"/>
                </a:lnTo>
                <a:lnTo>
                  <a:pt x="3461437" y="1613233"/>
                </a:lnTo>
                <a:lnTo>
                  <a:pt x="3480981" y="1594324"/>
                </a:lnTo>
                <a:lnTo>
                  <a:pt x="3474466" y="1577074"/>
                </a:lnTo>
                <a:lnTo>
                  <a:pt x="3454923" y="1575747"/>
                </a:lnTo>
                <a:lnTo>
                  <a:pt x="3422350" y="1582382"/>
                </a:lnTo>
                <a:lnTo>
                  <a:pt x="3412578" y="1587690"/>
                </a:lnTo>
                <a:lnTo>
                  <a:pt x="3376747" y="1601290"/>
                </a:lnTo>
                <a:lnTo>
                  <a:pt x="3366976" y="1582382"/>
                </a:lnTo>
                <a:lnTo>
                  <a:pt x="3360461" y="1579728"/>
                </a:lnTo>
                <a:lnTo>
                  <a:pt x="3344175" y="1572761"/>
                </a:lnTo>
                <a:lnTo>
                  <a:pt x="3344175" y="1563473"/>
                </a:lnTo>
                <a:lnTo>
                  <a:pt x="3347433" y="1548545"/>
                </a:lnTo>
                <a:lnTo>
                  <a:pt x="3347433" y="1528308"/>
                </a:lnTo>
                <a:lnTo>
                  <a:pt x="3340918" y="1521674"/>
                </a:lnTo>
                <a:lnTo>
                  <a:pt x="3344175" y="1515039"/>
                </a:lnTo>
                <a:lnTo>
                  <a:pt x="3340918" y="1504091"/>
                </a:lnTo>
                <a:lnTo>
                  <a:pt x="3340918" y="1492149"/>
                </a:lnTo>
                <a:lnTo>
                  <a:pt x="3344175" y="1488169"/>
                </a:lnTo>
                <a:lnTo>
                  <a:pt x="3347433" y="1475894"/>
                </a:lnTo>
                <a:lnTo>
                  <a:pt x="3360461" y="1473241"/>
                </a:lnTo>
                <a:lnTo>
                  <a:pt x="3366976" y="1455659"/>
                </a:lnTo>
                <a:lnTo>
                  <a:pt x="3376747" y="1449024"/>
                </a:lnTo>
                <a:lnTo>
                  <a:pt x="3389777" y="1427461"/>
                </a:lnTo>
                <a:lnTo>
                  <a:pt x="3396292" y="1421822"/>
                </a:lnTo>
                <a:lnTo>
                  <a:pt x="3399549" y="1409879"/>
                </a:lnTo>
                <a:lnTo>
                  <a:pt x="3415835" y="1405898"/>
                </a:lnTo>
                <a:lnTo>
                  <a:pt x="3412578" y="1394950"/>
                </a:lnTo>
                <a:lnTo>
                  <a:pt x="3412578" y="1383008"/>
                </a:lnTo>
                <a:lnTo>
                  <a:pt x="3389777" y="1369407"/>
                </a:lnTo>
                <a:lnTo>
                  <a:pt x="3383262" y="1369407"/>
                </a:lnTo>
                <a:lnTo>
                  <a:pt x="3373491" y="1373388"/>
                </a:lnTo>
                <a:lnTo>
                  <a:pt x="3360461" y="1366753"/>
                </a:lnTo>
                <a:lnTo>
                  <a:pt x="3353947" y="1385662"/>
                </a:lnTo>
                <a:lnTo>
                  <a:pt x="3347433" y="1385662"/>
                </a:lnTo>
                <a:lnTo>
                  <a:pt x="3347433" y="1400258"/>
                </a:lnTo>
                <a:lnTo>
                  <a:pt x="3340918" y="1405898"/>
                </a:lnTo>
                <a:lnTo>
                  <a:pt x="3340918" y="1417840"/>
                </a:lnTo>
                <a:lnTo>
                  <a:pt x="3347433" y="1424807"/>
                </a:lnTo>
                <a:lnTo>
                  <a:pt x="3337661" y="1436749"/>
                </a:lnTo>
                <a:lnTo>
                  <a:pt x="3334403" y="1449024"/>
                </a:lnTo>
                <a:lnTo>
                  <a:pt x="3324632" y="1455659"/>
                </a:lnTo>
                <a:lnTo>
                  <a:pt x="3311602" y="1460966"/>
                </a:lnTo>
                <a:lnTo>
                  <a:pt x="3305089" y="1470586"/>
                </a:lnTo>
                <a:lnTo>
                  <a:pt x="3292059" y="1482529"/>
                </a:lnTo>
                <a:lnTo>
                  <a:pt x="3285544" y="1500111"/>
                </a:lnTo>
                <a:lnTo>
                  <a:pt x="3279029" y="1504091"/>
                </a:lnTo>
                <a:lnTo>
                  <a:pt x="3272516" y="1543237"/>
                </a:lnTo>
                <a:lnTo>
                  <a:pt x="3269258" y="1560818"/>
                </a:lnTo>
                <a:lnTo>
                  <a:pt x="3272516" y="1570107"/>
                </a:lnTo>
                <a:lnTo>
                  <a:pt x="3285544" y="1572761"/>
                </a:lnTo>
                <a:lnTo>
                  <a:pt x="3295316" y="1589017"/>
                </a:lnTo>
                <a:lnTo>
                  <a:pt x="3301831" y="1597310"/>
                </a:lnTo>
                <a:lnTo>
                  <a:pt x="3301831" y="1603944"/>
                </a:lnTo>
                <a:lnTo>
                  <a:pt x="3292059" y="1613233"/>
                </a:lnTo>
                <a:lnTo>
                  <a:pt x="3269258" y="1615887"/>
                </a:lnTo>
                <a:lnTo>
                  <a:pt x="3292059" y="1625507"/>
                </a:lnTo>
                <a:lnTo>
                  <a:pt x="3269258" y="1643089"/>
                </a:lnTo>
                <a:lnTo>
                  <a:pt x="3262743" y="1649724"/>
                </a:lnTo>
                <a:lnTo>
                  <a:pt x="3262743" y="1682234"/>
                </a:lnTo>
                <a:lnTo>
                  <a:pt x="3259486" y="1694176"/>
                </a:lnTo>
                <a:lnTo>
                  <a:pt x="3249715" y="1722374"/>
                </a:lnTo>
                <a:lnTo>
                  <a:pt x="3239943" y="1725360"/>
                </a:lnTo>
                <a:lnTo>
                  <a:pt x="3226913" y="1722374"/>
                </a:lnTo>
                <a:lnTo>
                  <a:pt x="3223657" y="1730668"/>
                </a:lnTo>
                <a:lnTo>
                  <a:pt x="3220399" y="1746923"/>
                </a:lnTo>
                <a:lnTo>
                  <a:pt x="3200855" y="1746923"/>
                </a:lnTo>
                <a:lnTo>
                  <a:pt x="3200855" y="1737302"/>
                </a:lnTo>
                <a:lnTo>
                  <a:pt x="3187826" y="1718393"/>
                </a:lnTo>
                <a:lnTo>
                  <a:pt x="3197598" y="1710431"/>
                </a:lnTo>
                <a:lnTo>
                  <a:pt x="3187826" y="1698158"/>
                </a:lnTo>
                <a:lnTo>
                  <a:pt x="3181311" y="1682234"/>
                </a:lnTo>
                <a:lnTo>
                  <a:pt x="3174798" y="1673941"/>
                </a:lnTo>
                <a:lnTo>
                  <a:pt x="3178055" y="1657686"/>
                </a:lnTo>
                <a:lnTo>
                  <a:pt x="3168283" y="1649724"/>
                </a:lnTo>
                <a:lnTo>
                  <a:pt x="3165025" y="1630815"/>
                </a:lnTo>
                <a:lnTo>
                  <a:pt x="3171540" y="1630815"/>
                </a:lnTo>
                <a:lnTo>
                  <a:pt x="3171540" y="1625507"/>
                </a:lnTo>
                <a:lnTo>
                  <a:pt x="3151997" y="1621527"/>
                </a:lnTo>
                <a:lnTo>
                  <a:pt x="3151997" y="1628161"/>
                </a:lnTo>
                <a:lnTo>
                  <a:pt x="3142224" y="1628161"/>
                </a:lnTo>
                <a:lnTo>
                  <a:pt x="3116166" y="1660671"/>
                </a:lnTo>
                <a:lnTo>
                  <a:pt x="3106394" y="1661999"/>
                </a:lnTo>
                <a:lnTo>
                  <a:pt x="3093365" y="1660671"/>
                </a:lnTo>
                <a:lnTo>
                  <a:pt x="3070565" y="1645744"/>
                </a:lnTo>
                <a:lnTo>
                  <a:pt x="3070565" y="1628161"/>
                </a:lnTo>
                <a:lnTo>
                  <a:pt x="3064050" y="1611906"/>
                </a:lnTo>
                <a:lnTo>
                  <a:pt x="3067307" y="1603944"/>
                </a:lnTo>
                <a:lnTo>
                  <a:pt x="3073822" y="1603944"/>
                </a:lnTo>
                <a:lnTo>
                  <a:pt x="3070565" y="1589017"/>
                </a:lnTo>
                <a:lnTo>
                  <a:pt x="3064050" y="1582382"/>
                </a:lnTo>
                <a:lnTo>
                  <a:pt x="3064050" y="1575747"/>
                </a:lnTo>
                <a:lnTo>
                  <a:pt x="3060792" y="1548545"/>
                </a:lnTo>
                <a:lnTo>
                  <a:pt x="3070565" y="1515039"/>
                </a:lnTo>
                <a:lnTo>
                  <a:pt x="3080337" y="1506746"/>
                </a:lnTo>
                <a:lnTo>
                  <a:pt x="3080337" y="1497457"/>
                </a:lnTo>
                <a:lnTo>
                  <a:pt x="3093365" y="1494803"/>
                </a:lnTo>
                <a:lnTo>
                  <a:pt x="3093365" y="1485183"/>
                </a:lnTo>
                <a:lnTo>
                  <a:pt x="3109651" y="1485183"/>
                </a:lnTo>
                <a:lnTo>
                  <a:pt x="3122681" y="1475894"/>
                </a:lnTo>
                <a:lnTo>
                  <a:pt x="3122681" y="1466274"/>
                </a:lnTo>
                <a:lnTo>
                  <a:pt x="3142224" y="1458312"/>
                </a:lnTo>
                <a:lnTo>
                  <a:pt x="3148739" y="1436749"/>
                </a:lnTo>
                <a:lnTo>
                  <a:pt x="3155253" y="1427461"/>
                </a:lnTo>
                <a:lnTo>
                  <a:pt x="3171540" y="1419167"/>
                </a:lnTo>
                <a:lnTo>
                  <a:pt x="3171540" y="1407225"/>
                </a:lnTo>
                <a:lnTo>
                  <a:pt x="3187826" y="1394950"/>
                </a:lnTo>
                <a:lnTo>
                  <a:pt x="3191084" y="1381682"/>
                </a:lnTo>
                <a:lnTo>
                  <a:pt x="3187826" y="1376042"/>
                </a:lnTo>
                <a:lnTo>
                  <a:pt x="3197598" y="1354478"/>
                </a:lnTo>
                <a:lnTo>
                  <a:pt x="3207370" y="1349171"/>
                </a:lnTo>
                <a:lnTo>
                  <a:pt x="3200855" y="1330262"/>
                </a:lnTo>
                <a:lnTo>
                  <a:pt x="3220399" y="1315334"/>
                </a:lnTo>
                <a:lnTo>
                  <a:pt x="3230171" y="1285809"/>
                </a:lnTo>
                <a:lnTo>
                  <a:pt x="3236685" y="1276521"/>
                </a:lnTo>
                <a:lnTo>
                  <a:pt x="3259486" y="1260266"/>
                </a:lnTo>
                <a:lnTo>
                  <a:pt x="3259486" y="1242684"/>
                </a:lnTo>
                <a:lnTo>
                  <a:pt x="3246457" y="1251972"/>
                </a:lnTo>
                <a:lnTo>
                  <a:pt x="3233428" y="1254958"/>
                </a:lnTo>
                <a:lnTo>
                  <a:pt x="3243200" y="1237376"/>
                </a:lnTo>
                <a:lnTo>
                  <a:pt x="3243200" y="1230409"/>
                </a:lnTo>
                <a:lnTo>
                  <a:pt x="3259486" y="1227756"/>
                </a:lnTo>
                <a:lnTo>
                  <a:pt x="3259486" y="1237376"/>
                </a:lnTo>
                <a:lnTo>
                  <a:pt x="3272516" y="1233395"/>
                </a:lnTo>
                <a:lnTo>
                  <a:pt x="3279029" y="1215813"/>
                </a:lnTo>
                <a:lnTo>
                  <a:pt x="3285544" y="1213159"/>
                </a:lnTo>
                <a:lnTo>
                  <a:pt x="3288802" y="1199558"/>
                </a:lnTo>
                <a:lnTo>
                  <a:pt x="3301831" y="1194250"/>
                </a:lnTo>
                <a:lnTo>
                  <a:pt x="3308345" y="1181976"/>
                </a:lnTo>
                <a:lnTo>
                  <a:pt x="3321375" y="1179322"/>
                </a:lnTo>
                <a:lnTo>
                  <a:pt x="3324632" y="1187284"/>
                </a:lnTo>
                <a:lnTo>
                  <a:pt x="3340918" y="1181976"/>
                </a:lnTo>
                <a:lnTo>
                  <a:pt x="3340918" y="1160413"/>
                </a:lnTo>
                <a:lnTo>
                  <a:pt x="3353947" y="1152451"/>
                </a:lnTo>
                <a:lnTo>
                  <a:pt x="3376747" y="1157760"/>
                </a:lnTo>
                <a:lnTo>
                  <a:pt x="3393034" y="1136196"/>
                </a:lnTo>
                <a:lnTo>
                  <a:pt x="3399549" y="1121268"/>
                </a:lnTo>
                <a:lnTo>
                  <a:pt x="3415835" y="1118614"/>
                </a:lnTo>
                <a:lnTo>
                  <a:pt x="3422350" y="1123923"/>
                </a:lnTo>
                <a:lnTo>
                  <a:pt x="3409320" y="1142831"/>
                </a:lnTo>
                <a:lnTo>
                  <a:pt x="3415835" y="1152451"/>
                </a:lnTo>
                <a:lnTo>
                  <a:pt x="3435379" y="1121268"/>
                </a:lnTo>
                <a:lnTo>
                  <a:pt x="3438636" y="1123923"/>
                </a:lnTo>
                <a:lnTo>
                  <a:pt x="3435379" y="1148471"/>
                </a:lnTo>
                <a:lnTo>
                  <a:pt x="3441893" y="1145485"/>
                </a:lnTo>
                <a:lnTo>
                  <a:pt x="3451665" y="1115961"/>
                </a:lnTo>
                <a:lnTo>
                  <a:pt x="3461437" y="1111980"/>
                </a:lnTo>
                <a:lnTo>
                  <a:pt x="3474466" y="1123923"/>
                </a:lnTo>
                <a:lnTo>
                  <a:pt x="3490752" y="1130888"/>
                </a:lnTo>
                <a:lnTo>
                  <a:pt x="3510296" y="1145485"/>
                </a:lnTo>
                <a:lnTo>
                  <a:pt x="3513553" y="1155105"/>
                </a:lnTo>
                <a:lnTo>
                  <a:pt x="3487495" y="1172687"/>
                </a:lnTo>
                <a:lnTo>
                  <a:pt x="3490752" y="1179322"/>
                </a:lnTo>
                <a:lnTo>
                  <a:pt x="3510296" y="1179322"/>
                </a:lnTo>
                <a:lnTo>
                  <a:pt x="3523325" y="1187284"/>
                </a:lnTo>
                <a:lnTo>
                  <a:pt x="3529839" y="1172687"/>
                </a:lnTo>
                <a:lnTo>
                  <a:pt x="3549384" y="1188942"/>
                </a:lnTo>
                <a:lnTo>
                  <a:pt x="3552641" y="1203539"/>
                </a:lnTo>
                <a:lnTo>
                  <a:pt x="3588470" y="1206193"/>
                </a:lnTo>
                <a:lnTo>
                  <a:pt x="3598243" y="1211832"/>
                </a:lnTo>
                <a:lnTo>
                  <a:pt x="3630815" y="1237376"/>
                </a:lnTo>
                <a:lnTo>
                  <a:pt x="3660130" y="1266901"/>
                </a:lnTo>
                <a:lnTo>
                  <a:pt x="3686188" y="1281829"/>
                </a:lnTo>
                <a:lnTo>
                  <a:pt x="3689446" y="1322301"/>
                </a:lnTo>
                <a:lnTo>
                  <a:pt x="3676417" y="1342536"/>
                </a:lnTo>
                <a:lnTo>
                  <a:pt x="3643844" y="1357133"/>
                </a:lnTo>
                <a:lnTo>
                  <a:pt x="3617786" y="1346517"/>
                </a:lnTo>
                <a:lnTo>
                  <a:pt x="3588470" y="1342536"/>
                </a:lnTo>
                <a:lnTo>
                  <a:pt x="3578699" y="1332916"/>
                </a:lnTo>
                <a:lnTo>
                  <a:pt x="3552641" y="1327608"/>
                </a:lnTo>
                <a:lnTo>
                  <a:pt x="3552641" y="1334243"/>
                </a:lnTo>
                <a:lnTo>
                  <a:pt x="3581957" y="1364100"/>
                </a:lnTo>
                <a:lnTo>
                  <a:pt x="3575442" y="1393624"/>
                </a:lnTo>
                <a:lnTo>
                  <a:pt x="3581957" y="1409879"/>
                </a:lnTo>
                <a:lnTo>
                  <a:pt x="3578699" y="1421822"/>
                </a:lnTo>
                <a:lnTo>
                  <a:pt x="3591728" y="1427461"/>
                </a:lnTo>
                <a:lnTo>
                  <a:pt x="3604757" y="1443384"/>
                </a:lnTo>
                <a:lnTo>
                  <a:pt x="3624301" y="1451677"/>
                </a:lnTo>
                <a:lnTo>
                  <a:pt x="3634072" y="1442057"/>
                </a:lnTo>
                <a:lnTo>
                  <a:pt x="3627557" y="1427461"/>
                </a:lnTo>
                <a:lnTo>
                  <a:pt x="3617786" y="1427461"/>
                </a:lnTo>
                <a:lnTo>
                  <a:pt x="3604757" y="1407225"/>
                </a:lnTo>
                <a:lnTo>
                  <a:pt x="3617786" y="1393624"/>
                </a:lnTo>
                <a:lnTo>
                  <a:pt x="3634072" y="1407225"/>
                </a:lnTo>
                <a:lnTo>
                  <a:pt x="3660130" y="1419167"/>
                </a:lnTo>
                <a:lnTo>
                  <a:pt x="3676417" y="1409879"/>
                </a:lnTo>
                <a:lnTo>
                  <a:pt x="3663388" y="1385662"/>
                </a:lnTo>
                <a:lnTo>
                  <a:pt x="3666645" y="1376042"/>
                </a:lnTo>
                <a:lnTo>
                  <a:pt x="3679675" y="1361445"/>
                </a:lnTo>
                <a:lnTo>
                  <a:pt x="3692703" y="1357133"/>
                </a:lnTo>
                <a:lnTo>
                  <a:pt x="3705733" y="1336897"/>
                </a:lnTo>
                <a:lnTo>
                  <a:pt x="3725276" y="1339883"/>
                </a:lnTo>
                <a:lnTo>
                  <a:pt x="3738305" y="1357133"/>
                </a:lnTo>
                <a:lnTo>
                  <a:pt x="3748077" y="1330262"/>
                </a:lnTo>
                <a:lnTo>
                  <a:pt x="3748077" y="1318320"/>
                </a:lnTo>
                <a:lnTo>
                  <a:pt x="3731791" y="1303391"/>
                </a:lnTo>
                <a:lnTo>
                  <a:pt x="3738305" y="1284483"/>
                </a:lnTo>
                <a:lnTo>
                  <a:pt x="3741562" y="1242684"/>
                </a:lnTo>
                <a:lnTo>
                  <a:pt x="3757849" y="1242684"/>
                </a:lnTo>
                <a:lnTo>
                  <a:pt x="3770878" y="1245337"/>
                </a:lnTo>
                <a:lnTo>
                  <a:pt x="3783907" y="1261593"/>
                </a:lnTo>
                <a:lnTo>
                  <a:pt x="3783907" y="1276521"/>
                </a:lnTo>
                <a:lnTo>
                  <a:pt x="3761106" y="1281829"/>
                </a:lnTo>
                <a:lnTo>
                  <a:pt x="3754591" y="1298084"/>
                </a:lnTo>
                <a:lnTo>
                  <a:pt x="3764363" y="1308699"/>
                </a:lnTo>
                <a:lnTo>
                  <a:pt x="3770878" y="1322301"/>
                </a:lnTo>
                <a:lnTo>
                  <a:pt x="3790421" y="1322301"/>
                </a:lnTo>
                <a:lnTo>
                  <a:pt x="3800193" y="1315334"/>
                </a:lnTo>
                <a:lnTo>
                  <a:pt x="3806707" y="1285809"/>
                </a:lnTo>
                <a:lnTo>
                  <a:pt x="3822994" y="1281829"/>
                </a:lnTo>
                <a:lnTo>
                  <a:pt x="3852310" y="1257612"/>
                </a:lnTo>
                <a:lnTo>
                  <a:pt x="3907683" y="1223775"/>
                </a:lnTo>
                <a:lnTo>
                  <a:pt x="3907683" y="1237376"/>
                </a:lnTo>
                <a:lnTo>
                  <a:pt x="3914198" y="1260266"/>
                </a:lnTo>
                <a:lnTo>
                  <a:pt x="3933741" y="1245337"/>
                </a:lnTo>
                <a:lnTo>
                  <a:pt x="3959799" y="1237376"/>
                </a:lnTo>
                <a:lnTo>
                  <a:pt x="3969571" y="1242684"/>
                </a:lnTo>
                <a:lnTo>
                  <a:pt x="3979344" y="1227756"/>
                </a:lnTo>
                <a:lnTo>
                  <a:pt x="3998887" y="1221121"/>
                </a:lnTo>
                <a:lnTo>
                  <a:pt x="4011916" y="1237376"/>
                </a:lnTo>
                <a:lnTo>
                  <a:pt x="4034717" y="1225102"/>
                </a:lnTo>
                <a:lnTo>
                  <a:pt x="4018430" y="1188942"/>
                </a:lnTo>
                <a:lnTo>
                  <a:pt x="4034717" y="1176668"/>
                </a:lnTo>
                <a:lnTo>
                  <a:pt x="4077061" y="1187284"/>
                </a:lnTo>
                <a:lnTo>
                  <a:pt x="4086833" y="1194250"/>
                </a:lnTo>
                <a:lnTo>
                  <a:pt x="4116148" y="1215813"/>
                </a:lnTo>
                <a:lnTo>
                  <a:pt x="4138949" y="1227756"/>
                </a:lnTo>
                <a:lnTo>
                  <a:pt x="4158493" y="1251972"/>
                </a:lnTo>
                <a:lnTo>
                  <a:pt x="4165009" y="1251972"/>
                </a:lnTo>
                <a:lnTo>
                  <a:pt x="4174780" y="1227756"/>
                </a:lnTo>
                <a:lnTo>
                  <a:pt x="4165009" y="1221121"/>
                </a:lnTo>
                <a:lnTo>
                  <a:pt x="4155235" y="1200885"/>
                </a:lnTo>
                <a:lnTo>
                  <a:pt x="4135693" y="1181976"/>
                </a:lnTo>
                <a:lnTo>
                  <a:pt x="4145464" y="1130888"/>
                </a:lnTo>
                <a:lnTo>
                  <a:pt x="4132435" y="1128235"/>
                </a:lnTo>
                <a:lnTo>
                  <a:pt x="4135693" y="1102359"/>
                </a:lnTo>
                <a:lnTo>
                  <a:pt x="4151979" y="1087763"/>
                </a:lnTo>
                <a:lnTo>
                  <a:pt x="4165009" y="1070181"/>
                </a:lnTo>
                <a:lnTo>
                  <a:pt x="4174780" y="1019094"/>
                </a:lnTo>
                <a:lnTo>
                  <a:pt x="4184551" y="1009473"/>
                </a:lnTo>
                <a:lnTo>
                  <a:pt x="4217124" y="1006819"/>
                </a:lnTo>
                <a:lnTo>
                  <a:pt x="4239925" y="1019094"/>
                </a:lnTo>
                <a:lnTo>
                  <a:pt x="4239925" y="1043310"/>
                </a:lnTo>
                <a:lnTo>
                  <a:pt x="4226896" y="1085109"/>
                </a:lnTo>
                <a:lnTo>
                  <a:pt x="4239925" y="1126908"/>
                </a:lnTo>
                <a:lnTo>
                  <a:pt x="4236667" y="1148471"/>
                </a:lnTo>
                <a:lnTo>
                  <a:pt x="4233411" y="1155105"/>
                </a:lnTo>
                <a:lnTo>
                  <a:pt x="4236667" y="1176668"/>
                </a:lnTo>
                <a:lnTo>
                  <a:pt x="4233411" y="1211832"/>
                </a:lnTo>
                <a:lnTo>
                  <a:pt x="4236667" y="1227756"/>
                </a:lnTo>
                <a:lnTo>
                  <a:pt x="4252953" y="1245337"/>
                </a:lnTo>
                <a:lnTo>
                  <a:pt x="4246440" y="1260266"/>
                </a:lnTo>
                <a:lnTo>
                  <a:pt x="4246440" y="1276521"/>
                </a:lnTo>
                <a:lnTo>
                  <a:pt x="4236667" y="1288463"/>
                </a:lnTo>
                <a:lnTo>
                  <a:pt x="4233411" y="1300738"/>
                </a:lnTo>
                <a:lnTo>
                  <a:pt x="4217124" y="1332916"/>
                </a:lnTo>
                <a:lnTo>
                  <a:pt x="4200838" y="1336897"/>
                </a:lnTo>
                <a:lnTo>
                  <a:pt x="4187809" y="1322301"/>
                </a:lnTo>
                <a:lnTo>
                  <a:pt x="4174780" y="1332916"/>
                </a:lnTo>
                <a:lnTo>
                  <a:pt x="4197581" y="1345190"/>
                </a:lnTo>
                <a:lnTo>
                  <a:pt x="4230153" y="1346517"/>
                </a:lnTo>
                <a:lnTo>
                  <a:pt x="4230153" y="1336897"/>
                </a:lnTo>
                <a:lnTo>
                  <a:pt x="4252953" y="1322301"/>
                </a:lnTo>
                <a:lnTo>
                  <a:pt x="4259469" y="1300738"/>
                </a:lnTo>
                <a:lnTo>
                  <a:pt x="4272498" y="1284483"/>
                </a:lnTo>
                <a:lnTo>
                  <a:pt x="4272498" y="1261593"/>
                </a:lnTo>
                <a:lnTo>
                  <a:pt x="4265983" y="1251972"/>
                </a:lnTo>
                <a:lnTo>
                  <a:pt x="4269240" y="1236049"/>
                </a:lnTo>
                <a:lnTo>
                  <a:pt x="4298556" y="1221121"/>
                </a:lnTo>
                <a:lnTo>
                  <a:pt x="4318099" y="1245337"/>
                </a:lnTo>
                <a:lnTo>
                  <a:pt x="4321357" y="1264247"/>
                </a:lnTo>
                <a:lnTo>
                  <a:pt x="4331129" y="1257612"/>
                </a:lnTo>
                <a:lnTo>
                  <a:pt x="4321357" y="1227756"/>
                </a:lnTo>
                <a:lnTo>
                  <a:pt x="4305071" y="1213159"/>
                </a:lnTo>
                <a:lnTo>
                  <a:pt x="4285527" y="1208847"/>
                </a:lnTo>
                <a:lnTo>
                  <a:pt x="4272498" y="1215813"/>
                </a:lnTo>
                <a:lnTo>
                  <a:pt x="4252953" y="1211832"/>
                </a:lnTo>
                <a:lnTo>
                  <a:pt x="4256211" y="1196904"/>
                </a:lnTo>
                <a:lnTo>
                  <a:pt x="4252953" y="1184630"/>
                </a:lnTo>
                <a:lnTo>
                  <a:pt x="4252953" y="1163067"/>
                </a:lnTo>
                <a:lnTo>
                  <a:pt x="4265983" y="1142831"/>
                </a:lnTo>
                <a:lnTo>
                  <a:pt x="4252953" y="1104018"/>
                </a:lnTo>
                <a:lnTo>
                  <a:pt x="4243182" y="1094398"/>
                </a:lnTo>
                <a:lnTo>
                  <a:pt x="4252953" y="1072834"/>
                </a:lnTo>
                <a:lnTo>
                  <a:pt x="4275755" y="1053926"/>
                </a:lnTo>
                <a:lnTo>
                  <a:pt x="4285527" y="1017767"/>
                </a:lnTo>
                <a:lnTo>
                  <a:pt x="4288785" y="1045964"/>
                </a:lnTo>
                <a:lnTo>
                  <a:pt x="4279013" y="1072834"/>
                </a:lnTo>
                <a:lnTo>
                  <a:pt x="4282269" y="1097051"/>
                </a:lnTo>
                <a:lnTo>
                  <a:pt x="4301813" y="1106672"/>
                </a:lnTo>
                <a:lnTo>
                  <a:pt x="4314843" y="1099706"/>
                </a:lnTo>
                <a:lnTo>
                  <a:pt x="4298556" y="1082456"/>
                </a:lnTo>
                <a:lnTo>
                  <a:pt x="4295299" y="1067527"/>
                </a:lnTo>
                <a:lnTo>
                  <a:pt x="4311585" y="1057907"/>
                </a:lnTo>
                <a:lnTo>
                  <a:pt x="4321357" y="1070181"/>
                </a:lnTo>
                <a:lnTo>
                  <a:pt x="4324614" y="1048618"/>
                </a:lnTo>
                <a:lnTo>
                  <a:pt x="4340900" y="1039329"/>
                </a:lnTo>
                <a:lnTo>
                  <a:pt x="4353929" y="1039329"/>
                </a:lnTo>
                <a:lnTo>
                  <a:pt x="4393017" y="1078143"/>
                </a:lnTo>
                <a:lnTo>
                  <a:pt x="4412561" y="1072834"/>
                </a:lnTo>
                <a:lnTo>
                  <a:pt x="4415817" y="1094398"/>
                </a:lnTo>
                <a:lnTo>
                  <a:pt x="4402789" y="1102359"/>
                </a:lnTo>
                <a:lnTo>
                  <a:pt x="4402789" y="1115961"/>
                </a:lnTo>
                <a:lnTo>
                  <a:pt x="4419075" y="1123923"/>
                </a:lnTo>
                <a:lnTo>
                  <a:pt x="4415817" y="1152451"/>
                </a:lnTo>
                <a:lnTo>
                  <a:pt x="4428847" y="1145485"/>
                </a:lnTo>
                <a:lnTo>
                  <a:pt x="4419075" y="1104018"/>
                </a:lnTo>
                <a:lnTo>
                  <a:pt x="4428847" y="1082456"/>
                </a:lnTo>
                <a:lnTo>
                  <a:pt x="4412561" y="1067527"/>
                </a:lnTo>
                <a:lnTo>
                  <a:pt x="4402789" y="1045964"/>
                </a:lnTo>
                <a:lnTo>
                  <a:pt x="4386503" y="1041984"/>
                </a:lnTo>
                <a:lnTo>
                  <a:pt x="4376731" y="1029709"/>
                </a:lnTo>
                <a:lnTo>
                  <a:pt x="4379987" y="1005492"/>
                </a:lnTo>
                <a:lnTo>
                  <a:pt x="4373473" y="966348"/>
                </a:lnTo>
                <a:lnTo>
                  <a:pt x="4389759" y="963693"/>
                </a:lnTo>
                <a:lnTo>
                  <a:pt x="4422332" y="961040"/>
                </a:lnTo>
                <a:lnTo>
                  <a:pt x="4480963" y="946111"/>
                </a:lnTo>
                <a:lnTo>
                  <a:pt x="4474449" y="909621"/>
                </a:lnTo>
                <a:lnTo>
                  <a:pt x="4477706" y="893698"/>
                </a:lnTo>
                <a:lnTo>
                  <a:pt x="4497249" y="876116"/>
                </a:lnTo>
                <a:lnTo>
                  <a:pt x="4520050" y="842279"/>
                </a:lnTo>
                <a:lnTo>
                  <a:pt x="4601482" y="811427"/>
                </a:lnTo>
                <a:lnTo>
                  <a:pt x="4598225" y="800480"/>
                </a:lnTo>
                <a:lnTo>
                  <a:pt x="4630797" y="791190"/>
                </a:lnTo>
                <a:lnTo>
                  <a:pt x="4656855" y="808773"/>
                </a:lnTo>
                <a:lnTo>
                  <a:pt x="4695943" y="776263"/>
                </a:lnTo>
                <a:lnTo>
                  <a:pt x="4702458" y="766975"/>
                </a:lnTo>
                <a:lnTo>
                  <a:pt x="4718744" y="766975"/>
                </a:lnTo>
                <a:lnTo>
                  <a:pt x="4731773" y="757353"/>
                </a:lnTo>
                <a:lnTo>
                  <a:pt x="4725259" y="735791"/>
                </a:lnTo>
                <a:lnTo>
                  <a:pt x="4731773" y="718541"/>
                </a:lnTo>
                <a:lnTo>
                  <a:pt x="4767603" y="675414"/>
                </a:lnTo>
                <a:close/>
                <a:moveTo>
                  <a:pt x="1309358" y="665794"/>
                </a:moveTo>
                <a:lnTo>
                  <a:pt x="1353331" y="669776"/>
                </a:lnTo>
                <a:lnTo>
                  <a:pt x="1345188" y="691338"/>
                </a:lnTo>
                <a:lnTo>
                  <a:pt x="1305449" y="690011"/>
                </a:lnTo>
                <a:close/>
                <a:moveTo>
                  <a:pt x="1036073" y="638924"/>
                </a:moveTo>
                <a:lnTo>
                  <a:pt x="1064737" y="638924"/>
                </a:lnTo>
                <a:lnTo>
                  <a:pt x="1057571" y="682049"/>
                </a:lnTo>
                <a:lnTo>
                  <a:pt x="1024347" y="702286"/>
                </a:lnTo>
                <a:lnTo>
                  <a:pt x="1002849" y="684704"/>
                </a:lnTo>
                <a:lnTo>
                  <a:pt x="1002849" y="653852"/>
                </a:lnTo>
                <a:close/>
                <a:moveTo>
                  <a:pt x="3370234" y="623996"/>
                </a:moveTo>
                <a:lnTo>
                  <a:pt x="3376747" y="645559"/>
                </a:lnTo>
                <a:lnTo>
                  <a:pt x="3393034" y="672429"/>
                </a:lnTo>
                <a:lnTo>
                  <a:pt x="3389777" y="687358"/>
                </a:lnTo>
                <a:lnTo>
                  <a:pt x="3366976" y="706266"/>
                </a:lnTo>
                <a:lnTo>
                  <a:pt x="3357205" y="687358"/>
                </a:lnTo>
                <a:lnTo>
                  <a:pt x="3337661" y="691338"/>
                </a:lnTo>
                <a:lnTo>
                  <a:pt x="3347433" y="653852"/>
                </a:lnTo>
                <a:lnTo>
                  <a:pt x="3337661" y="633616"/>
                </a:lnTo>
                <a:close/>
                <a:moveTo>
                  <a:pt x="3353947" y="594472"/>
                </a:moveTo>
                <a:lnTo>
                  <a:pt x="3357205" y="621342"/>
                </a:lnTo>
                <a:lnTo>
                  <a:pt x="3340918" y="629304"/>
                </a:lnTo>
                <a:lnTo>
                  <a:pt x="3321375" y="605087"/>
                </a:lnTo>
                <a:close/>
                <a:moveTo>
                  <a:pt x="1053010" y="578216"/>
                </a:moveTo>
                <a:lnTo>
                  <a:pt x="1071903" y="602433"/>
                </a:lnTo>
                <a:lnTo>
                  <a:pt x="1069622" y="618688"/>
                </a:lnTo>
                <a:lnTo>
                  <a:pt x="1033793" y="621342"/>
                </a:lnTo>
                <a:lnTo>
                  <a:pt x="1007735" y="623996"/>
                </a:lnTo>
                <a:lnTo>
                  <a:pt x="1005128" y="614707"/>
                </a:lnTo>
                <a:close/>
                <a:moveTo>
                  <a:pt x="1273853" y="572908"/>
                </a:moveTo>
                <a:lnTo>
                  <a:pt x="1321410" y="609067"/>
                </a:lnTo>
                <a:lnTo>
                  <a:pt x="1314895" y="648212"/>
                </a:lnTo>
                <a:lnTo>
                  <a:pt x="1285580" y="663141"/>
                </a:lnTo>
                <a:lnTo>
                  <a:pt x="1272550" y="642905"/>
                </a:lnTo>
                <a:lnTo>
                  <a:pt x="1261802" y="606414"/>
                </a:lnTo>
                <a:lnTo>
                  <a:pt x="1261802" y="578216"/>
                </a:lnTo>
                <a:close/>
                <a:moveTo>
                  <a:pt x="4738287" y="524475"/>
                </a:moveTo>
                <a:lnTo>
                  <a:pt x="4764345" y="524475"/>
                </a:lnTo>
                <a:lnTo>
                  <a:pt x="4761089" y="551346"/>
                </a:lnTo>
                <a:lnTo>
                  <a:pt x="4780631" y="544379"/>
                </a:lnTo>
                <a:lnTo>
                  <a:pt x="4803433" y="572908"/>
                </a:lnTo>
                <a:lnTo>
                  <a:pt x="4803433" y="602433"/>
                </a:lnTo>
                <a:lnTo>
                  <a:pt x="4777375" y="621342"/>
                </a:lnTo>
                <a:lnTo>
                  <a:pt x="4731773" y="630630"/>
                </a:lnTo>
                <a:lnTo>
                  <a:pt x="4712229" y="648212"/>
                </a:lnTo>
                <a:lnTo>
                  <a:pt x="4705715" y="630630"/>
                </a:lnTo>
                <a:close/>
                <a:moveTo>
                  <a:pt x="1165386" y="521489"/>
                </a:moveTo>
                <a:lnTo>
                  <a:pt x="1226298" y="572908"/>
                </a:lnTo>
                <a:lnTo>
                  <a:pt x="1240629" y="594472"/>
                </a:lnTo>
                <a:lnTo>
                  <a:pt x="1236721" y="618688"/>
                </a:lnTo>
                <a:lnTo>
                  <a:pt x="1252682" y="641577"/>
                </a:lnTo>
                <a:lnTo>
                  <a:pt x="1234115" y="663141"/>
                </a:lnTo>
                <a:lnTo>
                  <a:pt x="1222063" y="655179"/>
                </a:lnTo>
                <a:lnTo>
                  <a:pt x="1214246" y="629304"/>
                </a:lnTo>
                <a:lnTo>
                  <a:pt x="1178416" y="612053"/>
                </a:lnTo>
                <a:lnTo>
                  <a:pt x="1154638" y="621342"/>
                </a:lnTo>
                <a:lnTo>
                  <a:pt x="1150729" y="594472"/>
                </a:lnTo>
                <a:lnTo>
                  <a:pt x="1166689" y="580870"/>
                </a:lnTo>
                <a:lnTo>
                  <a:pt x="1162781" y="557980"/>
                </a:lnTo>
                <a:lnTo>
                  <a:pt x="1136071" y="551346"/>
                </a:lnTo>
                <a:lnTo>
                  <a:pt x="1138677" y="527129"/>
                </a:lnTo>
                <a:close/>
                <a:moveTo>
                  <a:pt x="4555881" y="454147"/>
                </a:moveTo>
                <a:lnTo>
                  <a:pt x="4588453" y="456801"/>
                </a:lnTo>
                <a:lnTo>
                  <a:pt x="4601482" y="473056"/>
                </a:lnTo>
                <a:lnTo>
                  <a:pt x="4581939" y="493292"/>
                </a:lnTo>
                <a:lnTo>
                  <a:pt x="4555881" y="475709"/>
                </a:lnTo>
                <a:close/>
                <a:moveTo>
                  <a:pt x="3259486" y="454147"/>
                </a:moveTo>
                <a:lnTo>
                  <a:pt x="3279029" y="469075"/>
                </a:lnTo>
                <a:lnTo>
                  <a:pt x="3301831" y="512201"/>
                </a:lnTo>
                <a:lnTo>
                  <a:pt x="3301831" y="541725"/>
                </a:lnTo>
                <a:lnTo>
                  <a:pt x="3347433" y="570255"/>
                </a:lnTo>
                <a:lnTo>
                  <a:pt x="3344175" y="584851"/>
                </a:lnTo>
                <a:lnTo>
                  <a:pt x="3314860" y="590490"/>
                </a:lnTo>
                <a:lnTo>
                  <a:pt x="3305089" y="605087"/>
                </a:lnTo>
                <a:lnTo>
                  <a:pt x="3305089" y="636270"/>
                </a:lnTo>
                <a:lnTo>
                  <a:pt x="3292059" y="642905"/>
                </a:lnTo>
                <a:lnTo>
                  <a:pt x="3292059" y="684704"/>
                </a:lnTo>
                <a:lnTo>
                  <a:pt x="3282287" y="687358"/>
                </a:lnTo>
                <a:lnTo>
                  <a:pt x="3272516" y="750719"/>
                </a:lnTo>
                <a:lnTo>
                  <a:pt x="3259486" y="760340"/>
                </a:lnTo>
                <a:lnTo>
                  <a:pt x="3223657" y="714228"/>
                </a:lnTo>
                <a:lnTo>
                  <a:pt x="3213884" y="684704"/>
                </a:lnTo>
                <a:lnTo>
                  <a:pt x="3223657" y="665794"/>
                </a:lnTo>
                <a:lnTo>
                  <a:pt x="3223657" y="648212"/>
                </a:lnTo>
                <a:lnTo>
                  <a:pt x="3246457" y="617361"/>
                </a:lnTo>
                <a:lnTo>
                  <a:pt x="3236685" y="593145"/>
                </a:lnTo>
                <a:lnTo>
                  <a:pt x="3223657" y="618688"/>
                </a:lnTo>
                <a:lnTo>
                  <a:pt x="3197598" y="623996"/>
                </a:lnTo>
                <a:lnTo>
                  <a:pt x="3178055" y="590490"/>
                </a:lnTo>
                <a:lnTo>
                  <a:pt x="3171540" y="557980"/>
                </a:lnTo>
                <a:lnTo>
                  <a:pt x="3158511" y="508220"/>
                </a:lnTo>
                <a:lnTo>
                  <a:pt x="3168283" y="481018"/>
                </a:lnTo>
                <a:lnTo>
                  <a:pt x="3200855" y="490638"/>
                </a:lnTo>
                <a:lnTo>
                  <a:pt x="3207370" y="509546"/>
                </a:lnTo>
                <a:lnTo>
                  <a:pt x="3223657" y="478364"/>
                </a:lnTo>
                <a:lnTo>
                  <a:pt x="3243200" y="475709"/>
                </a:lnTo>
                <a:close/>
                <a:moveTo>
                  <a:pt x="4669885" y="442204"/>
                </a:moveTo>
                <a:lnTo>
                  <a:pt x="4676399" y="469075"/>
                </a:lnTo>
                <a:lnTo>
                  <a:pt x="4699200" y="454147"/>
                </a:lnTo>
                <a:lnTo>
                  <a:pt x="4712229" y="481018"/>
                </a:lnTo>
                <a:lnTo>
                  <a:pt x="4705715" y="529783"/>
                </a:lnTo>
                <a:lnTo>
                  <a:pt x="4712229" y="557980"/>
                </a:lnTo>
                <a:lnTo>
                  <a:pt x="4689429" y="575562"/>
                </a:lnTo>
                <a:lnTo>
                  <a:pt x="4663371" y="570255"/>
                </a:lnTo>
                <a:lnTo>
                  <a:pt x="4653599" y="556653"/>
                </a:lnTo>
                <a:lnTo>
                  <a:pt x="4627540" y="551346"/>
                </a:lnTo>
                <a:lnTo>
                  <a:pt x="4614511" y="532436"/>
                </a:lnTo>
                <a:lnTo>
                  <a:pt x="4614511" y="512201"/>
                </a:lnTo>
                <a:lnTo>
                  <a:pt x="4601482" y="497273"/>
                </a:lnTo>
                <a:lnTo>
                  <a:pt x="4627540" y="448839"/>
                </a:lnTo>
                <a:close/>
                <a:moveTo>
                  <a:pt x="3966314" y="423295"/>
                </a:moveTo>
                <a:lnTo>
                  <a:pt x="3966314" y="448839"/>
                </a:lnTo>
                <a:lnTo>
                  <a:pt x="3940256" y="447512"/>
                </a:lnTo>
                <a:lnTo>
                  <a:pt x="3946771" y="424622"/>
                </a:lnTo>
                <a:close/>
                <a:moveTo>
                  <a:pt x="3360461" y="423295"/>
                </a:moveTo>
                <a:lnTo>
                  <a:pt x="3399549" y="424622"/>
                </a:lnTo>
                <a:lnTo>
                  <a:pt x="3419093" y="439550"/>
                </a:lnTo>
                <a:lnTo>
                  <a:pt x="3448408" y="448839"/>
                </a:lnTo>
                <a:lnTo>
                  <a:pt x="3445151" y="475709"/>
                </a:lnTo>
                <a:lnTo>
                  <a:pt x="3419093" y="497273"/>
                </a:lnTo>
                <a:lnTo>
                  <a:pt x="3425607" y="508220"/>
                </a:lnTo>
                <a:lnTo>
                  <a:pt x="3383262" y="539071"/>
                </a:lnTo>
                <a:lnTo>
                  <a:pt x="3366976" y="517508"/>
                </a:lnTo>
                <a:lnTo>
                  <a:pt x="3334403" y="520163"/>
                </a:lnTo>
                <a:lnTo>
                  <a:pt x="3298574" y="487984"/>
                </a:lnTo>
                <a:lnTo>
                  <a:pt x="3288802" y="469075"/>
                </a:lnTo>
                <a:lnTo>
                  <a:pt x="3292059" y="442204"/>
                </a:lnTo>
                <a:lnTo>
                  <a:pt x="3350690" y="439550"/>
                </a:lnTo>
                <a:lnTo>
                  <a:pt x="3360461" y="459454"/>
                </a:lnTo>
                <a:close/>
                <a:moveTo>
                  <a:pt x="3816480" y="374862"/>
                </a:moveTo>
                <a:lnTo>
                  <a:pt x="3770878" y="412348"/>
                </a:lnTo>
                <a:lnTo>
                  <a:pt x="3757849" y="390785"/>
                </a:lnTo>
                <a:close/>
                <a:moveTo>
                  <a:pt x="4047746" y="363915"/>
                </a:moveTo>
                <a:lnTo>
                  <a:pt x="4057517" y="376189"/>
                </a:lnTo>
                <a:lnTo>
                  <a:pt x="4034717" y="417987"/>
                </a:lnTo>
                <a:lnTo>
                  <a:pt x="4005401" y="400405"/>
                </a:lnTo>
                <a:lnTo>
                  <a:pt x="4011916" y="371876"/>
                </a:lnTo>
                <a:close/>
                <a:moveTo>
                  <a:pt x="3858825" y="362588"/>
                </a:moveTo>
                <a:lnTo>
                  <a:pt x="3871853" y="381497"/>
                </a:lnTo>
                <a:lnTo>
                  <a:pt x="3858825" y="403060"/>
                </a:lnTo>
                <a:lnTo>
                  <a:pt x="3836023" y="408367"/>
                </a:lnTo>
                <a:lnTo>
                  <a:pt x="3829509" y="439550"/>
                </a:lnTo>
                <a:lnTo>
                  <a:pt x="3809965" y="444859"/>
                </a:lnTo>
                <a:lnTo>
                  <a:pt x="3809965" y="424622"/>
                </a:lnTo>
                <a:lnTo>
                  <a:pt x="3836023" y="390785"/>
                </a:lnTo>
                <a:lnTo>
                  <a:pt x="3829509" y="374862"/>
                </a:lnTo>
                <a:close/>
                <a:moveTo>
                  <a:pt x="4106377" y="335717"/>
                </a:moveTo>
                <a:lnTo>
                  <a:pt x="4109635" y="359933"/>
                </a:lnTo>
                <a:lnTo>
                  <a:pt x="4093348" y="381497"/>
                </a:lnTo>
                <a:lnTo>
                  <a:pt x="4073804" y="386805"/>
                </a:lnTo>
                <a:lnTo>
                  <a:pt x="4060775" y="369223"/>
                </a:lnTo>
                <a:close/>
                <a:moveTo>
                  <a:pt x="1368966" y="326096"/>
                </a:moveTo>
                <a:lnTo>
                  <a:pt x="1392744" y="400405"/>
                </a:lnTo>
                <a:lnTo>
                  <a:pt x="1448443" y="415002"/>
                </a:lnTo>
                <a:lnTo>
                  <a:pt x="1451049" y="439550"/>
                </a:lnTo>
                <a:lnTo>
                  <a:pt x="1467010" y="493292"/>
                </a:lnTo>
                <a:lnTo>
                  <a:pt x="1484273" y="497273"/>
                </a:lnTo>
                <a:lnTo>
                  <a:pt x="1496000" y="532436"/>
                </a:lnTo>
                <a:lnTo>
                  <a:pt x="1472222" y="548692"/>
                </a:lnTo>
                <a:lnTo>
                  <a:pt x="1443231" y="602433"/>
                </a:lnTo>
                <a:lnTo>
                  <a:pt x="1400887" y="630630"/>
                </a:lnTo>
                <a:lnTo>
                  <a:pt x="1368966" y="626650"/>
                </a:lnTo>
                <a:lnTo>
                  <a:pt x="1355937" y="606414"/>
                </a:lnTo>
                <a:lnTo>
                  <a:pt x="1333462" y="556653"/>
                </a:lnTo>
                <a:lnTo>
                  <a:pt x="1347794" y="541725"/>
                </a:lnTo>
                <a:lnTo>
                  <a:pt x="1368966" y="536418"/>
                </a:lnTo>
                <a:lnTo>
                  <a:pt x="1355937" y="520163"/>
                </a:lnTo>
                <a:lnTo>
                  <a:pt x="1341279" y="529783"/>
                </a:lnTo>
                <a:lnTo>
                  <a:pt x="1317501" y="529783"/>
                </a:lnTo>
                <a:lnTo>
                  <a:pt x="1288185" y="448839"/>
                </a:lnTo>
                <a:lnTo>
                  <a:pt x="1309358" y="417987"/>
                </a:lnTo>
                <a:lnTo>
                  <a:pt x="1302843" y="399079"/>
                </a:lnTo>
                <a:lnTo>
                  <a:pt x="1317501" y="350313"/>
                </a:lnTo>
                <a:lnTo>
                  <a:pt x="1350400" y="342352"/>
                </a:lnTo>
                <a:close/>
                <a:moveTo>
                  <a:pt x="4637313" y="318135"/>
                </a:moveTo>
                <a:lnTo>
                  <a:pt x="4653599" y="357280"/>
                </a:lnTo>
                <a:lnTo>
                  <a:pt x="4663371" y="388132"/>
                </a:lnTo>
                <a:lnTo>
                  <a:pt x="4663371" y="435238"/>
                </a:lnTo>
                <a:lnTo>
                  <a:pt x="4640569" y="436565"/>
                </a:lnTo>
                <a:lnTo>
                  <a:pt x="4601482" y="459454"/>
                </a:lnTo>
                <a:lnTo>
                  <a:pt x="4594967" y="432584"/>
                </a:lnTo>
                <a:lnTo>
                  <a:pt x="4562395" y="429930"/>
                </a:lnTo>
                <a:lnTo>
                  <a:pt x="4585195" y="405713"/>
                </a:lnTo>
                <a:lnTo>
                  <a:pt x="4581939" y="376189"/>
                </a:lnTo>
                <a:lnTo>
                  <a:pt x="4591711" y="351640"/>
                </a:lnTo>
                <a:lnTo>
                  <a:pt x="4621026" y="338371"/>
                </a:lnTo>
                <a:close/>
                <a:moveTo>
                  <a:pt x="2166997" y="144305"/>
                </a:moveTo>
                <a:lnTo>
                  <a:pt x="2201525" y="180465"/>
                </a:lnTo>
                <a:lnTo>
                  <a:pt x="2189472" y="205013"/>
                </a:lnTo>
                <a:lnTo>
                  <a:pt x="2189472" y="223590"/>
                </a:lnTo>
                <a:lnTo>
                  <a:pt x="2155271" y="180465"/>
                </a:lnTo>
                <a:lnTo>
                  <a:pt x="2141916" y="148286"/>
                </a:lnTo>
                <a:close/>
                <a:moveTo>
                  <a:pt x="1717168" y="80944"/>
                </a:moveTo>
                <a:lnTo>
                  <a:pt x="1785896" y="102506"/>
                </a:lnTo>
                <a:lnTo>
                  <a:pt x="1865374" y="120088"/>
                </a:lnTo>
                <a:lnTo>
                  <a:pt x="1877426" y="156248"/>
                </a:lnTo>
                <a:lnTo>
                  <a:pt x="1903810" y="169849"/>
                </a:lnTo>
                <a:lnTo>
                  <a:pt x="1910325" y="196720"/>
                </a:lnTo>
                <a:lnTo>
                  <a:pt x="1889152" y="229230"/>
                </a:lnTo>
                <a:lnTo>
                  <a:pt x="1850716" y="266716"/>
                </a:lnTo>
                <a:lnTo>
                  <a:pt x="1848110" y="303207"/>
                </a:lnTo>
                <a:lnTo>
                  <a:pt x="1797949" y="359933"/>
                </a:lnTo>
                <a:lnTo>
                  <a:pt x="1767330" y="415002"/>
                </a:lnTo>
                <a:lnTo>
                  <a:pt x="1740946" y="444859"/>
                </a:lnTo>
                <a:lnTo>
                  <a:pt x="1737037" y="481018"/>
                </a:lnTo>
                <a:lnTo>
                  <a:pt x="1701208" y="505566"/>
                </a:lnTo>
                <a:lnTo>
                  <a:pt x="1677429" y="533763"/>
                </a:lnTo>
                <a:lnTo>
                  <a:pt x="1672218" y="593145"/>
                </a:lnTo>
                <a:lnTo>
                  <a:pt x="1657561" y="633616"/>
                </a:lnTo>
                <a:lnTo>
                  <a:pt x="1617822" y="663141"/>
                </a:lnTo>
                <a:lnTo>
                  <a:pt x="1612610" y="696978"/>
                </a:lnTo>
                <a:lnTo>
                  <a:pt x="1594044" y="708921"/>
                </a:lnTo>
                <a:lnTo>
                  <a:pt x="1600558" y="733137"/>
                </a:lnTo>
                <a:lnTo>
                  <a:pt x="1617822" y="730483"/>
                </a:lnTo>
                <a:lnTo>
                  <a:pt x="1619125" y="752046"/>
                </a:lnTo>
                <a:lnTo>
                  <a:pt x="1570265" y="791190"/>
                </a:lnTo>
                <a:lnTo>
                  <a:pt x="1559517" y="762993"/>
                </a:lnTo>
                <a:lnTo>
                  <a:pt x="1534436" y="774935"/>
                </a:lnTo>
                <a:lnTo>
                  <a:pt x="1508051" y="769628"/>
                </a:lnTo>
                <a:lnTo>
                  <a:pt x="1490788" y="781902"/>
                </a:lnTo>
                <a:lnTo>
                  <a:pt x="1452352" y="772282"/>
                </a:lnTo>
                <a:lnTo>
                  <a:pt x="1422060" y="769628"/>
                </a:lnTo>
                <a:lnTo>
                  <a:pt x="1415545" y="738776"/>
                </a:lnTo>
                <a:lnTo>
                  <a:pt x="1448443" y="699631"/>
                </a:lnTo>
                <a:lnTo>
                  <a:pt x="1440626" y="660487"/>
                </a:lnTo>
                <a:lnTo>
                  <a:pt x="1454958" y="653852"/>
                </a:lnTo>
                <a:lnTo>
                  <a:pt x="1472222" y="663141"/>
                </a:lnTo>
                <a:lnTo>
                  <a:pt x="1481668" y="690011"/>
                </a:lnTo>
                <a:lnTo>
                  <a:pt x="1502840" y="703613"/>
                </a:lnTo>
                <a:lnTo>
                  <a:pt x="1490788" y="663141"/>
                </a:lnTo>
                <a:lnTo>
                  <a:pt x="1474827" y="641577"/>
                </a:lnTo>
                <a:lnTo>
                  <a:pt x="1451049" y="633616"/>
                </a:lnTo>
                <a:lnTo>
                  <a:pt x="1451049" y="609067"/>
                </a:lnTo>
                <a:lnTo>
                  <a:pt x="1467010" y="572908"/>
                </a:lnTo>
                <a:lnTo>
                  <a:pt x="1498931" y="568928"/>
                </a:lnTo>
                <a:lnTo>
                  <a:pt x="1505446" y="557980"/>
                </a:lnTo>
                <a:lnTo>
                  <a:pt x="1502840" y="517508"/>
                </a:lnTo>
                <a:lnTo>
                  <a:pt x="1486880" y="487984"/>
                </a:lnTo>
                <a:lnTo>
                  <a:pt x="1467010" y="481018"/>
                </a:lnTo>
                <a:lnTo>
                  <a:pt x="1467010" y="427277"/>
                </a:lnTo>
                <a:lnTo>
                  <a:pt x="1514566" y="432584"/>
                </a:lnTo>
                <a:lnTo>
                  <a:pt x="1570265" y="411022"/>
                </a:lnTo>
                <a:lnTo>
                  <a:pt x="1565053" y="390785"/>
                </a:lnTo>
                <a:lnTo>
                  <a:pt x="1541275" y="400405"/>
                </a:lnTo>
                <a:lnTo>
                  <a:pt x="1517171" y="378843"/>
                </a:lnTo>
                <a:lnTo>
                  <a:pt x="1505446" y="405713"/>
                </a:lnTo>
                <a:lnTo>
                  <a:pt x="1474827" y="403060"/>
                </a:lnTo>
                <a:lnTo>
                  <a:pt x="1439323" y="386805"/>
                </a:lnTo>
                <a:lnTo>
                  <a:pt x="1419453" y="369223"/>
                </a:lnTo>
                <a:lnTo>
                  <a:pt x="1400887" y="333063"/>
                </a:lnTo>
                <a:lnTo>
                  <a:pt x="1410007" y="315481"/>
                </a:lnTo>
                <a:lnTo>
                  <a:pt x="1374504" y="277663"/>
                </a:lnTo>
                <a:lnTo>
                  <a:pt x="1400887" y="245154"/>
                </a:lnTo>
                <a:lnTo>
                  <a:pt x="1431180" y="223590"/>
                </a:lnTo>
                <a:lnTo>
                  <a:pt x="1463101" y="223590"/>
                </a:lnTo>
                <a:lnTo>
                  <a:pt x="1500234" y="172503"/>
                </a:lnTo>
                <a:lnTo>
                  <a:pt x="1529224" y="202027"/>
                </a:lnTo>
                <a:lnTo>
                  <a:pt x="1543882" y="144305"/>
                </a:lnTo>
                <a:lnTo>
                  <a:pt x="1591438" y="99853"/>
                </a:lnTo>
                <a:lnTo>
                  <a:pt x="1612610" y="117103"/>
                </a:lnTo>
                <a:lnTo>
                  <a:pt x="1651046" y="87579"/>
                </a:lnTo>
                <a:lnTo>
                  <a:pt x="1690785" y="105161"/>
                </a:lnTo>
                <a:close/>
                <a:moveTo>
                  <a:pt x="2405430" y="0"/>
                </a:moveTo>
                <a:lnTo>
                  <a:pt x="2452986" y="7962"/>
                </a:lnTo>
                <a:lnTo>
                  <a:pt x="2517806" y="39145"/>
                </a:lnTo>
                <a:lnTo>
                  <a:pt x="2544190" y="109141"/>
                </a:lnTo>
                <a:lnTo>
                  <a:pt x="2601192" y="148286"/>
                </a:lnTo>
                <a:lnTo>
                  <a:pt x="2582626" y="187431"/>
                </a:lnTo>
                <a:lnTo>
                  <a:pt x="2536372" y="211648"/>
                </a:lnTo>
                <a:lnTo>
                  <a:pt x="2491421" y="206340"/>
                </a:lnTo>
                <a:lnTo>
                  <a:pt x="2467644" y="230557"/>
                </a:lnTo>
                <a:lnTo>
                  <a:pt x="2535069" y="233210"/>
                </a:lnTo>
                <a:lnTo>
                  <a:pt x="2529857" y="262735"/>
                </a:lnTo>
                <a:lnTo>
                  <a:pt x="2551030" y="266716"/>
                </a:lnTo>
                <a:lnTo>
                  <a:pt x="2553636" y="230557"/>
                </a:lnTo>
                <a:lnTo>
                  <a:pt x="2583928" y="220937"/>
                </a:lnTo>
                <a:lnTo>
                  <a:pt x="2592072" y="260081"/>
                </a:lnTo>
                <a:lnTo>
                  <a:pt x="2610312" y="284298"/>
                </a:lnTo>
                <a:lnTo>
                  <a:pt x="2646142" y="289606"/>
                </a:lnTo>
                <a:lnTo>
                  <a:pt x="2681972" y="241172"/>
                </a:lnTo>
                <a:lnTo>
                  <a:pt x="2714871" y="241172"/>
                </a:lnTo>
                <a:lnTo>
                  <a:pt x="2762753" y="284298"/>
                </a:lnTo>
                <a:lnTo>
                  <a:pt x="2717802" y="357280"/>
                </a:lnTo>
                <a:lnTo>
                  <a:pt x="2681972" y="384150"/>
                </a:lnTo>
                <a:lnTo>
                  <a:pt x="2691092" y="403060"/>
                </a:lnTo>
                <a:lnTo>
                  <a:pt x="2658194" y="478364"/>
                </a:lnTo>
                <a:lnTo>
                  <a:pt x="2639628" y="481018"/>
                </a:lnTo>
                <a:lnTo>
                  <a:pt x="2627576" y="512201"/>
                </a:lnTo>
                <a:lnTo>
                  <a:pt x="2631485" y="544379"/>
                </a:lnTo>
                <a:lnTo>
                  <a:pt x="2607707" y="590490"/>
                </a:lnTo>
                <a:lnTo>
                  <a:pt x="2589139" y="669776"/>
                </a:lnTo>
                <a:lnTo>
                  <a:pt x="2606404" y="648212"/>
                </a:lnTo>
                <a:lnTo>
                  <a:pt x="2624970" y="669776"/>
                </a:lnTo>
                <a:lnTo>
                  <a:pt x="2618455" y="687358"/>
                </a:lnTo>
                <a:lnTo>
                  <a:pt x="2631485" y="699631"/>
                </a:lnTo>
                <a:lnTo>
                  <a:pt x="2654285" y="699631"/>
                </a:lnTo>
                <a:lnTo>
                  <a:pt x="2658194" y="730483"/>
                </a:lnTo>
                <a:lnTo>
                  <a:pt x="2654285" y="742758"/>
                </a:lnTo>
                <a:lnTo>
                  <a:pt x="2627576" y="730483"/>
                </a:lnTo>
                <a:lnTo>
                  <a:pt x="2606404" y="738776"/>
                </a:lnTo>
                <a:lnTo>
                  <a:pt x="2595980" y="754700"/>
                </a:lnTo>
                <a:lnTo>
                  <a:pt x="2595980" y="769628"/>
                </a:lnTo>
                <a:lnTo>
                  <a:pt x="2630181" y="793845"/>
                </a:lnTo>
                <a:lnTo>
                  <a:pt x="2634416" y="854552"/>
                </a:lnTo>
                <a:lnTo>
                  <a:pt x="2615850" y="859860"/>
                </a:lnTo>
                <a:lnTo>
                  <a:pt x="2610312" y="884077"/>
                </a:lnTo>
                <a:lnTo>
                  <a:pt x="2622365" y="896351"/>
                </a:lnTo>
                <a:lnTo>
                  <a:pt x="2639628" y="908294"/>
                </a:lnTo>
                <a:lnTo>
                  <a:pt x="2631485" y="921895"/>
                </a:lnTo>
                <a:lnTo>
                  <a:pt x="2622365" y="921895"/>
                </a:lnTo>
                <a:lnTo>
                  <a:pt x="2618455" y="909953"/>
                </a:lnTo>
                <a:lnTo>
                  <a:pt x="2595980" y="909953"/>
                </a:lnTo>
                <a:lnTo>
                  <a:pt x="2586534" y="932843"/>
                </a:lnTo>
                <a:lnTo>
                  <a:pt x="2610312" y="946111"/>
                </a:lnTo>
                <a:lnTo>
                  <a:pt x="2613243" y="972982"/>
                </a:lnTo>
                <a:lnTo>
                  <a:pt x="2595980" y="972982"/>
                </a:lnTo>
                <a:lnTo>
                  <a:pt x="2586534" y="987910"/>
                </a:lnTo>
                <a:lnTo>
                  <a:pt x="2565362" y="978622"/>
                </a:lnTo>
                <a:lnTo>
                  <a:pt x="2556241" y="966348"/>
                </a:lnTo>
                <a:lnTo>
                  <a:pt x="2532463" y="972982"/>
                </a:lnTo>
                <a:lnTo>
                  <a:pt x="2520411" y="990564"/>
                </a:lnTo>
                <a:lnTo>
                  <a:pt x="2538978" y="1000185"/>
                </a:lnTo>
                <a:lnTo>
                  <a:pt x="2548098" y="1039329"/>
                </a:lnTo>
                <a:lnTo>
                  <a:pt x="2582626" y="1067527"/>
                </a:lnTo>
                <a:lnTo>
                  <a:pt x="2583928" y="1091744"/>
                </a:lnTo>
                <a:lnTo>
                  <a:pt x="2594677" y="1102359"/>
                </a:lnTo>
                <a:lnTo>
                  <a:pt x="2598585" y="1133543"/>
                </a:lnTo>
                <a:lnTo>
                  <a:pt x="2583928" y="1148471"/>
                </a:lnTo>
                <a:lnTo>
                  <a:pt x="2567968" y="1148471"/>
                </a:lnTo>
                <a:lnTo>
                  <a:pt x="2551030" y="1128235"/>
                </a:lnTo>
                <a:lnTo>
                  <a:pt x="2551030" y="1111980"/>
                </a:lnTo>
                <a:lnTo>
                  <a:pt x="2541583" y="1099706"/>
                </a:lnTo>
                <a:lnTo>
                  <a:pt x="2529857" y="1097051"/>
                </a:lnTo>
                <a:lnTo>
                  <a:pt x="2526926" y="1106672"/>
                </a:lnTo>
                <a:lnTo>
                  <a:pt x="2512594" y="1118614"/>
                </a:lnTo>
                <a:lnTo>
                  <a:pt x="2488816" y="1121268"/>
                </a:lnTo>
                <a:lnTo>
                  <a:pt x="2481975" y="1151125"/>
                </a:lnTo>
                <a:lnTo>
                  <a:pt x="2505754" y="1145485"/>
                </a:lnTo>
                <a:lnTo>
                  <a:pt x="2515199" y="1160413"/>
                </a:lnTo>
                <a:lnTo>
                  <a:pt x="2526926" y="1151125"/>
                </a:lnTo>
                <a:lnTo>
                  <a:pt x="2538978" y="1151125"/>
                </a:lnTo>
                <a:lnTo>
                  <a:pt x="2562756" y="1164394"/>
                </a:lnTo>
                <a:lnTo>
                  <a:pt x="2570899" y="1176668"/>
                </a:lnTo>
                <a:lnTo>
                  <a:pt x="2558848" y="1194250"/>
                </a:lnTo>
                <a:lnTo>
                  <a:pt x="2512594" y="1237376"/>
                </a:lnTo>
                <a:lnTo>
                  <a:pt x="2464712" y="1251972"/>
                </a:lnTo>
                <a:lnTo>
                  <a:pt x="2460804" y="1260266"/>
                </a:lnTo>
                <a:lnTo>
                  <a:pt x="2431814" y="1266901"/>
                </a:lnTo>
                <a:lnTo>
                  <a:pt x="2415853" y="1264247"/>
                </a:lnTo>
                <a:lnTo>
                  <a:pt x="2393378" y="1291117"/>
                </a:lnTo>
                <a:lnTo>
                  <a:pt x="2392075" y="1303391"/>
                </a:lnTo>
                <a:lnTo>
                  <a:pt x="2381652" y="1315334"/>
                </a:lnTo>
                <a:lnTo>
                  <a:pt x="2380023" y="1327608"/>
                </a:lnTo>
                <a:lnTo>
                  <a:pt x="2368297" y="1346517"/>
                </a:lnTo>
                <a:lnTo>
                  <a:pt x="2353639" y="1349171"/>
                </a:lnTo>
                <a:lnTo>
                  <a:pt x="2324650" y="1369407"/>
                </a:lnTo>
                <a:lnTo>
                  <a:pt x="2308689" y="1361445"/>
                </a:lnTo>
                <a:lnTo>
                  <a:pt x="2308689" y="1376042"/>
                </a:lnTo>
                <a:lnTo>
                  <a:pt x="2279699" y="1378695"/>
                </a:lnTo>
                <a:lnTo>
                  <a:pt x="2282305" y="1393624"/>
                </a:lnTo>
                <a:lnTo>
                  <a:pt x="2267647" y="1417840"/>
                </a:lnTo>
                <a:lnTo>
                  <a:pt x="2262435" y="1458312"/>
                </a:lnTo>
                <a:lnTo>
                  <a:pt x="2246475" y="1490823"/>
                </a:lnTo>
                <a:lnTo>
                  <a:pt x="2234749" y="1490823"/>
                </a:lnTo>
                <a:lnTo>
                  <a:pt x="2238657" y="1521674"/>
                </a:lnTo>
                <a:lnTo>
                  <a:pt x="2226606" y="1551198"/>
                </a:lnTo>
                <a:lnTo>
                  <a:pt x="2226606" y="1575747"/>
                </a:lnTo>
                <a:lnTo>
                  <a:pt x="2222697" y="1591670"/>
                </a:lnTo>
                <a:lnTo>
                  <a:pt x="2205433" y="1587690"/>
                </a:lnTo>
                <a:lnTo>
                  <a:pt x="2196313" y="1594324"/>
                </a:lnTo>
                <a:lnTo>
                  <a:pt x="2186867" y="1587690"/>
                </a:lnTo>
                <a:lnTo>
                  <a:pt x="2172535" y="1563473"/>
                </a:lnTo>
                <a:lnTo>
                  <a:pt x="2148431" y="1560818"/>
                </a:lnTo>
                <a:lnTo>
                  <a:pt x="2127259" y="1551198"/>
                </a:lnTo>
                <a:lnTo>
                  <a:pt x="2107389" y="1521674"/>
                </a:lnTo>
                <a:lnTo>
                  <a:pt x="2098269" y="1494803"/>
                </a:lnTo>
                <a:lnTo>
                  <a:pt x="2083611" y="1475894"/>
                </a:lnTo>
                <a:lnTo>
                  <a:pt x="2077096" y="1455659"/>
                </a:lnTo>
                <a:lnTo>
                  <a:pt x="2079703" y="1436749"/>
                </a:lnTo>
                <a:lnTo>
                  <a:pt x="2067976" y="1427461"/>
                </a:lnTo>
                <a:lnTo>
                  <a:pt x="2067976" y="1393624"/>
                </a:lnTo>
                <a:lnTo>
                  <a:pt x="2048107" y="1369407"/>
                </a:lnTo>
                <a:lnTo>
                  <a:pt x="2043872" y="1346517"/>
                </a:lnTo>
                <a:lnTo>
                  <a:pt x="2048107" y="1330262"/>
                </a:lnTo>
                <a:lnTo>
                  <a:pt x="2038661" y="1303391"/>
                </a:lnTo>
                <a:lnTo>
                  <a:pt x="2046805" y="1284483"/>
                </a:lnTo>
                <a:lnTo>
                  <a:pt x="2048107" y="1260266"/>
                </a:lnTo>
                <a:lnTo>
                  <a:pt x="2059833" y="1260266"/>
                </a:lnTo>
                <a:lnTo>
                  <a:pt x="2065045" y="1242684"/>
                </a:lnTo>
                <a:lnTo>
                  <a:pt x="2083611" y="1240030"/>
                </a:lnTo>
                <a:lnTo>
                  <a:pt x="2083611" y="1213159"/>
                </a:lnTo>
                <a:lnTo>
                  <a:pt x="2089149" y="1184630"/>
                </a:lnTo>
                <a:lnTo>
                  <a:pt x="2082308" y="1167380"/>
                </a:lnTo>
                <a:lnTo>
                  <a:pt x="2070583" y="1170033"/>
                </a:lnTo>
                <a:lnTo>
                  <a:pt x="2048107" y="1152451"/>
                </a:lnTo>
                <a:lnTo>
                  <a:pt x="2034752" y="1151125"/>
                </a:lnTo>
                <a:lnTo>
                  <a:pt x="2024329" y="1136196"/>
                </a:lnTo>
                <a:lnTo>
                  <a:pt x="2034752" y="1126908"/>
                </a:lnTo>
                <a:lnTo>
                  <a:pt x="2059833" y="1133543"/>
                </a:lnTo>
                <a:lnTo>
                  <a:pt x="2071885" y="1145485"/>
                </a:lnTo>
                <a:lnTo>
                  <a:pt x="2094360" y="1152451"/>
                </a:lnTo>
                <a:lnTo>
                  <a:pt x="2082308" y="1126908"/>
                </a:lnTo>
                <a:lnTo>
                  <a:pt x="2070583" y="1115961"/>
                </a:lnTo>
                <a:lnTo>
                  <a:pt x="2055925" y="1087763"/>
                </a:lnTo>
                <a:lnTo>
                  <a:pt x="2036055" y="1078143"/>
                </a:lnTo>
                <a:lnTo>
                  <a:pt x="2034752" y="1091744"/>
                </a:lnTo>
                <a:lnTo>
                  <a:pt x="2020094" y="1097051"/>
                </a:lnTo>
                <a:lnTo>
                  <a:pt x="2000225" y="1082456"/>
                </a:lnTo>
                <a:lnTo>
                  <a:pt x="2005762" y="1057907"/>
                </a:lnTo>
                <a:lnTo>
                  <a:pt x="2017489" y="1048618"/>
                </a:lnTo>
                <a:lnTo>
                  <a:pt x="2014883" y="1033690"/>
                </a:lnTo>
                <a:lnTo>
                  <a:pt x="2022701" y="1012127"/>
                </a:lnTo>
                <a:lnTo>
                  <a:pt x="2008368" y="997530"/>
                </a:lnTo>
                <a:lnTo>
                  <a:pt x="2010974" y="978622"/>
                </a:lnTo>
                <a:lnTo>
                  <a:pt x="1998923" y="961040"/>
                </a:lnTo>
                <a:lnTo>
                  <a:pt x="1993711" y="936823"/>
                </a:lnTo>
                <a:lnTo>
                  <a:pt x="1993711" y="908294"/>
                </a:lnTo>
                <a:lnTo>
                  <a:pt x="1981659" y="891043"/>
                </a:lnTo>
                <a:lnTo>
                  <a:pt x="1981659" y="878769"/>
                </a:lnTo>
                <a:lnTo>
                  <a:pt x="1967327" y="881423"/>
                </a:lnTo>
                <a:lnTo>
                  <a:pt x="1964720" y="863841"/>
                </a:lnTo>
                <a:lnTo>
                  <a:pt x="1957881" y="859860"/>
                </a:lnTo>
                <a:lnTo>
                  <a:pt x="1960487" y="836970"/>
                </a:lnTo>
                <a:lnTo>
                  <a:pt x="1946154" y="820715"/>
                </a:lnTo>
                <a:lnTo>
                  <a:pt x="1934103" y="806119"/>
                </a:lnTo>
                <a:lnTo>
                  <a:pt x="1915536" y="791190"/>
                </a:lnTo>
                <a:lnTo>
                  <a:pt x="1862768" y="791190"/>
                </a:lnTo>
                <a:lnTo>
                  <a:pt x="1850716" y="787210"/>
                </a:lnTo>
                <a:lnTo>
                  <a:pt x="1844202" y="799152"/>
                </a:lnTo>
                <a:lnTo>
                  <a:pt x="1832150" y="800480"/>
                </a:lnTo>
                <a:lnTo>
                  <a:pt x="1829544" y="788537"/>
                </a:lnTo>
                <a:lnTo>
                  <a:pt x="1821727" y="781902"/>
                </a:lnTo>
                <a:lnTo>
                  <a:pt x="1812281" y="806119"/>
                </a:lnTo>
                <a:lnTo>
                  <a:pt x="1784594" y="796499"/>
                </a:lnTo>
                <a:lnTo>
                  <a:pt x="1762118" y="776263"/>
                </a:lnTo>
                <a:lnTo>
                  <a:pt x="1774171" y="760340"/>
                </a:lnTo>
                <a:lnTo>
                  <a:pt x="1743552" y="742758"/>
                </a:lnTo>
                <a:lnTo>
                  <a:pt x="1731826" y="726503"/>
                </a:lnTo>
                <a:lnTo>
                  <a:pt x="1738341" y="711574"/>
                </a:lnTo>
                <a:lnTo>
                  <a:pt x="1767330" y="708921"/>
                </a:lnTo>
                <a:lnTo>
                  <a:pt x="1781988" y="699631"/>
                </a:lnTo>
                <a:lnTo>
                  <a:pt x="1809674" y="699631"/>
                </a:lnTo>
                <a:lnTo>
                  <a:pt x="1805766" y="672429"/>
                </a:lnTo>
                <a:lnTo>
                  <a:pt x="1797949" y="684704"/>
                </a:lnTo>
                <a:lnTo>
                  <a:pt x="1769937" y="691338"/>
                </a:lnTo>
                <a:lnTo>
                  <a:pt x="1750067" y="682049"/>
                </a:lnTo>
                <a:lnTo>
                  <a:pt x="1743552" y="663141"/>
                </a:lnTo>
                <a:lnTo>
                  <a:pt x="1722380" y="655179"/>
                </a:lnTo>
                <a:lnTo>
                  <a:pt x="1705116" y="630630"/>
                </a:lnTo>
                <a:lnTo>
                  <a:pt x="1710654" y="599779"/>
                </a:lnTo>
                <a:lnTo>
                  <a:pt x="1764725" y="572908"/>
                </a:lnTo>
                <a:lnTo>
                  <a:pt x="1772868" y="557980"/>
                </a:lnTo>
                <a:lnTo>
                  <a:pt x="1797949" y="544379"/>
                </a:lnTo>
                <a:lnTo>
                  <a:pt x="1817818" y="544379"/>
                </a:lnTo>
                <a:lnTo>
                  <a:pt x="1844202" y="508220"/>
                </a:lnTo>
                <a:lnTo>
                  <a:pt x="1844202" y="451493"/>
                </a:lnTo>
                <a:lnTo>
                  <a:pt x="1808372" y="451493"/>
                </a:lnTo>
                <a:lnTo>
                  <a:pt x="1797949" y="424622"/>
                </a:lnTo>
                <a:lnTo>
                  <a:pt x="1812281" y="400405"/>
                </a:lnTo>
                <a:lnTo>
                  <a:pt x="1838990" y="376189"/>
                </a:lnTo>
                <a:lnTo>
                  <a:pt x="1845505" y="351640"/>
                </a:lnTo>
                <a:lnTo>
                  <a:pt x="1877426" y="326096"/>
                </a:lnTo>
                <a:lnTo>
                  <a:pt x="1901204" y="342352"/>
                </a:lnTo>
                <a:lnTo>
                  <a:pt x="1912930" y="333063"/>
                </a:lnTo>
                <a:lnTo>
                  <a:pt x="1915536" y="296572"/>
                </a:lnTo>
                <a:lnTo>
                  <a:pt x="1907718" y="254774"/>
                </a:lnTo>
                <a:lnTo>
                  <a:pt x="1952669" y="218282"/>
                </a:lnTo>
                <a:lnTo>
                  <a:pt x="2024329" y="184777"/>
                </a:lnTo>
                <a:lnTo>
                  <a:pt x="2053318" y="248139"/>
                </a:lnTo>
                <a:lnTo>
                  <a:pt x="2112927" y="241172"/>
                </a:lnTo>
                <a:lnTo>
                  <a:pt x="2091754" y="208994"/>
                </a:lnTo>
                <a:lnTo>
                  <a:pt x="2083611" y="165868"/>
                </a:lnTo>
                <a:lnTo>
                  <a:pt x="2110320" y="165868"/>
                </a:lnTo>
                <a:lnTo>
                  <a:pt x="2145825" y="208994"/>
                </a:lnTo>
                <a:lnTo>
                  <a:pt x="2190775" y="233210"/>
                </a:lnTo>
                <a:lnTo>
                  <a:pt x="2196313" y="199374"/>
                </a:lnTo>
                <a:lnTo>
                  <a:pt x="2210645" y="187431"/>
                </a:lnTo>
                <a:lnTo>
                  <a:pt x="2165694" y="87579"/>
                </a:lnTo>
                <a:lnTo>
                  <a:pt x="2220091" y="56727"/>
                </a:lnTo>
                <a:lnTo>
                  <a:pt x="2241264" y="63362"/>
                </a:lnTo>
                <a:lnTo>
                  <a:pt x="2265042" y="96867"/>
                </a:lnTo>
                <a:lnTo>
                  <a:pt x="2291426" y="99853"/>
                </a:lnTo>
                <a:lnTo>
                  <a:pt x="2298266" y="29525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E6110A8-F1B2-EBE9-ABA8-D3B252DACE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D2D4E55-35C2-0EDC-C7D4-185D147D4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1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A14A21-45EC-5A05-38B7-E06926E3B15A}"/>
              </a:ext>
            </a:extLst>
          </p:cNvPr>
          <p:cNvSpPr/>
          <p:nvPr/>
        </p:nvSpPr>
        <p:spPr>
          <a:xfrm flipV="1">
            <a:off x="-1089" y="2057400"/>
            <a:ext cx="12193089" cy="685800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3623" h="925664">
                <a:moveTo>
                  <a:pt x="0" y="925665"/>
                </a:moveTo>
                <a:lnTo>
                  <a:pt x="1418781" y="925665"/>
                </a:lnTo>
                <a:cubicBezTo>
                  <a:pt x="1418781" y="925665"/>
                  <a:pt x="3976954" y="925665"/>
                  <a:pt x="3976954" y="925665"/>
                </a:cubicBezTo>
                <a:lnTo>
                  <a:pt x="8199610" y="925665"/>
                </a:lnTo>
                <a:cubicBezTo>
                  <a:pt x="8199610" y="925665"/>
                  <a:pt x="8426512" y="925665"/>
                  <a:pt x="8426512" y="925665"/>
                </a:cubicBezTo>
                <a:lnTo>
                  <a:pt x="8663282" y="925665"/>
                </a:lnTo>
                <a:cubicBezTo>
                  <a:pt x="8663282" y="925665"/>
                  <a:pt x="8890183" y="925665"/>
                  <a:pt x="8890183" y="925665"/>
                </a:cubicBezTo>
                <a:cubicBezTo>
                  <a:pt x="8890183" y="925665"/>
                  <a:pt x="8125649" y="925665"/>
                  <a:pt x="9122003" y="925665"/>
                </a:cubicBezTo>
                <a:cubicBezTo>
                  <a:pt x="10118357" y="925665"/>
                  <a:pt x="9852016" y="0"/>
                  <a:pt x="10725068" y="0"/>
                </a:cubicBezTo>
                <a:cubicBezTo>
                  <a:pt x="11598119" y="0"/>
                  <a:pt x="10808931" y="0"/>
                  <a:pt x="10808931" y="0"/>
                </a:cubicBezTo>
                <a:lnTo>
                  <a:pt x="11045701" y="0"/>
                </a:lnTo>
                <a:cubicBezTo>
                  <a:pt x="11045701" y="0"/>
                  <a:pt x="10981575" y="0"/>
                  <a:pt x="10981575" y="0"/>
                </a:cubicBezTo>
                <a:lnTo>
                  <a:pt x="11208476" y="0"/>
                </a:lnTo>
                <a:cubicBezTo>
                  <a:pt x="11208476" y="0"/>
                  <a:pt x="11440295" y="0"/>
                  <a:pt x="11440295" y="0"/>
                </a:cubicBezTo>
                <a:lnTo>
                  <a:pt x="11677065" y="0"/>
                </a:lnTo>
                <a:cubicBezTo>
                  <a:pt x="11677065" y="0"/>
                  <a:pt x="11913836" y="0"/>
                  <a:pt x="11913836" y="0"/>
                </a:cubicBezTo>
                <a:lnTo>
                  <a:pt x="12145655" y="0"/>
                </a:lnTo>
                <a:cubicBezTo>
                  <a:pt x="12145655" y="0"/>
                  <a:pt x="12193624" y="0"/>
                  <a:pt x="12193624" y="0"/>
                </a:cubicBezTo>
                <a:lnTo>
                  <a:pt x="12193624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/>
        </p:nvCxnSpPr>
        <p:spPr>
          <a:xfrm>
            <a:off x="4279520" y="232717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7926906" y="2327173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3E5EBE1-F9D4-286E-7AF2-E011D3E9F7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FCAF821-77FA-E8A9-6EFE-2FEAA9245A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672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D3AC91C8-6B16-C272-6F48-6513A6501A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924800" y="3201785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2292" y="1828800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0135" y="1828800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7521" y="1828800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A9392E-2425-D14D-A55D-1601FE8410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86E967F-4B11-61FF-20CE-22BCCF561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9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296FBB3-289A-EB91-ACBD-D7C61019188C}"/>
              </a:ext>
            </a:extLst>
          </p:cNvPr>
          <p:cNvSpPr/>
          <p:nvPr/>
        </p:nvSpPr>
        <p:spPr>
          <a:xfrm flipV="1">
            <a:off x="0" y="2057396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/>
        </p:nvCxnSpPr>
        <p:spPr>
          <a:xfrm>
            <a:off x="3352800" y="232079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6327664" y="2330657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48555D-9A83-DB10-07C4-04A928B01CE4}"/>
              </a:ext>
            </a:extLst>
          </p:cNvPr>
          <p:cNvCxnSpPr>
            <a:cxnSpLocks/>
          </p:cNvCxnSpPr>
          <p:nvPr/>
        </p:nvCxnSpPr>
        <p:spPr>
          <a:xfrm>
            <a:off x="9296400" y="2334910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/>
          <p:cNvSpPr txBox="1"/>
          <p:nvPr/>
        </p:nvSpPr>
        <p:spPr>
          <a:xfrm>
            <a:off x="382292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34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2575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85374-3F9E-8A7F-8D3F-33FD68170C4B}"/>
              </a:ext>
            </a:extLst>
          </p:cNvPr>
          <p:cNvSpPr txBox="1"/>
          <p:nvPr/>
        </p:nvSpPr>
        <p:spPr>
          <a:xfrm>
            <a:off x="9047015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7B4A707-62BB-50FC-5082-77D43403E5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7886A74-AFA9-F25B-D5AB-903F0E48D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6EB0A4A-2D42-CC66-4973-F6C6EFFAC0D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64163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D5CCFE-F187-5DA8-6A26-98FBF82385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3A882C-8CAD-B178-2AD8-A6437A956E4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27498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02E8263-2768-2A29-9114-CAEFA4535E0C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299298" y="3200400"/>
            <a:ext cx="2283102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16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C0D0114-77A0-E459-37BF-524A35B71F35}"/>
              </a:ext>
            </a:extLst>
          </p:cNvPr>
          <p:cNvSpPr/>
          <p:nvPr/>
        </p:nvSpPr>
        <p:spPr>
          <a:xfrm flipV="1">
            <a:off x="0" y="3886200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456A0-5ECA-0ED1-9A31-204F8EB7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8AE786-A469-27DB-0545-BB90D998F3D7}"/>
              </a:ext>
            </a:extLst>
          </p:cNvPr>
          <p:cNvCxnSpPr>
            <a:cxnSpLocks/>
          </p:cNvCxnSpPr>
          <p:nvPr/>
        </p:nvCxnSpPr>
        <p:spPr>
          <a:xfrm flipH="1">
            <a:off x="230124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02054F-655A-C593-E1F2-24189AC5357C}"/>
              </a:ext>
            </a:extLst>
          </p:cNvPr>
          <p:cNvCxnSpPr>
            <a:cxnSpLocks/>
          </p:cNvCxnSpPr>
          <p:nvPr/>
        </p:nvCxnSpPr>
        <p:spPr>
          <a:xfrm flipH="1">
            <a:off x="568452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1CDF41-02D6-DC18-C602-C5352BD18992}"/>
              </a:ext>
            </a:extLst>
          </p:cNvPr>
          <p:cNvCxnSpPr>
            <a:cxnSpLocks/>
          </p:cNvCxnSpPr>
          <p:nvPr/>
        </p:nvCxnSpPr>
        <p:spPr>
          <a:xfrm flipH="1">
            <a:off x="9047688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F65A7E-0A55-AD71-E884-BDC554E866C6}"/>
              </a:ext>
            </a:extLst>
          </p:cNvPr>
          <p:cNvCxnSpPr>
            <a:cxnSpLocks/>
          </p:cNvCxnSpPr>
          <p:nvPr/>
        </p:nvCxnSpPr>
        <p:spPr>
          <a:xfrm flipH="1" flipV="1">
            <a:off x="629547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703146-BCD8-7EBF-C258-587967FC0E61}"/>
              </a:ext>
            </a:extLst>
          </p:cNvPr>
          <p:cNvCxnSpPr>
            <a:cxnSpLocks/>
          </p:cNvCxnSpPr>
          <p:nvPr/>
        </p:nvCxnSpPr>
        <p:spPr>
          <a:xfrm flipH="1" flipV="1">
            <a:off x="3996803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2EAB40-E68A-83CA-918F-0331C91D178B}"/>
              </a:ext>
            </a:extLst>
          </p:cNvPr>
          <p:cNvCxnSpPr>
            <a:cxnSpLocks/>
          </p:cNvCxnSpPr>
          <p:nvPr/>
        </p:nvCxnSpPr>
        <p:spPr>
          <a:xfrm flipH="1" flipV="1">
            <a:off x="7364059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1E558EF1-62E5-6A29-02AF-9F892FB16A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50DFEC7F-63D0-7D1B-8F4E-951D43836EB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30124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5AC451D-B6C8-94A6-8ED5-D20830B69F9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9288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ED6DDEAA-9229-AF0F-386D-1BB4CD65683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37616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972575C4-0B26-88F9-E7E7-0EEB9715816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47688" y="4892040"/>
            <a:ext cx="2533035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068989C0-1EB0-D33B-78DA-4DA221B1556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8452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258FE-AE49-A723-9586-ACDF6186ABF8}"/>
              </a:ext>
            </a:extLst>
          </p:cNvPr>
          <p:cNvSpPr txBox="1"/>
          <p:nvPr/>
        </p:nvSpPr>
        <p:spPr>
          <a:xfrm>
            <a:off x="381000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C080B-B445-5CA5-1BBC-7248BB3339FD}"/>
              </a:ext>
            </a:extLst>
          </p:cNvPr>
          <p:cNvSpPr txBox="1"/>
          <p:nvPr/>
        </p:nvSpPr>
        <p:spPr>
          <a:xfrm>
            <a:off x="3748256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C1786-B009-4EBC-5084-7AB8238AC6C9}"/>
              </a:ext>
            </a:extLst>
          </p:cNvPr>
          <p:cNvSpPr txBox="1"/>
          <p:nvPr/>
        </p:nvSpPr>
        <p:spPr>
          <a:xfrm>
            <a:off x="5431884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BF54C-D4DC-D2D3-FCB6-CD990CB0D2E4}"/>
              </a:ext>
            </a:extLst>
          </p:cNvPr>
          <p:cNvSpPr txBox="1"/>
          <p:nvPr/>
        </p:nvSpPr>
        <p:spPr>
          <a:xfrm>
            <a:off x="7115512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65E3D-FFD0-8502-E3E9-F821F2EA08EF}"/>
              </a:ext>
            </a:extLst>
          </p:cNvPr>
          <p:cNvSpPr txBox="1"/>
          <p:nvPr/>
        </p:nvSpPr>
        <p:spPr>
          <a:xfrm>
            <a:off x="8799141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265EA-6D75-3BE7-2D29-E1431C1B206E}"/>
              </a:ext>
            </a:extLst>
          </p:cNvPr>
          <p:cNvSpPr txBox="1"/>
          <p:nvPr/>
        </p:nvSpPr>
        <p:spPr>
          <a:xfrm>
            <a:off x="2064628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C8403D3-C04F-815E-5B5F-0D2874A7D8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8E55816-7670-9214-25FA-2D82248A6D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4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F0A6D61-3618-AFD2-58A4-96E280CEE0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4788620-FD28-912A-BDF5-969712EBB2A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2648" y="1831848"/>
            <a:ext cx="2514599" cy="2514600"/>
          </a:xfrm>
          <a:prstGeom prst="ellipse">
            <a:avLst/>
          </a:prstGeom>
          <a:solidFill>
            <a:schemeClr val="accent6">
              <a:alpha val="3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81400" y="1828800"/>
            <a:ext cx="8229600" cy="1468398"/>
          </a:xfrm>
        </p:spPr>
        <p:txBody>
          <a:bodyPr wrap="square" anchor="t">
            <a:noAutofit/>
          </a:bodyPr>
          <a:lstStyle>
            <a:lvl1pPr>
              <a:defRPr sz="3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“Quote”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E028A94-FC9A-0FB7-5719-91A5631A41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1399" y="3553801"/>
            <a:ext cx="82296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D3DB0F6-9EB8-549F-6EBA-5EA18197E4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81401" y="4127400"/>
            <a:ext cx="8000998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063F655-F602-CC7D-C784-BDEE27FF9C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7D8C28-969E-4A40-ECB8-983B46555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3F8E73-654E-72D3-E4C1-0FA74930AD37}"/>
              </a:ext>
            </a:extLst>
          </p:cNvPr>
          <p:cNvSpPr txBox="1">
            <a:spLocks/>
          </p:cNvSpPr>
          <p:nvPr/>
        </p:nvSpPr>
        <p:spPr bwMode="gray">
          <a:xfrm>
            <a:off x="3581402" y="1828800"/>
            <a:ext cx="8000998" cy="14683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“Quote”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F1876CB-9EB0-2900-0E11-CD9561919FC0}"/>
              </a:ext>
            </a:extLst>
          </p:cNvPr>
          <p:cNvSpPr txBox="1">
            <a:spLocks/>
          </p:cNvSpPr>
          <p:nvPr/>
        </p:nvSpPr>
        <p:spPr bwMode="gray">
          <a:xfrm>
            <a:off x="3581401" y="3553801"/>
            <a:ext cx="8000999" cy="3323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None/>
              <a:defRPr sz="24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138140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920555"/>
            <a:ext cx="10972800" cy="1365445"/>
          </a:xfrm>
        </p:spPr>
        <p:txBody>
          <a:bodyPr wrap="square" anchor="t">
            <a:noAutofit/>
          </a:bodyPr>
          <a:lstStyle>
            <a:lvl1pPr algn="l">
              <a:defRPr sz="7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678F4BA-6676-2614-D1E6-AD87B1883D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743200"/>
            <a:ext cx="525780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algn="l">
              <a:defRPr sz="1800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Contact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79720AA-B90D-0636-C04D-633A23F62D8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" y="3886200"/>
            <a:ext cx="525780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Adress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A2EC657-DADA-A02B-4942-C7701F2FB66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5029200"/>
            <a:ext cx="525780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Mail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FECD8A46-02C2-B471-7DD8-D1FE86060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96000" y="-822960"/>
            <a:ext cx="6696445" cy="685800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0E433BD-0D51-9DBC-AC73-72DBE5FF33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A431467-3D52-D1CD-216B-D9317E42EB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93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521778-225C-912F-CF8B-EA7E133A98C3}"/>
              </a:ext>
            </a:extLst>
          </p:cNvPr>
          <p:cNvSpPr/>
          <p:nvPr/>
        </p:nvSpPr>
        <p:spPr>
          <a:xfrm>
            <a:off x="-5080" y="0"/>
            <a:ext cx="121970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E4DE47-CD40-5CAA-B7C9-5508A1305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120" y="2457377"/>
            <a:ext cx="9418320" cy="19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2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26" Type="http://schemas.openxmlformats.org/officeDocument/2006/relationships/slideLayout" Target="../slideLayouts/slideLayout86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34" Type="http://schemas.openxmlformats.org/officeDocument/2006/relationships/image" Target="../media/image10.svg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85.xml"/><Relationship Id="rId33" Type="http://schemas.openxmlformats.org/officeDocument/2006/relationships/image" Target="../media/image9.png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9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84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31" Type="http://schemas.openxmlformats.org/officeDocument/2006/relationships/slideLayout" Target="../slideLayouts/slideLayout91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Relationship Id="rId27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90.xml"/><Relationship Id="rId8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26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112.xml"/><Relationship Id="rId34" Type="http://schemas.openxmlformats.org/officeDocument/2006/relationships/image" Target="../media/image22.svg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5" Type="http://schemas.openxmlformats.org/officeDocument/2006/relationships/slideLayout" Target="../slideLayouts/slideLayout116.xml"/><Relationship Id="rId33" Type="http://schemas.openxmlformats.org/officeDocument/2006/relationships/image" Target="../media/image21.png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0" Type="http://schemas.openxmlformats.org/officeDocument/2006/relationships/slideLayout" Target="../slideLayouts/slideLayout111.xml"/><Relationship Id="rId29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15.xml"/><Relationship Id="rId32" Type="http://schemas.openxmlformats.org/officeDocument/2006/relationships/theme" Target="../theme/theme4.xml"/><Relationship Id="rId5" Type="http://schemas.openxmlformats.org/officeDocument/2006/relationships/slideLayout" Target="../slideLayouts/slideLayout96.xml"/><Relationship Id="rId15" Type="http://schemas.openxmlformats.org/officeDocument/2006/relationships/slideLayout" Target="../slideLayouts/slideLayout106.xml"/><Relationship Id="rId23" Type="http://schemas.openxmlformats.org/officeDocument/2006/relationships/slideLayout" Target="../slideLayouts/slideLayout114.xml"/><Relationship Id="rId28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31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slideLayout" Target="../slideLayouts/slideLayout113.xml"/><Relationship Id="rId27" Type="http://schemas.openxmlformats.org/officeDocument/2006/relationships/slideLayout" Target="../slideLayouts/slideLayout118.xml"/><Relationship Id="rId30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6992813"/>
            <a:ext cx="12191999" cy="578082"/>
            <a:chOff x="0" y="6992813"/>
            <a:chExt cx="12191999" cy="578082"/>
          </a:xfrm>
        </p:grpSpPr>
        <p:sp>
          <p:nvSpPr>
            <p:cNvPr id="42" name="Rectangle 41"/>
            <p:cNvSpPr/>
            <p:nvPr userDrawn="1"/>
          </p:nvSpPr>
          <p:spPr>
            <a:xfrm>
              <a:off x="0" y="6992813"/>
              <a:ext cx="12191999" cy="578082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878F84"/>
                </a:solidFill>
              </a:endParaRPr>
            </a:p>
          </p:txBody>
        </p:sp>
        <p:sp>
          <p:nvSpPr>
            <p:cNvPr id="47" name="TextBox 46"/>
            <p:cNvSpPr txBox="1"/>
            <p:nvPr userDrawn="1"/>
          </p:nvSpPr>
          <p:spPr>
            <a:xfrm>
              <a:off x="914400" y="7173243"/>
              <a:ext cx="1706193" cy="269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US" sz="900" b="1">
                  <a:solidFill>
                    <a:srgbClr val="929D96"/>
                  </a:solidFill>
                  <a:latin typeface="+mn-lt"/>
                </a:rPr>
                <a:t>Data color order</a:t>
              </a:r>
              <a:r>
                <a:rPr lang="en-US" sz="900" b="1" baseline="0">
                  <a:solidFill>
                    <a:srgbClr val="929D96"/>
                  </a:solidFill>
                  <a:latin typeface="+mn-lt"/>
                </a:rPr>
                <a:t>:</a:t>
              </a:r>
              <a:endParaRPr lang="en-US" sz="900" b="1">
                <a:solidFill>
                  <a:srgbClr val="929D96"/>
                </a:solidFill>
                <a:latin typeface="+mn-lt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940682" y="7146735"/>
              <a:ext cx="195278" cy="190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420420" y="7146735"/>
              <a:ext cx="195278" cy="190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180551" y="7146735"/>
              <a:ext cx="195278" cy="190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660289" y="7146735"/>
              <a:ext cx="195278" cy="190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900158" y="7146735"/>
              <a:ext cx="195278" cy="19001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140027" y="7146735"/>
              <a:ext cx="195278" cy="19001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619765" y="7146735"/>
              <a:ext cx="195278" cy="190016"/>
            </a:xfrm>
            <a:prstGeom prst="rect">
              <a:avLst/>
            </a:prstGeom>
            <a:solidFill>
              <a:srgbClr val="D9F28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859634" y="7146735"/>
              <a:ext cx="195278" cy="190016"/>
            </a:xfrm>
            <a:prstGeom prst="rect">
              <a:avLst/>
            </a:prstGeom>
            <a:solidFill>
              <a:srgbClr val="3BC6E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099503" y="7146735"/>
              <a:ext cx="195278" cy="190016"/>
            </a:xfrm>
            <a:prstGeom prst="rect">
              <a:avLst/>
            </a:prstGeom>
            <a:solidFill>
              <a:srgbClr val="00AC9E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339372" y="7146735"/>
              <a:ext cx="195278" cy="190016"/>
            </a:xfrm>
            <a:prstGeom prst="rect">
              <a:avLst/>
            </a:prstGeom>
            <a:solidFill>
              <a:srgbClr val="FFA21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grpSp>
          <p:nvGrpSpPr>
            <p:cNvPr id="44" name="Group 43"/>
            <p:cNvGrpSpPr/>
            <p:nvPr userDrawn="1"/>
          </p:nvGrpSpPr>
          <p:grpSpPr>
            <a:xfrm>
              <a:off x="6400801" y="7143354"/>
              <a:ext cx="4804898" cy="276999"/>
              <a:chOff x="6311590" y="7133823"/>
              <a:chExt cx="4796677" cy="276999"/>
            </a:xfrm>
          </p:grpSpPr>
          <p:sp>
            <p:nvSpPr>
              <p:cNvPr id="45" name="Rectangle 44"/>
              <p:cNvSpPr/>
              <p:nvPr userDrawn="1"/>
            </p:nvSpPr>
            <p:spPr>
              <a:xfrm>
                <a:off x="6311590" y="7133823"/>
                <a:ext cx="457200" cy="138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l"/>
                <a:r>
                  <a:rPr lang="en-US" sz="900" b="1" baseline="0">
                    <a:solidFill>
                      <a:srgbClr val="929D96"/>
                    </a:solidFill>
                  </a:rPr>
                  <a:t>Footer</a:t>
                </a:r>
                <a:endParaRPr lang="en-US" sz="900" baseline="0">
                  <a:solidFill>
                    <a:srgbClr val="929D96"/>
                  </a:solidFill>
                </a:endParaRPr>
              </a:p>
            </p:txBody>
          </p:sp>
          <p:sp>
            <p:nvSpPr>
              <p:cNvPr id="46" name="Rectangle 45"/>
              <p:cNvSpPr/>
              <p:nvPr userDrawn="1"/>
            </p:nvSpPr>
            <p:spPr>
              <a:xfrm>
                <a:off x="6793974" y="7133823"/>
                <a:ext cx="4314293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n-US" sz="900" baseline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Never change the footer text on individual slides. Change, t</a:t>
                </a:r>
                <a:r>
                  <a:rPr lang="en-US" sz="900" baseline="0">
                    <a:solidFill>
                      <a:srgbClr val="929D96"/>
                    </a:solidFill>
                  </a:rPr>
                  <a:t>urn on or off by using </a:t>
                </a:r>
              </a:p>
              <a:p>
                <a:pPr algn="l"/>
                <a:r>
                  <a:rPr lang="en-US" sz="900" baseline="0">
                    <a:solidFill>
                      <a:srgbClr val="929D96"/>
                    </a:solidFill>
                  </a:rPr>
                  <a:t>Insert </a:t>
                </a:r>
                <a:r>
                  <a:rPr lang="en-US" sz="900" baseline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 Header &amp; Footer Enter / change text  Click Apply All. </a:t>
                </a:r>
                <a:endParaRPr lang="en-US" sz="900" baseline="0">
                  <a:solidFill>
                    <a:srgbClr val="929D96"/>
                  </a:solidFill>
                </a:endParaRPr>
              </a:p>
            </p:txBody>
          </p:sp>
        </p:grpSp>
        <p:sp>
          <p:nvSpPr>
            <p:cNvPr id="61" name="Rectangle 60"/>
            <p:cNvSpPr/>
            <p:nvPr userDrawn="1"/>
          </p:nvSpPr>
          <p:spPr>
            <a:xfrm>
              <a:off x="4579241" y="7146735"/>
              <a:ext cx="195278" cy="190016"/>
            </a:xfrm>
            <a:prstGeom prst="rect">
              <a:avLst/>
            </a:prstGeom>
            <a:solidFill>
              <a:srgbClr val="C13B3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2" name="Rectangle 61"/>
            <p:cNvSpPr/>
            <p:nvPr userDrawn="1"/>
          </p:nvSpPr>
          <p:spPr>
            <a:xfrm>
              <a:off x="4819110" y="7146735"/>
              <a:ext cx="195278" cy="190016"/>
            </a:xfrm>
            <a:prstGeom prst="rect">
              <a:avLst/>
            </a:prstGeom>
            <a:solidFill>
              <a:srgbClr val="297CE0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4" name="Rectangle 63"/>
            <p:cNvSpPr/>
            <p:nvPr userDrawn="1"/>
          </p:nvSpPr>
          <p:spPr>
            <a:xfrm>
              <a:off x="3379896" y="7146735"/>
              <a:ext cx="195278" cy="190016"/>
            </a:xfrm>
            <a:prstGeom prst="rect">
              <a:avLst/>
            </a:prstGeom>
            <a:solidFill>
              <a:srgbClr val="929D9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05" y="6304680"/>
            <a:ext cx="1600200" cy="36040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923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904999"/>
            <a:ext cx="10969247" cy="3962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Level 1 - Large heading/call out text</a:t>
            </a:r>
          </a:p>
          <a:p>
            <a:pPr lvl="1"/>
            <a:r>
              <a:rPr lang="en-US"/>
              <a:t>Level 2 - Small heading text</a:t>
            </a:r>
          </a:p>
          <a:p>
            <a:pPr lvl="2"/>
            <a:r>
              <a:rPr lang="en-US"/>
              <a:t>Level 3 - </a:t>
            </a:r>
            <a:r>
              <a:rPr lang="en-US" err="1"/>
              <a:t>Paragrah</a:t>
            </a:r>
            <a:r>
              <a:rPr lang="en-US"/>
              <a:t> text </a:t>
            </a:r>
          </a:p>
          <a:p>
            <a:pPr lvl="3"/>
            <a:r>
              <a:rPr lang="en-US"/>
              <a:t>Level 4 - Bullet tier one</a:t>
            </a:r>
          </a:p>
          <a:p>
            <a:pPr lvl="4"/>
            <a:r>
              <a:rPr lang="en-US"/>
              <a:t>Bullet level one</a:t>
            </a:r>
          </a:p>
          <a:p>
            <a:pPr lvl="5"/>
            <a:r>
              <a:rPr lang="en-US"/>
              <a:t>Bullet level two</a:t>
            </a:r>
          </a:p>
          <a:p>
            <a:pPr lvl="6"/>
            <a:r>
              <a:rPr lang="en-US"/>
              <a:t>Footnotes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27266" y="6324599"/>
            <a:ext cx="3492500" cy="3048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i="1">
                <a:solidFill>
                  <a:srgbClr val="929D96"/>
                </a:solidFill>
              </a:defRPr>
            </a:lvl1pPr>
          </a:lstStyle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284" y="6324599"/>
            <a:ext cx="624550" cy="3048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929D96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-436811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-1505757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436812" y="1905582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-1505757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-239002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-1505756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436812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239002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505757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878F84"/>
                </a:solidFill>
                <a:latin typeface="+mn-lt"/>
              </a:rPr>
              <a:t>Slide title area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436812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 flipH="1" flipV="1">
            <a:off x="4612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731995" y="-256408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5400000" flipH="1" flipV="1">
            <a:off x="59476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233190" y="1909404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220822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12523476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2523476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12418631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 userDrawn="1"/>
        </p:nvSpPr>
        <p:spPr>
          <a:xfrm>
            <a:off x="12523477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2220821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12418631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12523476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2220821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5400000" flipH="1" flipV="1">
            <a:off x="11439470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 userDrawn="1"/>
        </p:nvSpPr>
        <p:spPr>
          <a:xfrm>
            <a:off x="11649264" y="-276585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 rot="5400000" flipH="1" flipV="1">
            <a:off x="59476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 userDrawn="1"/>
        </p:nvCxnSpPr>
        <p:spPr>
          <a:xfrm rot="5400000" flipH="1" flipV="1">
            <a:off x="4612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 userDrawn="1"/>
        </p:nvCxnSpPr>
        <p:spPr>
          <a:xfrm rot="5400000" flipH="1" flipV="1">
            <a:off x="11439470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156828-717E-28A5-EECF-C98F8D5A3F1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3750" y="6626860"/>
            <a:ext cx="476250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9406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43" r:id="rId2"/>
    <p:sldLayoutId id="2147483803" r:id="rId3"/>
    <p:sldLayoutId id="2147483804" r:id="rId4"/>
    <p:sldLayoutId id="2147483772" r:id="rId5"/>
    <p:sldLayoutId id="2147483807" r:id="rId6"/>
    <p:sldLayoutId id="2147483747" r:id="rId7"/>
    <p:sldLayoutId id="2147483771" r:id="rId8"/>
    <p:sldLayoutId id="2147483749" r:id="rId9"/>
    <p:sldLayoutId id="2147483817" r:id="rId10"/>
    <p:sldLayoutId id="2147483786" r:id="rId11"/>
    <p:sldLayoutId id="2147483821" r:id="rId12"/>
    <p:sldLayoutId id="2147483774" r:id="rId13"/>
    <p:sldLayoutId id="2147483822" r:id="rId14"/>
    <p:sldLayoutId id="2147483669" r:id="rId15"/>
    <p:sldLayoutId id="2147483787" r:id="rId16"/>
    <p:sldLayoutId id="2147483773" r:id="rId17"/>
    <p:sldLayoutId id="2147483788" r:id="rId18"/>
    <p:sldLayoutId id="2147483775" r:id="rId19"/>
    <p:sldLayoutId id="2147483823" r:id="rId20"/>
    <p:sldLayoutId id="2147483776" r:id="rId21"/>
    <p:sldLayoutId id="2147483777" r:id="rId22"/>
    <p:sldLayoutId id="2147483778" r:id="rId23"/>
    <p:sldLayoutId id="2147483779" r:id="rId24"/>
    <p:sldLayoutId id="2147483824" r:id="rId25"/>
    <p:sldLayoutId id="2147483780" r:id="rId26"/>
    <p:sldLayoutId id="2147483781" r:id="rId27"/>
    <p:sldLayoutId id="2147483793" r:id="rId28"/>
    <p:sldLayoutId id="2147483826" r:id="rId29"/>
    <p:sldLayoutId id="2147483794" r:id="rId30"/>
    <p:sldLayoutId id="2147483827" r:id="rId31"/>
    <p:sldLayoutId id="2147483816" r:id="rId32"/>
    <p:sldLayoutId id="2147483828" r:id="rId33"/>
    <p:sldLayoutId id="2147483795" r:id="rId34"/>
    <p:sldLayoutId id="2147483829" r:id="rId35"/>
    <p:sldLayoutId id="2147483796" r:id="rId36"/>
    <p:sldLayoutId id="2147483783" r:id="rId37"/>
    <p:sldLayoutId id="2147483790" r:id="rId38"/>
    <p:sldLayoutId id="2147483784" r:id="rId39"/>
    <p:sldLayoutId id="2147483791" r:id="rId40"/>
    <p:sldLayoutId id="2147483789" r:id="rId41"/>
    <p:sldLayoutId id="2147483815" r:id="rId42"/>
    <p:sldLayoutId id="2147483792" r:id="rId43"/>
    <p:sldLayoutId id="2147483758" r:id="rId44"/>
    <p:sldLayoutId id="2147483759" r:id="rId45"/>
    <p:sldLayoutId id="2147483799" r:id="rId46"/>
    <p:sldLayoutId id="2147483800" r:id="rId47"/>
    <p:sldLayoutId id="2147483801" r:id="rId48"/>
    <p:sldLayoutId id="2147483818" r:id="rId49"/>
    <p:sldLayoutId id="2147483670" r:id="rId50"/>
    <p:sldLayoutId id="2147483797" r:id="rId51"/>
    <p:sldLayoutId id="2147483808" r:id="rId52"/>
    <p:sldLayoutId id="2147483830" r:id="rId53"/>
    <p:sldLayoutId id="2147483798" r:id="rId54"/>
    <p:sldLayoutId id="2147483809" r:id="rId5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3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24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2400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25000"/>
        <a:buFont typeface="Arial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4572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Arial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SzPct val="100000"/>
        <a:buFont typeface=".AppleSystemUIFont" charset="-12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buFontTx/>
        <a:buNone/>
        <a:defRPr sz="1800" i="1" kern="1200">
          <a:solidFill>
            <a:srgbClr val="929D96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600" b="0" i="1" kern="1200" baseline="0">
          <a:solidFill>
            <a:schemeClr val="accent4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32">
          <p15:clr>
            <a:srgbClr val="A4A3A4"/>
          </p15:clr>
        </p15:guide>
        <p15:guide id="3" pos="3264">
          <p15:clr>
            <a:srgbClr val="A4A3A4"/>
          </p15:clr>
        </p15:guide>
        <p15:guide id="4" pos="4224">
          <p15:clr>
            <a:srgbClr val="A4A3A4"/>
          </p15:clr>
        </p15:guide>
        <p15:guide id="5" pos="3456">
          <p15:clr>
            <a:srgbClr val="A4A3A4"/>
          </p15:clr>
        </p15:guide>
        <p15:guide id="6" pos="4416">
          <p15:clr>
            <a:srgbClr val="A4A3A4"/>
          </p15:clr>
        </p15:guide>
        <p15:guide id="7" pos="3072">
          <p15:clr>
            <a:srgbClr val="A4A3A4"/>
          </p15:clr>
        </p15:guide>
        <p15:guide id="8" pos="4608">
          <p15:clr>
            <a:srgbClr val="A4A3A4"/>
          </p15:clr>
        </p15:guide>
        <p15:guide id="9" pos="2880">
          <p15:clr>
            <a:srgbClr val="A4A3A4"/>
          </p15:clr>
        </p15:guide>
        <p15:guide id="10" pos="4800">
          <p15:clr>
            <a:srgbClr val="A4A3A4"/>
          </p15:clr>
        </p15:guide>
        <p15:guide id="11" pos="2688">
          <p15:clr>
            <a:srgbClr val="A4A3A4"/>
          </p15:clr>
        </p15:guide>
        <p15:guide id="12" pos="4992">
          <p15:clr>
            <a:srgbClr val="A4A3A4"/>
          </p15:clr>
        </p15:guide>
        <p15:guide id="13" pos="2496">
          <p15:clr>
            <a:srgbClr val="A4A3A4"/>
          </p15:clr>
        </p15:guide>
        <p15:guide id="14" pos="5184">
          <p15:clr>
            <a:srgbClr val="A4A3A4"/>
          </p15:clr>
        </p15:guide>
        <p15:guide id="15" pos="2304">
          <p15:clr>
            <a:srgbClr val="A4A3A4"/>
          </p15:clr>
        </p15:guide>
        <p15:guide id="16" pos="5376">
          <p15:clr>
            <a:srgbClr val="A4A3A4"/>
          </p15:clr>
        </p15:guide>
        <p15:guide id="17" pos="2112" userDrawn="1">
          <p15:clr>
            <a:srgbClr val="F26B43"/>
          </p15:clr>
        </p15:guide>
        <p15:guide id="18" pos="5568" userDrawn="1">
          <p15:clr>
            <a:srgbClr val="F26B43"/>
          </p15:clr>
        </p15:guide>
        <p15:guide id="19" pos="1920">
          <p15:clr>
            <a:srgbClr val="A4A3A4"/>
          </p15:clr>
        </p15:guide>
        <p15:guide id="20" pos="5760">
          <p15:clr>
            <a:srgbClr val="A4A3A4"/>
          </p15:clr>
        </p15:guide>
        <p15:guide id="21" pos="1728">
          <p15:clr>
            <a:srgbClr val="A4A3A4"/>
          </p15:clr>
        </p15:guide>
        <p15:guide id="22" orient="horz" pos="1776">
          <p15:clr>
            <a:srgbClr val="A4A3A4"/>
          </p15:clr>
        </p15:guide>
        <p15:guide id="23" pos="5952">
          <p15:clr>
            <a:srgbClr val="A4A3A4"/>
          </p15:clr>
        </p15:guide>
        <p15:guide id="24" pos="1536">
          <p15:clr>
            <a:srgbClr val="A4A3A4"/>
          </p15:clr>
        </p15:guide>
        <p15:guide id="25" pos="6144">
          <p15:clr>
            <a:srgbClr val="A4A3A4"/>
          </p15:clr>
        </p15:guide>
        <p15:guide id="26" pos="1344">
          <p15:clr>
            <a:srgbClr val="A4A3A4"/>
          </p15:clr>
        </p15:guide>
        <p15:guide id="27" pos="6336">
          <p15:clr>
            <a:srgbClr val="A4A3A4"/>
          </p15:clr>
        </p15:guide>
        <p15:guide id="28" pos="1152">
          <p15:clr>
            <a:srgbClr val="A4A3A4"/>
          </p15:clr>
        </p15:guide>
        <p15:guide id="29" pos="6528">
          <p15:clr>
            <a:srgbClr val="A4A3A4"/>
          </p15:clr>
        </p15:guide>
        <p15:guide id="30" pos="960">
          <p15:clr>
            <a:srgbClr val="A4A3A4"/>
          </p15:clr>
        </p15:guide>
        <p15:guide id="31" pos="6720">
          <p15:clr>
            <a:srgbClr val="A4A3A4"/>
          </p15:clr>
        </p15:guide>
        <p15:guide id="32" pos="768">
          <p15:clr>
            <a:srgbClr val="A4A3A4"/>
          </p15:clr>
        </p15:guide>
        <p15:guide id="33" pos="6912">
          <p15:clr>
            <a:srgbClr val="A4A3A4"/>
          </p15:clr>
        </p15:guide>
        <p15:guide id="34" pos="576">
          <p15:clr>
            <a:srgbClr val="A4A3A4"/>
          </p15:clr>
        </p15:guide>
        <p15:guide id="35" pos="7104">
          <p15:clr>
            <a:srgbClr val="A4A3A4"/>
          </p15:clr>
        </p15:guide>
        <p15:guide id="36" pos="384" userDrawn="1">
          <p15:clr>
            <a:srgbClr val="F26B43"/>
          </p15:clr>
        </p15:guide>
        <p15:guide id="37" pos="7296" userDrawn="1">
          <p15:clr>
            <a:srgbClr val="F26B43"/>
          </p15:clr>
        </p15:guide>
        <p15:guide id="38" pos="192">
          <p15:clr>
            <a:srgbClr val="A4A3A4"/>
          </p15:clr>
        </p15:guide>
        <p15:guide id="39" pos="7488" userDrawn="1">
          <p15:clr>
            <a:srgbClr val="A4A3A4"/>
          </p15:clr>
        </p15:guide>
        <p15:guide id="41" orient="horz" pos="2544">
          <p15:clr>
            <a:srgbClr val="A4A3A4"/>
          </p15:clr>
        </p15:guide>
        <p15:guide id="42" orient="horz" pos="1584">
          <p15:clr>
            <a:srgbClr val="A4A3A4"/>
          </p15:clr>
        </p15:guide>
        <p15:guide id="43" orient="horz" pos="2736">
          <p15:clr>
            <a:srgbClr val="A4A3A4"/>
          </p15:clr>
        </p15:guide>
        <p15:guide id="44" orient="horz" pos="1392">
          <p15:clr>
            <a:srgbClr val="A4A3A4"/>
          </p15:clr>
        </p15:guide>
        <p15:guide id="45" orient="horz" pos="2928">
          <p15:clr>
            <a:srgbClr val="A4A3A4"/>
          </p15:clr>
        </p15:guide>
        <p15:guide id="46" orient="horz" pos="1200" userDrawn="1">
          <p15:clr>
            <a:srgbClr val="F26B43"/>
          </p15:clr>
        </p15:guide>
        <p15:guide id="47" orient="horz" pos="3120">
          <p15:clr>
            <a:srgbClr val="A4A3A4"/>
          </p15:clr>
        </p15:guide>
        <p15:guide id="48" orient="horz" pos="1008" userDrawn="1">
          <p15:clr>
            <a:srgbClr val="A4A3A4"/>
          </p15:clr>
        </p15:guide>
        <p15:guide id="49" orient="horz" pos="3312">
          <p15:clr>
            <a:srgbClr val="A4A3A4"/>
          </p15:clr>
        </p15:guide>
        <p15:guide id="50" orient="horz" pos="816" userDrawn="1">
          <p15:clr>
            <a:srgbClr val="F26B43"/>
          </p15:clr>
        </p15:guide>
        <p15:guide id="51" orient="horz" pos="3504">
          <p15:clr>
            <a:srgbClr val="A4A3A4"/>
          </p15:clr>
        </p15:guide>
        <p15:guide id="52" orient="horz" pos="624">
          <p15:clr>
            <a:srgbClr val="A4A3A4"/>
          </p15:clr>
        </p15:guide>
        <p15:guide id="53" orient="horz" pos="3696" userDrawn="1">
          <p15:clr>
            <a:srgbClr val="F26B43"/>
          </p15:clr>
        </p15:guide>
        <p15:guide id="54" orient="horz" pos="432" userDrawn="1">
          <p15:clr>
            <a:srgbClr val="A4A3A4"/>
          </p15:clr>
        </p15:guide>
        <p15:guide id="55" orient="horz" pos="3888" userDrawn="1">
          <p15:clr>
            <a:srgbClr val="A4A3A4"/>
          </p15:clr>
        </p15:guide>
        <p15:guide id="56" orient="horz" pos="240" userDrawn="1">
          <p15:clr>
            <a:srgbClr val="F26B43"/>
          </p15:clr>
        </p15:guide>
        <p15:guide id="57" orient="horz" pos="4080">
          <p15:clr>
            <a:srgbClr val="A4A3A4"/>
          </p15:clr>
        </p15:guide>
        <p15:guide id="58" orient="horz" pos="48">
          <p15:clr>
            <a:srgbClr val="A4A3A4"/>
          </p15:clr>
        </p15:guide>
        <p15:guide id="59" orient="horz" pos="4272">
          <p15:clr>
            <a:srgbClr val="A4A3A4"/>
          </p15:clr>
        </p15:guide>
        <p15:guide id="61" orient="horz" pos="2352">
          <p15:clr>
            <a:srgbClr val="A4A3A4"/>
          </p15:clr>
        </p15:guide>
        <p15:guide id="62" orient="horz" pos="2160" userDrawn="1">
          <p15:clr>
            <a:srgbClr val="F26B43"/>
          </p15:clr>
        </p15:guide>
        <p15:guide id="63" pos="3840" userDrawn="1">
          <p15:clr>
            <a:srgbClr val="F26B43"/>
          </p15:clr>
        </p15:guide>
        <p15:guide id="64" pos="3648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 userDrawn="1"/>
        </p:nvGrpSpPr>
        <p:grpSpPr>
          <a:xfrm>
            <a:off x="0" y="6992813"/>
            <a:ext cx="12191999" cy="578082"/>
            <a:chOff x="0" y="6992813"/>
            <a:chExt cx="12191999" cy="578082"/>
          </a:xfrm>
        </p:grpSpPr>
        <p:sp>
          <p:nvSpPr>
            <p:cNvPr id="66" name="Rectangle 65"/>
            <p:cNvSpPr/>
            <p:nvPr userDrawn="1"/>
          </p:nvSpPr>
          <p:spPr>
            <a:xfrm>
              <a:off x="0" y="6992813"/>
              <a:ext cx="12191999" cy="578082"/>
            </a:xfrm>
            <a:prstGeom prst="rect">
              <a:avLst/>
            </a:prstGeom>
            <a:solidFill>
              <a:srgbClr val="FFFFFF">
                <a:alpha val="60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878F84">
                    <a:alpha val="60000"/>
                  </a:srgbClr>
                </a:solidFill>
              </a:endParaRPr>
            </a:p>
          </p:txBody>
        </p:sp>
        <p:sp>
          <p:nvSpPr>
            <p:cNvPr id="67" name="TextBox 66"/>
            <p:cNvSpPr txBox="1"/>
            <p:nvPr userDrawn="1"/>
          </p:nvSpPr>
          <p:spPr>
            <a:xfrm>
              <a:off x="914400" y="7173243"/>
              <a:ext cx="1706193" cy="2693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en-US" sz="900" b="1">
                  <a:solidFill>
                    <a:srgbClr val="929D96"/>
                  </a:solidFill>
                  <a:latin typeface="+mn-lt"/>
                </a:rPr>
                <a:t>Data color order</a:t>
              </a:r>
              <a:r>
                <a:rPr lang="en-US" sz="900" b="1" baseline="0">
                  <a:solidFill>
                    <a:srgbClr val="929D96"/>
                  </a:solidFill>
                  <a:latin typeface="+mn-lt"/>
                </a:rPr>
                <a:t>:</a:t>
              </a:r>
              <a:endParaRPr lang="en-US" sz="900" b="1">
                <a:solidFill>
                  <a:srgbClr val="929D96"/>
                </a:solidFill>
                <a:latin typeface="+mn-lt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40682" y="7146735"/>
              <a:ext cx="195278" cy="19001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420420" y="7146735"/>
              <a:ext cx="195278" cy="19001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180551" y="7146735"/>
              <a:ext cx="195278" cy="1900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60289" y="7146735"/>
              <a:ext cx="195278" cy="19001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900158" y="7146735"/>
              <a:ext cx="195278" cy="190016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140027" y="7146735"/>
              <a:ext cx="195278" cy="19001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3619765" y="7146735"/>
              <a:ext cx="195278" cy="190016"/>
            </a:xfrm>
            <a:prstGeom prst="rect">
              <a:avLst/>
            </a:prstGeom>
            <a:solidFill>
              <a:srgbClr val="D9F28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859634" y="7146735"/>
              <a:ext cx="195278" cy="190016"/>
            </a:xfrm>
            <a:prstGeom prst="rect">
              <a:avLst/>
            </a:prstGeom>
            <a:solidFill>
              <a:srgbClr val="3BC6EB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4099503" y="7146735"/>
              <a:ext cx="195278" cy="190016"/>
            </a:xfrm>
            <a:prstGeom prst="rect">
              <a:avLst/>
            </a:prstGeom>
            <a:solidFill>
              <a:srgbClr val="00AC9E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4339372" y="7146735"/>
              <a:ext cx="195278" cy="190016"/>
            </a:xfrm>
            <a:prstGeom prst="rect">
              <a:avLst/>
            </a:prstGeom>
            <a:solidFill>
              <a:srgbClr val="FFA211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grpSp>
          <p:nvGrpSpPr>
            <p:cNvPr id="78" name="Group 77"/>
            <p:cNvGrpSpPr/>
            <p:nvPr userDrawn="1"/>
          </p:nvGrpSpPr>
          <p:grpSpPr>
            <a:xfrm>
              <a:off x="6400801" y="7143354"/>
              <a:ext cx="4804898" cy="276999"/>
              <a:chOff x="6311590" y="7133823"/>
              <a:chExt cx="4796677" cy="276999"/>
            </a:xfrm>
          </p:grpSpPr>
          <p:sp>
            <p:nvSpPr>
              <p:cNvPr id="82" name="Rectangle 81"/>
              <p:cNvSpPr/>
              <p:nvPr userDrawn="1"/>
            </p:nvSpPr>
            <p:spPr>
              <a:xfrm>
                <a:off x="6311590" y="7133823"/>
                <a:ext cx="457200" cy="1384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pAutoFit/>
              </a:bodyPr>
              <a:lstStyle/>
              <a:p>
                <a:pPr algn="l"/>
                <a:r>
                  <a:rPr lang="en-US" sz="900" b="1" baseline="0">
                    <a:solidFill>
                      <a:srgbClr val="929D96"/>
                    </a:solidFill>
                  </a:rPr>
                  <a:t>Footer</a:t>
                </a:r>
                <a:endParaRPr lang="en-US" sz="900" baseline="0">
                  <a:solidFill>
                    <a:srgbClr val="929D96"/>
                  </a:solidFill>
                </a:endParaRPr>
              </a:p>
            </p:txBody>
          </p:sp>
          <p:sp>
            <p:nvSpPr>
              <p:cNvPr id="83" name="Rectangle 82"/>
              <p:cNvSpPr/>
              <p:nvPr userDrawn="1"/>
            </p:nvSpPr>
            <p:spPr>
              <a:xfrm>
                <a:off x="6793974" y="7133823"/>
                <a:ext cx="4314293" cy="27699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lang="en-US" sz="900" baseline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Never change the footer text on individual slides. Change, t</a:t>
                </a:r>
                <a:r>
                  <a:rPr lang="en-US" sz="900" baseline="0">
                    <a:solidFill>
                      <a:srgbClr val="929D96"/>
                    </a:solidFill>
                  </a:rPr>
                  <a:t>urn on or off by using </a:t>
                </a:r>
              </a:p>
              <a:p>
                <a:pPr algn="l"/>
                <a:r>
                  <a:rPr lang="en-US" sz="900" baseline="0">
                    <a:solidFill>
                      <a:srgbClr val="929D96"/>
                    </a:solidFill>
                  </a:rPr>
                  <a:t>Insert </a:t>
                </a:r>
                <a:r>
                  <a:rPr lang="en-US" sz="900" baseline="0">
                    <a:solidFill>
                      <a:srgbClr val="929D96"/>
                    </a:solidFill>
                    <a:sym typeface="Wingdings 3" panose="05040102010807070707" pitchFamily="18" charset="2"/>
                  </a:rPr>
                  <a:t> Header &amp; Footer Enter / change text  Click Apply All. </a:t>
                </a:r>
                <a:endParaRPr lang="en-US" sz="900" baseline="0">
                  <a:solidFill>
                    <a:srgbClr val="929D96"/>
                  </a:solidFill>
                </a:endParaRPr>
              </a:p>
            </p:txBody>
          </p:sp>
        </p:grpSp>
        <p:sp>
          <p:nvSpPr>
            <p:cNvPr id="79" name="Rectangle 78"/>
            <p:cNvSpPr/>
            <p:nvPr userDrawn="1"/>
          </p:nvSpPr>
          <p:spPr>
            <a:xfrm>
              <a:off x="4579241" y="7146735"/>
              <a:ext cx="195278" cy="190016"/>
            </a:xfrm>
            <a:prstGeom prst="rect">
              <a:avLst/>
            </a:prstGeom>
            <a:solidFill>
              <a:srgbClr val="C13B33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80" name="Rectangle 79"/>
            <p:cNvSpPr/>
            <p:nvPr userDrawn="1"/>
          </p:nvSpPr>
          <p:spPr>
            <a:xfrm>
              <a:off x="4819110" y="7146735"/>
              <a:ext cx="195278" cy="190016"/>
            </a:xfrm>
            <a:prstGeom prst="rect">
              <a:avLst/>
            </a:prstGeom>
            <a:solidFill>
              <a:srgbClr val="297CE0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  <p:sp>
          <p:nvSpPr>
            <p:cNvPr id="81" name="Rectangle 80"/>
            <p:cNvSpPr/>
            <p:nvPr userDrawn="1"/>
          </p:nvSpPr>
          <p:spPr>
            <a:xfrm>
              <a:off x="3379896" y="7146735"/>
              <a:ext cx="195278" cy="190016"/>
            </a:xfrm>
            <a:prstGeom prst="rect">
              <a:avLst/>
            </a:prstGeom>
            <a:solidFill>
              <a:srgbClr val="929D96"/>
            </a:solidFill>
            <a:ln>
              <a:noFill/>
            </a:ln>
            <a:effectLst>
              <a:outerShdw blurRad="12700" dist="25400" dir="2700000" sx="95000" sy="95000" algn="tl" rotWithShape="0">
                <a:prstClr val="black">
                  <a:alpha val="35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" b="0" i="0" u="none" strike="noStrike" kern="0" cap="none" spc="0" normalizeH="0" baseline="0" noProof="0">
                <a:ln>
                  <a:noFill/>
                </a:ln>
                <a:solidFill>
                  <a:srgbClr val="878F84"/>
                </a:solidFill>
                <a:effectLst/>
                <a:uLnTx/>
                <a:uFillTx/>
                <a:latin typeface="Akkurat Pro" pitchFamily="34" charset="0"/>
                <a:cs typeface="Arial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381001"/>
            <a:ext cx="10969247" cy="9239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904999"/>
            <a:ext cx="10969247" cy="39624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Level 1 - Large heading/call out text</a:t>
            </a:r>
          </a:p>
          <a:p>
            <a:pPr lvl="1"/>
            <a:r>
              <a:rPr lang="en-US"/>
              <a:t>Level 2 - Small heading text</a:t>
            </a:r>
          </a:p>
          <a:p>
            <a:pPr lvl="2"/>
            <a:r>
              <a:rPr lang="en-US"/>
              <a:t>Level 3 - </a:t>
            </a:r>
            <a:r>
              <a:rPr lang="en-US" err="1"/>
              <a:t>Paragrah</a:t>
            </a:r>
            <a:r>
              <a:rPr lang="en-US"/>
              <a:t> text </a:t>
            </a:r>
          </a:p>
          <a:p>
            <a:pPr lvl="3"/>
            <a:r>
              <a:rPr lang="en-US"/>
              <a:t>Level 4 - Bullet tier one</a:t>
            </a:r>
          </a:p>
          <a:p>
            <a:pPr lvl="4"/>
            <a:r>
              <a:rPr lang="en-US"/>
              <a:t>Bullet level one</a:t>
            </a:r>
          </a:p>
          <a:p>
            <a:pPr lvl="5"/>
            <a:r>
              <a:rPr lang="en-US"/>
              <a:t>Bullet level two</a:t>
            </a:r>
          </a:p>
          <a:p>
            <a:pPr lvl="6"/>
            <a:r>
              <a:rPr lang="en-US"/>
              <a:t>Footnotes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5929" y="6324599"/>
            <a:ext cx="3492500" cy="30480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i="1">
                <a:solidFill>
                  <a:srgbClr val="929D96"/>
                </a:solidFill>
              </a:defRPr>
            </a:lvl1pPr>
          </a:lstStyle>
          <a:p>
            <a:r>
              <a:rPr lang="en-GB"/>
              <a:t>Ultrasonic Terminal Welding Selection/Release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8473" y="6324599"/>
            <a:ext cx="624550" cy="30480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929D96"/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629" y="6304680"/>
            <a:ext cx="1600200" cy="360406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-436811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-1505757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436812" y="1905582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-1505757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-239002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 userDrawn="1"/>
        </p:nvSpPr>
        <p:spPr>
          <a:xfrm>
            <a:off x="-1505756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436812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239002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 userDrawn="1"/>
        </p:nvSpPr>
        <p:spPr>
          <a:xfrm>
            <a:off x="-1505757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800" b="1">
                <a:solidFill>
                  <a:srgbClr val="878F84"/>
                </a:solidFill>
                <a:latin typeface="+mn-lt"/>
              </a:rPr>
              <a:t>Slide title area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436812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 flipH="1" flipV="1">
            <a:off x="4612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-731995" y="-256408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 rot="5400000" flipH="1" flipV="1">
            <a:off x="5947642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>
            <a:off x="12233190" y="1909404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12220822" y="5866678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 userDrawn="1"/>
        </p:nvSpPr>
        <p:spPr>
          <a:xfrm>
            <a:off x="12523476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2523476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30" name="Straight Connector 29"/>
          <p:cNvCxnSpPr/>
          <p:nvPr userDrawn="1"/>
        </p:nvCxnSpPr>
        <p:spPr>
          <a:xfrm>
            <a:off x="12418631" y="1905000"/>
            <a:ext cx="0" cy="3956237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 userDrawn="1"/>
        </p:nvSpPr>
        <p:spPr>
          <a:xfrm>
            <a:off x="12523477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2220821" y="1295400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12418631" y="3893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 userDrawn="1"/>
        </p:nvSpPr>
        <p:spPr>
          <a:xfrm>
            <a:off x="12523476" y="77683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12220821" y="389397"/>
            <a:ext cx="395621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 userDrawn="1"/>
        </p:nvCxnSpPr>
        <p:spPr>
          <a:xfrm rot="5400000" flipH="1" flipV="1">
            <a:off x="11439470" y="-198967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 userDrawn="1"/>
        </p:nvSpPr>
        <p:spPr>
          <a:xfrm>
            <a:off x="11649264" y="-276585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 rot="5400000" flipH="1" flipV="1">
            <a:off x="59476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 userDrawn="1"/>
        </p:nvCxnSpPr>
        <p:spPr>
          <a:xfrm rot="5400000" flipH="1" flipV="1">
            <a:off x="461242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 userDrawn="1"/>
        </p:nvCxnSpPr>
        <p:spPr>
          <a:xfrm rot="5400000" flipH="1" flipV="1">
            <a:off x="11439470" y="7038488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694907" y="-793618"/>
            <a:ext cx="1079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FOR INSTRUCTIONAL</a:t>
            </a:r>
            <a:r>
              <a:rPr lang="en-US" b="1" baseline="0">
                <a:solidFill>
                  <a:schemeClr val="accent1"/>
                </a:solidFill>
              </a:rPr>
              <a:t> USE ONLY. </a:t>
            </a:r>
            <a:r>
              <a:rPr lang="en-US" b="1">
                <a:solidFill>
                  <a:schemeClr val="accent1"/>
                </a:solidFill>
              </a:rPr>
              <a:t>DO NOT USE THIS</a:t>
            </a:r>
            <a:r>
              <a:rPr lang="en-US" b="1" baseline="0">
                <a:solidFill>
                  <a:schemeClr val="accent1"/>
                </a:solidFill>
              </a:rPr>
              <a:t> THEME TO CREATE YOUR PRESENTATION. </a:t>
            </a: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2D112B-1CC2-08BD-8CA7-CD886FB7F8C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3750" y="6626860"/>
            <a:ext cx="476250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5440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20" r:id="rId4"/>
    <p:sldLayoutId id="2147483814" r:id="rId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36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2400" b="1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2400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100000"/>
        </a:lnSpc>
        <a:spcBef>
          <a:spcPts val="1200"/>
        </a:spcBef>
        <a:buClr>
          <a:schemeClr val="accent1"/>
        </a:buClr>
        <a:buSzPct val="125000"/>
        <a:buFont typeface="Arial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4572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100000"/>
        <a:buFont typeface="Arial" charset="0"/>
        <a:buChar char="•"/>
        <a:defRPr sz="2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228600" algn="l" defTabSz="914400" rtl="0" eaLnBrk="1" latinLnBrk="0" hangingPunct="1">
        <a:lnSpc>
          <a:spcPct val="100000"/>
        </a:lnSpc>
        <a:spcBef>
          <a:spcPts val="1200"/>
        </a:spcBef>
        <a:buClr>
          <a:schemeClr val="tx1"/>
        </a:buClr>
        <a:buSzPct val="100000"/>
        <a:buFont typeface=".AppleSystemUIFont" charset="-120"/>
        <a:buChar char="-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1200"/>
        </a:spcBef>
        <a:buFontTx/>
        <a:buNone/>
        <a:defRPr sz="1800" i="1" kern="1200">
          <a:solidFill>
            <a:srgbClr val="929D96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600" b="0" i="1" kern="1200" baseline="0">
          <a:solidFill>
            <a:schemeClr val="accent4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032">
          <p15:clr>
            <a:srgbClr val="A4A3A4"/>
          </p15:clr>
        </p15:guide>
        <p15:guide id="3" pos="3264">
          <p15:clr>
            <a:srgbClr val="A4A3A4"/>
          </p15:clr>
        </p15:guide>
        <p15:guide id="4" pos="4224">
          <p15:clr>
            <a:srgbClr val="A4A3A4"/>
          </p15:clr>
        </p15:guide>
        <p15:guide id="5" pos="3456">
          <p15:clr>
            <a:srgbClr val="A4A3A4"/>
          </p15:clr>
        </p15:guide>
        <p15:guide id="6" pos="4416">
          <p15:clr>
            <a:srgbClr val="A4A3A4"/>
          </p15:clr>
        </p15:guide>
        <p15:guide id="7" pos="3072">
          <p15:clr>
            <a:srgbClr val="A4A3A4"/>
          </p15:clr>
        </p15:guide>
        <p15:guide id="8" pos="4608">
          <p15:clr>
            <a:srgbClr val="A4A3A4"/>
          </p15:clr>
        </p15:guide>
        <p15:guide id="9" pos="2880">
          <p15:clr>
            <a:srgbClr val="A4A3A4"/>
          </p15:clr>
        </p15:guide>
        <p15:guide id="10" pos="4800">
          <p15:clr>
            <a:srgbClr val="A4A3A4"/>
          </p15:clr>
        </p15:guide>
        <p15:guide id="11" pos="2688">
          <p15:clr>
            <a:srgbClr val="A4A3A4"/>
          </p15:clr>
        </p15:guide>
        <p15:guide id="12" pos="4992">
          <p15:clr>
            <a:srgbClr val="A4A3A4"/>
          </p15:clr>
        </p15:guide>
        <p15:guide id="13" pos="2496">
          <p15:clr>
            <a:srgbClr val="A4A3A4"/>
          </p15:clr>
        </p15:guide>
        <p15:guide id="14" pos="5184">
          <p15:clr>
            <a:srgbClr val="A4A3A4"/>
          </p15:clr>
        </p15:guide>
        <p15:guide id="15" pos="2304">
          <p15:clr>
            <a:srgbClr val="A4A3A4"/>
          </p15:clr>
        </p15:guide>
        <p15:guide id="16" pos="5376">
          <p15:clr>
            <a:srgbClr val="A4A3A4"/>
          </p15:clr>
        </p15:guide>
        <p15:guide id="17" pos="2112">
          <p15:clr>
            <a:srgbClr val="F26B43"/>
          </p15:clr>
        </p15:guide>
        <p15:guide id="18" pos="5568">
          <p15:clr>
            <a:srgbClr val="F26B43"/>
          </p15:clr>
        </p15:guide>
        <p15:guide id="19" pos="1920">
          <p15:clr>
            <a:srgbClr val="A4A3A4"/>
          </p15:clr>
        </p15:guide>
        <p15:guide id="20" pos="5760">
          <p15:clr>
            <a:srgbClr val="A4A3A4"/>
          </p15:clr>
        </p15:guide>
        <p15:guide id="21" pos="1728">
          <p15:clr>
            <a:srgbClr val="A4A3A4"/>
          </p15:clr>
        </p15:guide>
        <p15:guide id="22" orient="horz" pos="1776">
          <p15:clr>
            <a:srgbClr val="A4A3A4"/>
          </p15:clr>
        </p15:guide>
        <p15:guide id="23" pos="5952">
          <p15:clr>
            <a:srgbClr val="A4A3A4"/>
          </p15:clr>
        </p15:guide>
        <p15:guide id="24" pos="1536">
          <p15:clr>
            <a:srgbClr val="A4A3A4"/>
          </p15:clr>
        </p15:guide>
        <p15:guide id="25" pos="6144">
          <p15:clr>
            <a:srgbClr val="A4A3A4"/>
          </p15:clr>
        </p15:guide>
        <p15:guide id="26" pos="1344">
          <p15:clr>
            <a:srgbClr val="A4A3A4"/>
          </p15:clr>
        </p15:guide>
        <p15:guide id="27" pos="6336">
          <p15:clr>
            <a:srgbClr val="A4A3A4"/>
          </p15:clr>
        </p15:guide>
        <p15:guide id="28" pos="1152">
          <p15:clr>
            <a:srgbClr val="A4A3A4"/>
          </p15:clr>
        </p15:guide>
        <p15:guide id="29" pos="6528">
          <p15:clr>
            <a:srgbClr val="A4A3A4"/>
          </p15:clr>
        </p15:guide>
        <p15:guide id="30" pos="960">
          <p15:clr>
            <a:srgbClr val="A4A3A4"/>
          </p15:clr>
        </p15:guide>
        <p15:guide id="31" pos="6720">
          <p15:clr>
            <a:srgbClr val="A4A3A4"/>
          </p15:clr>
        </p15:guide>
        <p15:guide id="32" pos="768">
          <p15:clr>
            <a:srgbClr val="A4A3A4"/>
          </p15:clr>
        </p15:guide>
        <p15:guide id="33" pos="6912">
          <p15:clr>
            <a:srgbClr val="A4A3A4"/>
          </p15:clr>
        </p15:guide>
        <p15:guide id="34" pos="576">
          <p15:clr>
            <a:srgbClr val="A4A3A4"/>
          </p15:clr>
        </p15:guide>
        <p15:guide id="35" pos="7104">
          <p15:clr>
            <a:srgbClr val="A4A3A4"/>
          </p15:clr>
        </p15:guide>
        <p15:guide id="36" pos="384">
          <p15:clr>
            <a:srgbClr val="F26B43"/>
          </p15:clr>
        </p15:guide>
        <p15:guide id="37" pos="7296">
          <p15:clr>
            <a:srgbClr val="F26B43"/>
          </p15:clr>
        </p15:guide>
        <p15:guide id="38" pos="192">
          <p15:clr>
            <a:srgbClr val="A4A3A4"/>
          </p15:clr>
        </p15:guide>
        <p15:guide id="39" pos="7488">
          <p15:clr>
            <a:srgbClr val="A4A3A4"/>
          </p15:clr>
        </p15:guide>
        <p15:guide id="41" orient="horz" pos="2544">
          <p15:clr>
            <a:srgbClr val="A4A3A4"/>
          </p15:clr>
        </p15:guide>
        <p15:guide id="42" orient="horz" pos="1584">
          <p15:clr>
            <a:srgbClr val="A4A3A4"/>
          </p15:clr>
        </p15:guide>
        <p15:guide id="43" orient="horz" pos="2736">
          <p15:clr>
            <a:srgbClr val="A4A3A4"/>
          </p15:clr>
        </p15:guide>
        <p15:guide id="44" orient="horz" pos="1392">
          <p15:clr>
            <a:srgbClr val="A4A3A4"/>
          </p15:clr>
        </p15:guide>
        <p15:guide id="45" orient="horz" pos="2928">
          <p15:clr>
            <a:srgbClr val="A4A3A4"/>
          </p15:clr>
        </p15:guide>
        <p15:guide id="46" orient="horz" pos="1200">
          <p15:clr>
            <a:srgbClr val="F26B43"/>
          </p15:clr>
        </p15:guide>
        <p15:guide id="47" orient="horz" pos="3120">
          <p15:clr>
            <a:srgbClr val="A4A3A4"/>
          </p15:clr>
        </p15:guide>
        <p15:guide id="48" orient="horz" pos="1008">
          <p15:clr>
            <a:srgbClr val="A4A3A4"/>
          </p15:clr>
        </p15:guide>
        <p15:guide id="49" orient="horz" pos="3312">
          <p15:clr>
            <a:srgbClr val="A4A3A4"/>
          </p15:clr>
        </p15:guide>
        <p15:guide id="50" orient="horz" pos="816">
          <p15:clr>
            <a:srgbClr val="F26B43"/>
          </p15:clr>
        </p15:guide>
        <p15:guide id="51" orient="horz" pos="3504">
          <p15:clr>
            <a:srgbClr val="A4A3A4"/>
          </p15:clr>
        </p15:guide>
        <p15:guide id="52" orient="horz" pos="624">
          <p15:clr>
            <a:srgbClr val="A4A3A4"/>
          </p15:clr>
        </p15:guide>
        <p15:guide id="53" orient="horz" pos="3696">
          <p15:clr>
            <a:srgbClr val="F26B43"/>
          </p15:clr>
        </p15:guide>
        <p15:guide id="54" orient="horz" pos="432">
          <p15:clr>
            <a:srgbClr val="A4A3A4"/>
          </p15:clr>
        </p15:guide>
        <p15:guide id="55" orient="horz" pos="3888">
          <p15:clr>
            <a:srgbClr val="A4A3A4"/>
          </p15:clr>
        </p15:guide>
        <p15:guide id="56" orient="horz" pos="240">
          <p15:clr>
            <a:srgbClr val="F26B43"/>
          </p15:clr>
        </p15:guide>
        <p15:guide id="57" orient="horz" pos="4080">
          <p15:clr>
            <a:srgbClr val="A4A3A4"/>
          </p15:clr>
        </p15:guide>
        <p15:guide id="58" orient="horz" pos="48">
          <p15:clr>
            <a:srgbClr val="A4A3A4"/>
          </p15:clr>
        </p15:guide>
        <p15:guide id="59" orient="horz" pos="4272">
          <p15:clr>
            <a:srgbClr val="A4A3A4"/>
          </p15:clr>
        </p15:guide>
        <p15:guide id="61" orient="horz" pos="2352">
          <p15:clr>
            <a:srgbClr val="A4A3A4"/>
          </p15:clr>
        </p15:guide>
        <p15:guide id="62" orient="horz" pos="2160">
          <p15:clr>
            <a:srgbClr val="F26B43"/>
          </p15:clr>
        </p15:guide>
        <p15:guide id="63" pos="3840">
          <p15:clr>
            <a:srgbClr val="F26B43"/>
          </p15:clr>
        </p15:guide>
        <p15:guide id="64" pos="3648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5E5DC15-0F24-0E2B-3A60-2F9C829833C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217202" y="6355080"/>
            <a:ext cx="1367044" cy="27922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5D476-C457-3E84-EB47-3FE18A41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57200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9DF3CEE-BDCD-C95A-E559-A5E5B4413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946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accent6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A4BC47-07B0-A37C-A7C8-17565F06A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26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1026C-2A32-0964-5251-165152D3295B}"/>
              </a:ext>
            </a:extLst>
          </p:cNvPr>
          <p:cNvSpPr/>
          <p:nvPr/>
        </p:nvSpPr>
        <p:spPr>
          <a:xfrm>
            <a:off x="0" y="6992813"/>
            <a:ext cx="12191999" cy="5780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78F8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3794-38CC-137A-3C42-EA427605B3C2}"/>
              </a:ext>
            </a:extLst>
          </p:cNvPr>
          <p:cNvSpPr txBox="1"/>
          <p:nvPr/>
        </p:nvSpPr>
        <p:spPr>
          <a:xfrm>
            <a:off x="914400" y="7147202"/>
            <a:ext cx="1706193" cy="269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900" b="1">
                <a:solidFill>
                  <a:srgbClr val="929D96"/>
                </a:solidFill>
                <a:latin typeface="+mn-lt"/>
              </a:rPr>
              <a:t>Data color order</a:t>
            </a:r>
            <a:r>
              <a:rPr lang="en-US" sz="900" b="1" baseline="0">
                <a:solidFill>
                  <a:srgbClr val="929D96"/>
                </a:solidFill>
                <a:latin typeface="+mn-lt"/>
              </a:rPr>
              <a:t>:</a:t>
            </a:r>
            <a:endParaRPr lang="en-US" sz="900" b="1">
              <a:solidFill>
                <a:srgbClr val="929D96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3CBF5-8FC0-FAD0-35EF-47E1A5EC607F}"/>
              </a:ext>
            </a:extLst>
          </p:cNvPr>
          <p:cNvSpPr/>
          <p:nvPr/>
        </p:nvSpPr>
        <p:spPr>
          <a:xfrm>
            <a:off x="1940682" y="7186846"/>
            <a:ext cx="195278" cy="190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B2774-5AA9-6551-5D82-C7B4EFCCFECF}"/>
              </a:ext>
            </a:extLst>
          </p:cNvPr>
          <p:cNvSpPr/>
          <p:nvPr/>
        </p:nvSpPr>
        <p:spPr>
          <a:xfrm>
            <a:off x="2420420" y="7186846"/>
            <a:ext cx="195278" cy="19001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B0E40-A430-020E-0794-0055CE6BE807}"/>
              </a:ext>
            </a:extLst>
          </p:cNvPr>
          <p:cNvSpPr/>
          <p:nvPr/>
        </p:nvSpPr>
        <p:spPr>
          <a:xfrm>
            <a:off x="2180551" y="7186846"/>
            <a:ext cx="195278" cy="1900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3EFE4-27A6-BB74-73EF-F3D4935B4570}"/>
              </a:ext>
            </a:extLst>
          </p:cNvPr>
          <p:cNvSpPr/>
          <p:nvPr/>
        </p:nvSpPr>
        <p:spPr>
          <a:xfrm>
            <a:off x="2660289" y="7186846"/>
            <a:ext cx="195278" cy="1900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24FE-08AF-C482-C0E1-AAF23504CE2B}"/>
              </a:ext>
            </a:extLst>
          </p:cNvPr>
          <p:cNvSpPr/>
          <p:nvPr/>
        </p:nvSpPr>
        <p:spPr>
          <a:xfrm>
            <a:off x="2900158" y="7186846"/>
            <a:ext cx="195278" cy="190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67854-B301-4724-4375-C3871FD0B08C}"/>
              </a:ext>
            </a:extLst>
          </p:cNvPr>
          <p:cNvSpPr/>
          <p:nvPr/>
        </p:nvSpPr>
        <p:spPr>
          <a:xfrm>
            <a:off x="3140027" y="7186846"/>
            <a:ext cx="195278" cy="1900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8FDE5-0F92-D563-C922-4FB40E79AB90}"/>
              </a:ext>
            </a:extLst>
          </p:cNvPr>
          <p:cNvSpPr/>
          <p:nvPr/>
        </p:nvSpPr>
        <p:spPr>
          <a:xfrm>
            <a:off x="3619765" y="7186846"/>
            <a:ext cx="195278" cy="19001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BE4DF-C22C-67BF-6C98-23B4F8BA820C}"/>
              </a:ext>
            </a:extLst>
          </p:cNvPr>
          <p:cNvSpPr/>
          <p:nvPr/>
        </p:nvSpPr>
        <p:spPr>
          <a:xfrm>
            <a:off x="3859634" y="7186846"/>
            <a:ext cx="195278" cy="190016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9F55A-2E01-4826-58BF-AB766A535717}"/>
              </a:ext>
            </a:extLst>
          </p:cNvPr>
          <p:cNvSpPr/>
          <p:nvPr/>
        </p:nvSpPr>
        <p:spPr>
          <a:xfrm>
            <a:off x="4099503" y="7186846"/>
            <a:ext cx="195278" cy="19001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2A9319-B973-B07B-042D-0FDC0D44D490}"/>
              </a:ext>
            </a:extLst>
          </p:cNvPr>
          <p:cNvGrpSpPr/>
          <p:nvPr/>
        </p:nvGrpSpPr>
        <p:grpSpPr>
          <a:xfrm>
            <a:off x="6400801" y="7143355"/>
            <a:ext cx="4804898" cy="276999"/>
            <a:chOff x="6311590" y="7133823"/>
            <a:chExt cx="4796677" cy="27699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261919-1089-DA73-6594-197223734E1B}"/>
                </a:ext>
              </a:extLst>
            </p:cNvPr>
            <p:cNvSpPr/>
            <p:nvPr/>
          </p:nvSpPr>
          <p:spPr>
            <a:xfrm>
              <a:off x="6311590" y="7133823"/>
              <a:ext cx="457200" cy="1384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900" b="1" baseline="0">
                  <a:solidFill>
                    <a:srgbClr val="929D96"/>
                  </a:solidFill>
                </a:rPr>
                <a:t>Footer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DADFEE1-3FC2-A8D6-5029-63CE6A7A0848}"/>
                </a:ext>
              </a:extLst>
            </p:cNvPr>
            <p:cNvSpPr/>
            <p:nvPr/>
          </p:nvSpPr>
          <p:spPr>
            <a:xfrm>
              <a:off x="6793974" y="7133823"/>
              <a:ext cx="4314293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Never change the footer text on individual slides. Change, t</a:t>
              </a:r>
              <a:r>
                <a:rPr lang="en-US" sz="900" baseline="0">
                  <a:solidFill>
                    <a:srgbClr val="929D96"/>
                  </a:solidFill>
                </a:rPr>
                <a:t>urn on or off by using </a:t>
              </a:r>
            </a:p>
            <a:p>
              <a:pPr algn="l"/>
              <a:r>
                <a:rPr lang="en-US" sz="900" baseline="0">
                  <a:solidFill>
                    <a:srgbClr val="929D96"/>
                  </a:solidFill>
                </a:rPr>
                <a:t>Insert </a:t>
              </a:r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3DFA2-5CD8-1E60-9713-D89C99BC558C}"/>
              </a:ext>
            </a:extLst>
          </p:cNvPr>
          <p:cNvSpPr/>
          <p:nvPr/>
        </p:nvSpPr>
        <p:spPr>
          <a:xfrm>
            <a:off x="3379896" y="7186846"/>
            <a:ext cx="195278" cy="19001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FB7B9-EBCF-53F9-C2A4-747F221746B0}"/>
              </a:ext>
            </a:extLst>
          </p:cNvPr>
          <p:cNvSpPr txBox="1"/>
          <p:nvPr/>
        </p:nvSpPr>
        <p:spPr>
          <a:xfrm>
            <a:off x="12700549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3415D6-4BB2-5AED-C657-2FA6EC51E483}"/>
              </a:ext>
            </a:extLst>
          </p:cNvPr>
          <p:cNvSpPr txBox="1"/>
          <p:nvPr/>
        </p:nvSpPr>
        <p:spPr>
          <a:xfrm>
            <a:off x="12700549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8A3B671-2353-EEB9-3B5F-ABEA117B0BC3}"/>
              </a:ext>
            </a:extLst>
          </p:cNvPr>
          <p:cNvCxnSpPr>
            <a:cxnSpLocks/>
          </p:cNvCxnSpPr>
          <p:nvPr/>
        </p:nvCxnSpPr>
        <p:spPr>
          <a:xfrm>
            <a:off x="12451080" y="1828799"/>
            <a:ext cx="0" cy="4114801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CCBD273-E032-B970-3B72-6AC58609594F}"/>
              </a:ext>
            </a:extLst>
          </p:cNvPr>
          <p:cNvSpPr txBox="1"/>
          <p:nvPr/>
        </p:nvSpPr>
        <p:spPr>
          <a:xfrm>
            <a:off x="12700550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4288A6-317B-FF39-0EEF-3B672EA7725A}"/>
              </a:ext>
            </a:extLst>
          </p:cNvPr>
          <p:cNvCxnSpPr/>
          <p:nvPr/>
        </p:nvCxnSpPr>
        <p:spPr>
          <a:xfrm>
            <a:off x="12451080" y="4655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AA2094-7DC3-639E-F837-FFBE0602266D}"/>
              </a:ext>
            </a:extLst>
          </p:cNvPr>
          <p:cNvSpPr txBox="1"/>
          <p:nvPr/>
        </p:nvSpPr>
        <p:spPr>
          <a:xfrm>
            <a:off x="12700548" y="85284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57257A8-AD24-7539-1B20-3485C75C59F7}"/>
              </a:ext>
            </a:extLst>
          </p:cNvPr>
          <p:cNvCxnSpPr/>
          <p:nvPr/>
        </p:nvCxnSpPr>
        <p:spPr>
          <a:xfrm rot="5400000" flipH="1" flipV="1">
            <a:off x="11434042" y="-246051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AAA6CAD-A34A-8A5F-9C72-C32854AE48A4}"/>
              </a:ext>
            </a:extLst>
          </p:cNvPr>
          <p:cNvSpPr txBox="1"/>
          <p:nvPr/>
        </p:nvSpPr>
        <p:spPr>
          <a:xfrm>
            <a:off x="11643836" y="-323669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5EA1F9-C64C-15FB-EB3A-23D06EAC5F1C}"/>
              </a:ext>
            </a:extLst>
          </p:cNvPr>
          <p:cNvCxnSpPr/>
          <p:nvPr/>
        </p:nvCxnSpPr>
        <p:spPr>
          <a:xfrm rot="5400000" flipH="1" flipV="1">
            <a:off x="461241" y="-263122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A86E02-6D04-8355-104C-0F3D9A98391D}"/>
              </a:ext>
            </a:extLst>
          </p:cNvPr>
          <p:cNvSpPr txBox="1"/>
          <p:nvPr/>
        </p:nvSpPr>
        <p:spPr>
          <a:xfrm>
            <a:off x="-731996" y="-320563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C8392D8-719F-D1A6-3ABD-9D172E5B9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C5685-4705-4418-D70A-3C82AAC099E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2275" y="6626860"/>
            <a:ext cx="71913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1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6128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60" r:id="rId25"/>
    <p:sldLayoutId id="2147483861" r:id="rId26"/>
    <p:sldLayoutId id="2147483862" r:id="rId27"/>
    <p:sldLayoutId id="2147483863" r:id="rId28"/>
    <p:sldLayoutId id="2147483864" r:id="rId29"/>
    <p:sldLayoutId id="2147483865" r:id="rId30"/>
    <p:sldLayoutId id="2147483866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FFF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None/>
        <a:defRPr sz="2400" b="1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b="1" kern="1200">
          <a:solidFill>
            <a:schemeClr val="accent6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16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14350" marR="0" indent="-285750" algn="l" defTabSz="914400" rtl="0" eaLnBrk="1" fontAlgn="auto" latinLnBrk="0" hangingPunct="1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pos="7296">
          <p15:clr>
            <a:srgbClr val="F26B43"/>
          </p15:clr>
        </p15:guide>
        <p15:guide id="39" orient="horz" pos="4176">
          <p15:clr>
            <a:srgbClr val="F26B43"/>
          </p15:clr>
        </p15:guide>
        <p15:guide id="41" orient="horz" pos="288">
          <p15:clr>
            <a:srgbClr val="F26B43"/>
          </p15:clr>
        </p15:guide>
        <p15:guide id="42" orient="horz" pos="576">
          <p15:clr>
            <a:srgbClr val="A4A3A4"/>
          </p15:clr>
        </p15:guide>
        <p15:guide id="43" orient="horz" pos="864">
          <p15:clr>
            <a:srgbClr val="F26B43"/>
          </p15:clr>
        </p15:guide>
        <p15:guide id="44" orient="horz" pos="1152">
          <p15:clr>
            <a:srgbClr val="F26B43"/>
          </p15:clr>
        </p15:guide>
        <p15:guide id="45" orient="horz" pos="1440">
          <p15:clr>
            <a:srgbClr val="A4A3A4"/>
          </p15:clr>
        </p15:guide>
        <p15:guide id="46" orient="horz" pos="1728">
          <p15:clr>
            <a:srgbClr val="A4A3A4"/>
          </p15:clr>
        </p15:guide>
        <p15:guide id="47" orient="horz" pos="2016">
          <p15:clr>
            <a:srgbClr val="A4A3A4"/>
          </p15:clr>
        </p15:guide>
        <p15:guide id="48" orient="horz" pos="2304">
          <p15:clr>
            <a:srgbClr val="A4A3A4"/>
          </p15:clr>
        </p15:guide>
        <p15:guide id="49" orient="horz" pos="2592">
          <p15:clr>
            <a:srgbClr val="A4A3A4"/>
          </p15:clr>
        </p15:guide>
        <p15:guide id="50" orient="horz" pos="2880">
          <p15:clr>
            <a:srgbClr val="A4A3A4"/>
          </p15:clr>
        </p15:guide>
        <p15:guide id="51" orient="horz" pos="3168">
          <p15:clr>
            <a:srgbClr val="A4A3A4"/>
          </p15:clr>
        </p15:guide>
        <p15:guide id="52" orient="horz" pos="3456">
          <p15:clr>
            <a:srgbClr val="A4A3A4"/>
          </p15:clr>
        </p15:guide>
        <p15:guide id="53" orient="horz" pos="3744">
          <p15:clr>
            <a:srgbClr val="F26B43"/>
          </p15:clr>
        </p15:guide>
        <p15:guide id="54" orient="horz" pos="4032">
          <p15:clr>
            <a:srgbClr val="F26B43"/>
          </p15:clr>
        </p15:guide>
        <p15:guide id="55" pos="384">
          <p15:clr>
            <a:srgbClr val="F26B43"/>
          </p15:clr>
        </p15:guide>
        <p15:guide id="56" pos="528">
          <p15:clr>
            <a:srgbClr val="A4A3A4"/>
          </p15:clr>
        </p15:guide>
        <p15:guide id="57" pos="816">
          <p15:clr>
            <a:srgbClr val="A4A3A4"/>
          </p15:clr>
        </p15:guide>
        <p15:guide id="58" pos="1104">
          <p15:clr>
            <a:srgbClr val="A4A3A4"/>
          </p15:clr>
        </p15:guide>
        <p15:guide id="59" pos="1392">
          <p15:clr>
            <a:srgbClr val="A4A3A4"/>
          </p15:clr>
        </p15:guide>
        <p15:guide id="60" pos="1680">
          <p15:clr>
            <a:srgbClr val="A4A3A4"/>
          </p15:clr>
        </p15:guide>
        <p15:guide id="61" pos="1968">
          <p15:clr>
            <a:srgbClr val="A4A3A4"/>
          </p15:clr>
        </p15:guide>
        <p15:guide id="62" pos="2256">
          <p15:clr>
            <a:srgbClr val="A4A3A4"/>
          </p15:clr>
        </p15:guide>
        <p15:guide id="63" pos="2544">
          <p15:clr>
            <a:srgbClr val="A4A3A4"/>
          </p15:clr>
        </p15:guide>
        <p15:guide id="64" pos="2832">
          <p15:clr>
            <a:srgbClr val="A4A3A4"/>
          </p15:clr>
        </p15:guide>
        <p15:guide id="65" pos="3120">
          <p15:clr>
            <a:srgbClr val="A4A3A4"/>
          </p15:clr>
        </p15:guide>
        <p15:guide id="66" pos="3408">
          <p15:clr>
            <a:srgbClr val="A4A3A4"/>
          </p15:clr>
        </p15:guide>
        <p15:guide id="67" pos="3696">
          <p15:clr>
            <a:srgbClr val="A4A3A4"/>
          </p15:clr>
        </p15:guide>
        <p15:guide id="68" pos="3984">
          <p15:clr>
            <a:srgbClr val="A4A3A4"/>
          </p15:clr>
        </p15:guide>
        <p15:guide id="69" pos="4272">
          <p15:clr>
            <a:srgbClr val="A4A3A4"/>
          </p15:clr>
        </p15:guide>
        <p15:guide id="70" pos="4560">
          <p15:clr>
            <a:srgbClr val="A4A3A4"/>
          </p15:clr>
        </p15:guide>
        <p15:guide id="71" pos="4848">
          <p15:clr>
            <a:srgbClr val="A4A3A4"/>
          </p15:clr>
        </p15:guide>
        <p15:guide id="72" pos="5136">
          <p15:clr>
            <a:srgbClr val="A4A3A4"/>
          </p15:clr>
        </p15:guide>
        <p15:guide id="73" pos="5424">
          <p15:clr>
            <a:srgbClr val="A4A3A4"/>
          </p15:clr>
        </p15:guide>
        <p15:guide id="74" pos="5712">
          <p15:clr>
            <a:srgbClr val="A4A3A4"/>
          </p15:clr>
        </p15:guide>
        <p15:guide id="75" pos="6000">
          <p15:clr>
            <a:srgbClr val="A4A3A4"/>
          </p15:clr>
        </p15:guide>
        <p15:guide id="76" pos="6288">
          <p15:clr>
            <a:srgbClr val="A4A3A4"/>
          </p15:clr>
        </p15:guide>
        <p15:guide id="77" pos="6576">
          <p15:clr>
            <a:srgbClr val="A4A3A4"/>
          </p15:clr>
        </p15:guide>
        <p15:guide id="78" pos="6864">
          <p15:clr>
            <a:srgbClr val="A4A3A4"/>
          </p15:clr>
        </p15:guide>
        <p15:guide id="80" orient="horz" pos="2448">
          <p15:clr>
            <a:srgbClr val="F26B43"/>
          </p15:clr>
        </p15:guide>
        <p15:guide id="81" pos="3840">
          <p15:clr>
            <a:srgbClr val="F26B43"/>
          </p15:clr>
        </p15:guide>
        <p15:guide id="82" pos="7152">
          <p15:clr>
            <a:srgbClr val="A4A3A4"/>
          </p15:clr>
        </p15:guide>
        <p15:guide id="83" pos="1824">
          <p15:clr>
            <a:srgbClr val="F26B43"/>
          </p15:clr>
        </p15:guide>
        <p15:guide id="84" pos="585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9FCBB98-0AE2-90C7-2488-28FAC0275BB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214405" y="6355080"/>
            <a:ext cx="1367044" cy="2784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5D476-C457-3E84-EB47-3FE18A41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9DF3CEE-BDCD-C95A-E559-A5E5B4413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GB"/>
              <a:t>New Equipment release | WK14 | Versigent Confidential</a:t>
            </a: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A4BC47-07B0-A37C-A7C8-17565F06A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1026C-2A32-0964-5251-165152D3295B}"/>
              </a:ext>
            </a:extLst>
          </p:cNvPr>
          <p:cNvSpPr/>
          <p:nvPr/>
        </p:nvSpPr>
        <p:spPr>
          <a:xfrm>
            <a:off x="0" y="6992813"/>
            <a:ext cx="12191999" cy="5780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78F8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3794-38CC-137A-3C42-EA427605B3C2}"/>
              </a:ext>
            </a:extLst>
          </p:cNvPr>
          <p:cNvSpPr txBox="1"/>
          <p:nvPr/>
        </p:nvSpPr>
        <p:spPr>
          <a:xfrm>
            <a:off x="914400" y="7147202"/>
            <a:ext cx="1706193" cy="269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900" b="1">
                <a:solidFill>
                  <a:srgbClr val="929D96"/>
                </a:solidFill>
                <a:latin typeface="+mn-lt"/>
              </a:rPr>
              <a:t>Data color order</a:t>
            </a:r>
            <a:r>
              <a:rPr lang="en-US" sz="900" b="1" baseline="0">
                <a:solidFill>
                  <a:srgbClr val="929D96"/>
                </a:solidFill>
                <a:latin typeface="+mn-lt"/>
              </a:rPr>
              <a:t>:</a:t>
            </a:r>
            <a:endParaRPr lang="en-US" sz="900" b="1">
              <a:solidFill>
                <a:srgbClr val="929D96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3CBF5-8FC0-FAD0-35EF-47E1A5EC607F}"/>
              </a:ext>
            </a:extLst>
          </p:cNvPr>
          <p:cNvSpPr/>
          <p:nvPr/>
        </p:nvSpPr>
        <p:spPr>
          <a:xfrm>
            <a:off x="1940682" y="7186846"/>
            <a:ext cx="195278" cy="190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B2774-5AA9-6551-5D82-C7B4EFCCFECF}"/>
              </a:ext>
            </a:extLst>
          </p:cNvPr>
          <p:cNvSpPr/>
          <p:nvPr/>
        </p:nvSpPr>
        <p:spPr>
          <a:xfrm>
            <a:off x="2420420" y="7186846"/>
            <a:ext cx="195278" cy="19001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B0E40-A430-020E-0794-0055CE6BE807}"/>
              </a:ext>
            </a:extLst>
          </p:cNvPr>
          <p:cNvSpPr/>
          <p:nvPr/>
        </p:nvSpPr>
        <p:spPr>
          <a:xfrm>
            <a:off x="2180551" y="7186846"/>
            <a:ext cx="195278" cy="1900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3EFE4-27A6-BB74-73EF-F3D4935B4570}"/>
              </a:ext>
            </a:extLst>
          </p:cNvPr>
          <p:cNvSpPr/>
          <p:nvPr/>
        </p:nvSpPr>
        <p:spPr>
          <a:xfrm>
            <a:off x="2660289" y="7186846"/>
            <a:ext cx="195278" cy="1900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24FE-08AF-C482-C0E1-AAF23504CE2B}"/>
              </a:ext>
            </a:extLst>
          </p:cNvPr>
          <p:cNvSpPr/>
          <p:nvPr/>
        </p:nvSpPr>
        <p:spPr>
          <a:xfrm>
            <a:off x="2900158" y="7186846"/>
            <a:ext cx="195278" cy="190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67854-B301-4724-4375-C3871FD0B08C}"/>
              </a:ext>
            </a:extLst>
          </p:cNvPr>
          <p:cNvSpPr/>
          <p:nvPr/>
        </p:nvSpPr>
        <p:spPr>
          <a:xfrm>
            <a:off x="3140027" y="7186846"/>
            <a:ext cx="195278" cy="1900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8FDE5-0F92-D563-C922-4FB40E79AB90}"/>
              </a:ext>
            </a:extLst>
          </p:cNvPr>
          <p:cNvSpPr/>
          <p:nvPr/>
        </p:nvSpPr>
        <p:spPr>
          <a:xfrm>
            <a:off x="3619765" y="7186846"/>
            <a:ext cx="195278" cy="19001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BE4DF-C22C-67BF-6C98-23B4F8BA820C}"/>
              </a:ext>
            </a:extLst>
          </p:cNvPr>
          <p:cNvSpPr/>
          <p:nvPr/>
        </p:nvSpPr>
        <p:spPr>
          <a:xfrm>
            <a:off x="3859634" y="7186846"/>
            <a:ext cx="195278" cy="190016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9F55A-2E01-4826-58BF-AB766A535717}"/>
              </a:ext>
            </a:extLst>
          </p:cNvPr>
          <p:cNvSpPr/>
          <p:nvPr/>
        </p:nvSpPr>
        <p:spPr>
          <a:xfrm>
            <a:off x="4099503" y="7186846"/>
            <a:ext cx="195278" cy="19001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2A9319-B973-B07B-042D-0FDC0D44D490}"/>
              </a:ext>
            </a:extLst>
          </p:cNvPr>
          <p:cNvGrpSpPr/>
          <p:nvPr/>
        </p:nvGrpSpPr>
        <p:grpSpPr>
          <a:xfrm>
            <a:off x="6400801" y="7143355"/>
            <a:ext cx="4804898" cy="276999"/>
            <a:chOff x="6311590" y="7133823"/>
            <a:chExt cx="4796677" cy="27699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261919-1089-DA73-6594-197223734E1B}"/>
                </a:ext>
              </a:extLst>
            </p:cNvPr>
            <p:cNvSpPr/>
            <p:nvPr/>
          </p:nvSpPr>
          <p:spPr>
            <a:xfrm>
              <a:off x="6311590" y="7133823"/>
              <a:ext cx="457200" cy="1384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900" b="1" baseline="0">
                  <a:solidFill>
                    <a:srgbClr val="929D96"/>
                  </a:solidFill>
                </a:rPr>
                <a:t>Footer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DADFEE1-3FC2-A8D6-5029-63CE6A7A0848}"/>
                </a:ext>
              </a:extLst>
            </p:cNvPr>
            <p:cNvSpPr/>
            <p:nvPr/>
          </p:nvSpPr>
          <p:spPr>
            <a:xfrm>
              <a:off x="6793974" y="7133823"/>
              <a:ext cx="4314293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Never change the footer text on individual slides. Change, t</a:t>
              </a:r>
              <a:r>
                <a:rPr lang="en-US" sz="900" baseline="0">
                  <a:solidFill>
                    <a:srgbClr val="929D96"/>
                  </a:solidFill>
                </a:rPr>
                <a:t>urn on or off by using </a:t>
              </a:r>
            </a:p>
            <a:p>
              <a:pPr algn="l"/>
              <a:r>
                <a:rPr lang="en-US" sz="900" baseline="0">
                  <a:solidFill>
                    <a:srgbClr val="929D96"/>
                  </a:solidFill>
                </a:rPr>
                <a:t>Insert </a:t>
              </a:r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3DFA2-5CD8-1E60-9713-D89C99BC558C}"/>
              </a:ext>
            </a:extLst>
          </p:cNvPr>
          <p:cNvSpPr/>
          <p:nvPr/>
        </p:nvSpPr>
        <p:spPr>
          <a:xfrm>
            <a:off x="3379896" y="7186846"/>
            <a:ext cx="195278" cy="19001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FB7B9-EBCF-53F9-C2A4-747F221746B0}"/>
              </a:ext>
            </a:extLst>
          </p:cNvPr>
          <p:cNvSpPr txBox="1"/>
          <p:nvPr/>
        </p:nvSpPr>
        <p:spPr>
          <a:xfrm>
            <a:off x="12700549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3415D6-4BB2-5AED-C657-2FA6EC51E483}"/>
              </a:ext>
            </a:extLst>
          </p:cNvPr>
          <p:cNvSpPr txBox="1"/>
          <p:nvPr/>
        </p:nvSpPr>
        <p:spPr>
          <a:xfrm>
            <a:off x="12700549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8A3B671-2353-EEB9-3B5F-ABEA117B0BC3}"/>
              </a:ext>
            </a:extLst>
          </p:cNvPr>
          <p:cNvCxnSpPr>
            <a:cxnSpLocks/>
          </p:cNvCxnSpPr>
          <p:nvPr/>
        </p:nvCxnSpPr>
        <p:spPr>
          <a:xfrm>
            <a:off x="12451080" y="1828799"/>
            <a:ext cx="0" cy="4114801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CCBD273-E032-B970-3B72-6AC58609594F}"/>
              </a:ext>
            </a:extLst>
          </p:cNvPr>
          <p:cNvSpPr txBox="1"/>
          <p:nvPr/>
        </p:nvSpPr>
        <p:spPr>
          <a:xfrm>
            <a:off x="12700550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4288A6-317B-FF39-0EEF-3B672EA7725A}"/>
              </a:ext>
            </a:extLst>
          </p:cNvPr>
          <p:cNvCxnSpPr/>
          <p:nvPr/>
        </p:nvCxnSpPr>
        <p:spPr>
          <a:xfrm>
            <a:off x="12451080" y="4655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AA2094-7DC3-639E-F837-FFBE0602266D}"/>
              </a:ext>
            </a:extLst>
          </p:cNvPr>
          <p:cNvSpPr txBox="1"/>
          <p:nvPr/>
        </p:nvSpPr>
        <p:spPr>
          <a:xfrm>
            <a:off x="12700548" y="85284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57257A8-AD24-7539-1B20-3485C75C59F7}"/>
              </a:ext>
            </a:extLst>
          </p:cNvPr>
          <p:cNvCxnSpPr/>
          <p:nvPr/>
        </p:nvCxnSpPr>
        <p:spPr>
          <a:xfrm rot="5400000" flipH="1" flipV="1">
            <a:off x="11434042" y="-246051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AAA6CAD-A34A-8A5F-9C72-C32854AE48A4}"/>
              </a:ext>
            </a:extLst>
          </p:cNvPr>
          <p:cNvSpPr txBox="1"/>
          <p:nvPr/>
        </p:nvSpPr>
        <p:spPr>
          <a:xfrm>
            <a:off x="11643836" y="-323669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5EA1F9-C64C-15FB-EB3A-23D06EAC5F1C}"/>
              </a:ext>
            </a:extLst>
          </p:cNvPr>
          <p:cNvCxnSpPr/>
          <p:nvPr/>
        </p:nvCxnSpPr>
        <p:spPr>
          <a:xfrm rot="5400000" flipH="1" flipV="1">
            <a:off x="466321" y="-263122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A86E02-6D04-8355-104C-0F3D9A98391D}"/>
              </a:ext>
            </a:extLst>
          </p:cNvPr>
          <p:cNvSpPr txBox="1"/>
          <p:nvPr/>
        </p:nvSpPr>
        <p:spPr>
          <a:xfrm>
            <a:off x="-726916" y="-320563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B5081A-33CD-9D2B-5163-255A08405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FAE95-08AC-33F1-D5F1-AF66A2B06C5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2275" y="6626860"/>
            <a:ext cx="719137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100">
                <a:solidFill>
                  <a:srgbClr val="FF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185521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  <p:sldLayoutId id="2147483885" r:id="rId18"/>
    <p:sldLayoutId id="2147483886" r:id="rId19"/>
    <p:sldLayoutId id="2147483887" r:id="rId20"/>
    <p:sldLayoutId id="2147483888" r:id="rId21"/>
    <p:sldLayoutId id="2147483889" r:id="rId22"/>
    <p:sldLayoutId id="2147483890" r:id="rId23"/>
    <p:sldLayoutId id="2147483891" r:id="rId24"/>
    <p:sldLayoutId id="2147483892" r:id="rId25"/>
    <p:sldLayoutId id="2147483893" r:id="rId26"/>
    <p:sldLayoutId id="2147483894" r:id="rId27"/>
    <p:sldLayoutId id="2147483895" r:id="rId28"/>
    <p:sldLayoutId id="2147483896" r:id="rId29"/>
    <p:sldLayoutId id="2147483897" r:id="rId30"/>
    <p:sldLayoutId id="2147483898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14350" marR="0" indent="-285750" algn="l" defTabSz="914400" rtl="0" eaLnBrk="1" fontAlgn="auto" latinLnBrk="0" hangingPunct="1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pos="7296">
          <p15:clr>
            <a:srgbClr val="F26B43"/>
          </p15:clr>
        </p15:guide>
        <p15:guide id="39" orient="horz" pos="4176">
          <p15:clr>
            <a:srgbClr val="F26B43"/>
          </p15:clr>
        </p15:guide>
        <p15:guide id="41" orient="horz" pos="288">
          <p15:clr>
            <a:srgbClr val="F26B43"/>
          </p15:clr>
        </p15:guide>
        <p15:guide id="42" orient="horz" pos="576">
          <p15:clr>
            <a:srgbClr val="A4A3A4"/>
          </p15:clr>
        </p15:guide>
        <p15:guide id="43" orient="horz" pos="864">
          <p15:clr>
            <a:srgbClr val="F26B43"/>
          </p15:clr>
        </p15:guide>
        <p15:guide id="44" orient="horz" pos="1152">
          <p15:clr>
            <a:srgbClr val="F26B43"/>
          </p15:clr>
        </p15:guide>
        <p15:guide id="45" orient="horz" pos="1440">
          <p15:clr>
            <a:srgbClr val="A4A3A4"/>
          </p15:clr>
        </p15:guide>
        <p15:guide id="46" orient="horz" pos="1728">
          <p15:clr>
            <a:srgbClr val="A4A3A4"/>
          </p15:clr>
        </p15:guide>
        <p15:guide id="47" orient="horz" pos="2016">
          <p15:clr>
            <a:srgbClr val="A4A3A4"/>
          </p15:clr>
        </p15:guide>
        <p15:guide id="48" orient="horz" pos="2304">
          <p15:clr>
            <a:srgbClr val="A4A3A4"/>
          </p15:clr>
        </p15:guide>
        <p15:guide id="49" orient="horz" pos="2592">
          <p15:clr>
            <a:srgbClr val="A4A3A4"/>
          </p15:clr>
        </p15:guide>
        <p15:guide id="50" orient="horz" pos="2880">
          <p15:clr>
            <a:srgbClr val="A4A3A4"/>
          </p15:clr>
        </p15:guide>
        <p15:guide id="51" orient="horz" pos="3168">
          <p15:clr>
            <a:srgbClr val="A4A3A4"/>
          </p15:clr>
        </p15:guide>
        <p15:guide id="52" orient="horz" pos="3456">
          <p15:clr>
            <a:srgbClr val="A4A3A4"/>
          </p15:clr>
        </p15:guide>
        <p15:guide id="53" orient="horz" pos="3744">
          <p15:clr>
            <a:srgbClr val="F26B43"/>
          </p15:clr>
        </p15:guide>
        <p15:guide id="54" orient="horz" pos="4032">
          <p15:clr>
            <a:srgbClr val="F26B43"/>
          </p15:clr>
        </p15:guide>
        <p15:guide id="55" pos="384">
          <p15:clr>
            <a:srgbClr val="F26B43"/>
          </p15:clr>
        </p15:guide>
        <p15:guide id="56" pos="528">
          <p15:clr>
            <a:srgbClr val="A4A3A4"/>
          </p15:clr>
        </p15:guide>
        <p15:guide id="57" pos="816">
          <p15:clr>
            <a:srgbClr val="A4A3A4"/>
          </p15:clr>
        </p15:guide>
        <p15:guide id="58" pos="1104">
          <p15:clr>
            <a:srgbClr val="A4A3A4"/>
          </p15:clr>
        </p15:guide>
        <p15:guide id="59" pos="1392">
          <p15:clr>
            <a:srgbClr val="A4A3A4"/>
          </p15:clr>
        </p15:guide>
        <p15:guide id="60" pos="1680">
          <p15:clr>
            <a:srgbClr val="A4A3A4"/>
          </p15:clr>
        </p15:guide>
        <p15:guide id="61" pos="1968">
          <p15:clr>
            <a:srgbClr val="A4A3A4"/>
          </p15:clr>
        </p15:guide>
        <p15:guide id="62" pos="2256">
          <p15:clr>
            <a:srgbClr val="A4A3A4"/>
          </p15:clr>
        </p15:guide>
        <p15:guide id="63" pos="2544">
          <p15:clr>
            <a:srgbClr val="A4A3A4"/>
          </p15:clr>
        </p15:guide>
        <p15:guide id="64" pos="2832">
          <p15:clr>
            <a:srgbClr val="A4A3A4"/>
          </p15:clr>
        </p15:guide>
        <p15:guide id="65" pos="3120">
          <p15:clr>
            <a:srgbClr val="A4A3A4"/>
          </p15:clr>
        </p15:guide>
        <p15:guide id="66" pos="3408">
          <p15:clr>
            <a:srgbClr val="A4A3A4"/>
          </p15:clr>
        </p15:guide>
        <p15:guide id="67" pos="3696">
          <p15:clr>
            <a:srgbClr val="A4A3A4"/>
          </p15:clr>
        </p15:guide>
        <p15:guide id="68" pos="3984">
          <p15:clr>
            <a:srgbClr val="A4A3A4"/>
          </p15:clr>
        </p15:guide>
        <p15:guide id="69" pos="4272">
          <p15:clr>
            <a:srgbClr val="A4A3A4"/>
          </p15:clr>
        </p15:guide>
        <p15:guide id="70" pos="4560">
          <p15:clr>
            <a:srgbClr val="A4A3A4"/>
          </p15:clr>
        </p15:guide>
        <p15:guide id="71" pos="4848">
          <p15:clr>
            <a:srgbClr val="A4A3A4"/>
          </p15:clr>
        </p15:guide>
        <p15:guide id="72" pos="5136">
          <p15:clr>
            <a:srgbClr val="A4A3A4"/>
          </p15:clr>
        </p15:guide>
        <p15:guide id="73" pos="5424">
          <p15:clr>
            <a:srgbClr val="A4A3A4"/>
          </p15:clr>
        </p15:guide>
        <p15:guide id="74" pos="5712">
          <p15:clr>
            <a:srgbClr val="A4A3A4"/>
          </p15:clr>
        </p15:guide>
        <p15:guide id="75" pos="6000">
          <p15:clr>
            <a:srgbClr val="A4A3A4"/>
          </p15:clr>
        </p15:guide>
        <p15:guide id="76" pos="6288">
          <p15:clr>
            <a:srgbClr val="A4A3A4"/>
          </p15:clr>
        </p15:guide>
        <p15:guide id="77" pos="6576">
          <p15:clr>
            <a:srgbClr val="A4A3A4"/>
          </p15:clr>
        </p15:guide>
        <p15:guide id="78" pos="6864">
          <p15:clr>
            <a:srgbClr val="A4A3A4"/>
          </p15:clr>
        </p15:guide>
        <p15:guide id="80" orient="horz" pos="2448">
          <p15:clr>
            <a:srgbClr val="F26B43"/>
          </p15:clr>
        </p15:guide>
        <p15:guide id="81" pos="3840">
          <p15:clr>
            <a:srgbClr val="F26B43"/>
          </p15:clr>
        </p15:guide>
        <p15:guide id="82" pos="7152">
          <p15:clr>
            <a:srgbClr val="A4A3A4"/>
          </p15:clr>
        </p15:guide>
        <p15:guide id="83" pos="1824">
          <p15:clr>
            <a:srgbClr val="F26B43"/>
          </p15:clr>
        </p15:guide>
        <p15:guide id="84" pos="58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782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ptiv Master Theme">
  <a:themeElements>
    <a:clrScheme name="Custom 21">
      <a:dk1>
        <a:srgbClr val="000000"/>
      </a:dk1>
      <a:lt1>
        <a:srgbClr val="FFFFFF"/>
      </a:lt1>
      <a:dk2>
        <a:srgbClr val="4C7B86"/>
      </a:dk2>
      <a:lt2>
        <a:srgbClr val="FFFFFF"/>
      </a:lt2>
      <a:accent1>
        <a:srgbClr val="F74018"/>
      </a:accent1>
      <a:accent2>
        <a:srgbClr val="B6D0CF"/>
      </a:accent2>
      <a:accent3>
        <a:srgbClr val="006B63"/>
      </a:accent3>
      <a:accent4>
        <a:srgbClr val="E5E1DA"/>
      </a:accent4>
      <a:accent5>
        <a:srgbClr val="383841"/>
      </a:accent5>
      <a:accent6>
        <a:srgbClr val="4D7B87"/>
      </a:accent6>
      <a:hlink>
        <a:srgbClr val="F74018"/>
      </a:hlink>
      <a:folHlink>
        <a:srgbClr val="F740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tiv_Master_Theme" id="{F6F6D19A-B00C-4A1B-87C5-7E4CC89276E7}" vid="{5EBDFE41-BEA7-453D-B437-973B19491971}"/>
    </a:ext>
  </a:extLst>
</a:theme>
</file>

<file path=ppt/theme/theme2.xml><?xml version="1.0" encoding="utf-8"?>
<a:theme xmlns:a="http://schemas.openxmlformats.org/drawingml/2006/main" name="Aptiv Theme Instructions">
  <a:themeElements>
    <a:clrScheme name="Aptiv Theme Colors">
      <a:dk1>
        <a:srgbClr val="000000"/>
      </a:dk1>
      <a:lt1>
        <a:srgbClr val="FFFFFF"/>
      </a:lt1>
      <a:dk2>
        <a:srgbClr val="B7D1CF"/>
      </a:dk2>
      <a:lt2>
        <a:srgbClr val="FFFFFF"/>
      </a:lt2>
      <a:accent1>
        <a:srgbClr val="F74018"/>
      </a:accent1>
      <a:accent2>
        <a:srgbClr val="B6D0CF"/>
      </a:accent2>
      <a:accent3>
        <a:srgbClr val="006B63"/>
      </a:accent3>
      <a:accent4>
        <a:srgbClr val="E5E1DA"/>
      </a:accent4>
      <a:accent5>
        <a:srgbClr val="383841"/>
      </a:accent5>
      <a:accent6>
        <a:srgbClr val="4D7B87"/>
      </a:accent6>
      <a:hlink>
        <a:srgbClr val="F74018"/>
      </a:hlink>
      <a:folHlink>
        <a:srgbClr val="F740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tiv_Master_Theme" id="{F6F6D19A-B00C-4A1B-87C5-7E4CC89276E7}" vid="{A6873BB1-3172-41D5-AF76-63ED37676F61}"/>
    </a:ext>
  </a:extLst>
</a:theme>
</file>

<file path=ppt/theme/theme3.xml><?xml version="1.0" encoding="utf-8"?>
<a:theme xmlns:a="http://schemas.openxmlformats.org/drawingml/2006/main" name="2_Versigent_Master_Theme_Blue">
  <a:themeElements>
    <a:clrScheme name="Versigent_Color_Palette_Official">
      <a:dk1>
        <a:srgbClr val="FFFFFF"/>
      </a:dk1>
      <a:lt1>
        <a:srgbClr val="000000"/>
      </a:lt1>
      <a:dk2>
        <a:srgbClr val="CD7925"/>
      </a:dk2>
      <a:lt2>
        <a:srgbClr val="16283F"/>
      </a:lt2>
      <a:accent1>
        <a:srgbClr val="0857C3"/>
      </a:accent1>
      <a:accent2>
        <a:srgbClr val="74D2E7"/>
      </a:accent2>
      <a:accent3>
        <a:srgbClr val="004624"/>
      </a:accent3>
      <a:accent4>
        <a:srgbClr val="79DD05"/>
      </a:accent4>
      <a:accent5>
        <a:srgbClr val="F7A900"/>
      </a:accent5>
      <a:accent6>
        <a:srgbClr val="FBFAF6"/>
      </a:accent6>
      <a:hlink>
        <a:srgbClr val="F7A900"/>
      </a:hlink>
      <a:folHlink>
        <a:srgbClr val="CB955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Versigent">
  <a:themeElements>
    <a:clrScheme name="Custom 1">
      <a:dk1>
        <a:srgbClr val="000000"/>
      </a:dk1>
      <a:lt1>
        <a:srgbClr val="FFFFFF"/>
      </a:lt1>
      <a:dk2>
        <a:srgbClr val="CD7925"/>
      </a:dk2>
      <a:lt2>
        <a:srgbClr val="16283F"/>
      </a:lt2>
      <a:accent1>
        <a:srgbClr val="0857C3"/>
      </a:accent1>
      <a:accent2>
        <a:srgbClr val="74D2E7"/>
      </a:accent2>
      <a:accent3>
        <a:srgbClr val="004624"/>
      </a:accent3>
      <a:accent4>
        <a:srgbClr val="CB9552"/>
      </a:accent4>
      <a:accent5>
        <a:srgbClr val="F7A900"/>
      </a:accent5>
      <a:accent6>
        <a:srgbClr val="FBFAF6"/>
      </a:accent6>
      <a:hlink>
        <a:srgbClr val="F7A900"/>
      </a:hlink>
      <a:folHlink>
        <a:srgbClr val="CB955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ersigent" id="{A5D4B997-771F-4958-8645-EC75B9EF637E}" vid="{A4787D8D-1DBB-4873-AE9D-29030F693D60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0759a5942f41c695b775aef8208f3e xmlns="0c36092b-8ec2-40bd-b469-d1fe4f1e7785">
      <Terms xmlns="http://schemas.microsoft.com/office/infopath/2007/PartnerControls"/>
    </ka0759a5942f41c695b775aef8208f3e>
    <TaxCatchAll xmlns="0c36092b-8ec2-40bd-b469-d1fe4f1e7785" xsi:nil="true"/>
    <le32960acc2343b2a783ebfbeb256c3d xmlns="0c36092b-8ec2-40bd-b469-d1fe4f1e7785">
      <Terms xmlns="http://schemas.microsoft.com/office/infopath/2007/PartnerControls"/>
    </le32960acc2343b2a783ebfbeb256c3d>
    <fddf08f74f1e4eb0b4a866c10db37afa xmlns="0c36092b-8ec2-40bd-b469-d1fe4f1e7785">
      <Terms xmlns="http://schemas.microsoft.com/office/infopath/2007/PartnerControls"/>
    </fddf08f74f1e4eb0b4a866c10db37afa>
    <lcf76f155ced4ddcb4097134ff3c332f xmlns="cee1f6ac-3692-4734-aa66-a007f929975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F7336AFD87C940ADEFB5C24DC04D9A" ma:contentTypeVersion="52" ma:contentTypeDescription="Create a new document." ma:contentTypeScope="" ma:versionID="40de7b71dee6f14c5ce3d3c3a921be3f">
  <xsd:schema xmlns:xsd="http://www.w3.org/2001/XMLSchema" xmlns:xs="http://www.w3.org/2001/XMLSchema" xmlns:p="http://schemas.microsoft.com/office/2006/metadata/properties" xmlns:ns2="0c36092b-8ec2-40bd-b469-d1fe4f1e7785" xmlns:ns3="cee1f6ac-3692-4734-aa66-a007f9299753" xmlns:ns4="f266c8f7-136f-410e-a32b-a28afab5d1d5" targetNamespace="http://schemas.microsoft.com/office/2006/metadata/properties" ma:root="true" ma:fieldsID="60ae99ce7319aecefd41fa15d5530569" ns2:_="" ns3:_="" ns4:_="">
    <xsd:import namespace="0c36092b-8ec2-40bd-b469-d1fe4f1e7785"/>
    <xsd:import namespace="cee1f6ac-3692-4734-aa66-a007f9299753"/>
    <xsd:import namespace="f266c8f7-136f-410e-a32b-a28afab5d1d5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fddf08f74f1e4eb0b4a866c10db37afa" minOccurs="0"/>
                <xsd:element ref="ns2:ka0759a5942f41c695b775aef8208f3e" minOccurs="0"/>
                <xsd:element ref="ns2:le32960acc2343b2a783ebfbeb256c3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3:MediaServiceSearchProperties" minOccurs="0"/>
                <xsd:element ref="ns3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6092b-8ec2-40bd-b469-d1fe4f1e7785" elementFormDefault="qualified">
    <xsd:import namespace="http://schemas.microsoft.com/office/2006/documentManagement/types"/>
    <xsd:import namespace="http://schemas.microsoft.com/office/infopath/2007/PartnerControls"/>
    <xsd:element name="TaxCatchAll" ma:index="2" nillable="true" ma:displayName="Taxonomy Catch All Column" ma:description="" ma:hidden="true" ma:list="{53575753-9f50-4c22-90e0-4e6a22c77fd4}" ma:internalName="TaxCatchAll" ma:showField="CatchAllData" ma:web="19a6332c-36ad-4940-8771-0e56d0f22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" nillable="true" ma:displayName="Taxonomy Catch All Column1" ma:description="" ma:hidden="true" ma:list="{53575753-9f50-4c22-90e0-4e6a22c77fd4}" ma:internalName="TaxCatchAllLabel" ma:readOnly="true" ma:showField="CatchAllDataLabel" ma:web="19a6332c-36ad-4940-8771-0e56d0f22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ddf08f74f1e4eb0b4a866c10db37afa" ma:index="7" nillable="true" ma:taxonomy="true" ma:internalName="fddf08f74f1e4eb0b4a866c10db37afa" ma:taxonomyFieldName="emm_Division" ma:displayName="emm_Division" ma:default="" ma:fieldId="{fddf08f7-4f1e-4eb0-b4a8-66c10db37afa}" ma:sspId="9f8ee6ba-22ae-4b18-a96b-b6990d3e2b67" ma:termSetId="5dde4a48-55d5-4c0a-9779-582059f53b1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a0759a5942f41c695b775aef8208f3e" ma:index="8" nillable="true" ma:taxonomy="true" ma:internalName="ka0759a5942f41c695b775aef8208f3e" ma:taxonomyFieldName="emm_Function" ma:displayName="emm_Function" ma:default="" ma:fieldId="{4a0759a5-942f-41c6-95b7-75aef8208f3e}" ma:sspId="9f8ee6ba-22ae-4b18-a96b-b6990d3e2b67" ma:termSetId="2cdd7b0f-fc41-4bc0-b507-1083be529d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e32960acc2343b2a783ebfbeb256c3d" ma:index="9" nillable="true" ma:taxonomy="true" ma:internalName="le32960acc2343b2a783ebfbeb256c3d" ma:taxonomyFieldName="emm_Language" ma:displayName="emm_Language" ma:default="" ma:fieldId="{5e32960a-cc23-43b2-a783-ebfbeb256c3d}" ma:sspId="9f8ee6ba-22ae-4b18-a96b-b6990d3e2b67" ma:termSetId="628d4a0e-43e1-471b-bfbd-4dccf339dc9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e1f6ac-3692-4734-aa66-a007f92997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22" nillable="true" ma:displayName="Tags" ma:internalName="MediaServiceAutoTag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32" nillable="true" ma:taxonomy="true" ma:internalName="lcf76f155ced4ddcb4097134ff3c332f" ma:taxonomyFieldName="MediaServiceImageTags" ma:displayName="Image Tags" ma:readOnly="false" ma:fieldId="{5cf76f15-5ced-4ddc-b409-7134ff3c332f}" ma:taxonomyMulti="true" ma:sspId="9f8ee6ba-22ae-4b18-a96b-b6990d3e2b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66c8f7-136f-410e-a32b-a28afab5d1d5" elementFormDefault="qualified">
    <xsd:import namespace="http://schemas.microsoft.com/office/2006/documentManagement/types"/>
    <xsd:import namespace="http://schemas.microsoft.com/office/infopath/2007/PartnerControls"/>
    <xsd:element name="SharedWithUsers" ma:index="2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9f8ee6ba-22ae-4b18-a96b-b6990d3e2b67" ContentTypeId="0x01" PreviousValue="false"/>
</file>

<file path=customXml/itemProps1.xml><?xml version="1.0" encoding="utf-8"?>
<ds:datastoreItem xmlns:ds="http://schemas.openxmlformats.org/officeDocument/2006/customXml" ds:itemID="{B3374868-1795-4287-B375-444FE9999770}">
  <ds:schemaRefs>
    <ds:schemaRef ds:uri="0c36092b-8ec2-40bd-b469-d1fe4f1e7785"/>
    <ds:schemaRef ds:uri="cee1f6ac-3692-4734-aa66-a007f9299753"/>
    <ds:schemaRef ds:uri="f266c8f7-136f-410e-a32b-a28afab5d1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D751B57-DD9E-40F5-BFA0-74AB4114AC70}">
  <ds:schemaRefs>
    <ds:schemaRef ds:uri="0c36092b-8ec2-40bd-b469-d1fe4f1e7785"/>
    <ds:schemaRef ds:uri="cee1f6ac-3692-4734-aa66-a007f9299753"/>
    <ds:schemaRef ds:uri="f266c8f7-136f-410e-a32b-a28afab5d1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909C8C8-810F-4631-B8C7-8B4D62B1118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6B9D83CA-7A2A-4ED6-A3E7-FDF2504FF6C2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Aptiv_Master_Theme</Template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</vt:i4>
      </vt:variant>
    </vt:vector>
  </HeadingPairs>
  <TitlesOfParts>
    <vt:vector size="11" baseType="lpstr">
      <vt:lpstr>.AppleSystemUIFont</vt:lpstr>
      <vt:lpstr>Akkurat Pro</vt:lpstr>
      <vt:lpstr>Arial Regular</vt:lpstr>
      <vt:lpstr>Arial</vt:lpstr>
      <vt:lpstr>Calibri</vt:lpstr>
      <vt:lpstr>Wingdings 3</vt:lpstr>
      <vt:lpstr>Aptiv Master Theme</vt:lpstr>
      <vt:lpstr>Aptiv Theme Instructions</vt:lpstr>
      <vt:lpstr>2_Versigent_Master_Theme_Blue</vt:lpstr>
      <vt:lpstr>Versigent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Abdulsalam Muhrat</dc:creator>
  <cp:lastModifiedBy>Younes GAJOUTE</cp:lastModifiedBy>
  <cp:revision>41</cp:revision>
  <dcterms:created xsi:type="dcterms:W3CDTF">2025-11-29T14:07:36Z</dcterms:created>
  <dcterms:modified xsi:type="dcterms:W3CDTF">2026-06-23T00:51:24Z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0x01010030F7336AFD87C940ADEFB5C24DC04D9A</vt:lpwstr>
  </property>
  <property fmtid="{D5CDD505-2E9C-101B-9397-08002B2CF9AE}" pid="3" name="emm_Function">
    <vt:lpwstr/>
  </property>
  <property fmtid="{D5CDD505-2E9C-101B-9397-08002B2CF9AE}" pid="4" name="emm_Division">
    <vt:lpwstr/>
  </property>
  <property fmtid="{D5CDD505-2E9C-101B-9397-08002B2CF9AE}" pid="5" name="emm_Language">
    <vt:lpwstr/>
  </property>
  <property fmtid="{D5CDD505-2E9C-101B-9397-08002B2CF9AE}" pid="6" name="MediaServiceImageTags">
    <vt:lpwstr/>
  </property>
  <property fmtid="{D5CDD505-2E9C-101B-9397-08002B2CF9AE}" pid="7" name="lcf76f155ced4ddcb4097134ff3c332f">
    <vt:lpwstr/>
  </property>
  <property fmtid="{D5CDD505-2E9C-101B-9397-08002B2CF9AE}" pid="8" name="MSIP_Label_e545d81b-0f42-495e-8347-551223c9dd3e_Enabled">
    <vt:lpwstr>true</vt:lpwstr>
  </property>
  <property fmtid="{D5CDD505-2E9C-101B-9397-08002B2CF9AE}" pid="9" name="MSIP_Label_e545d81b-0f42-495e-8347-551223c9dd3e_SetDate">
    <vt:lpwstr>2026-02-11T14:57:58Z</vt:lpwstr>
  </property>
  <property fmtid="{D5CDD505-2E9C-101B-9397-08002B2CF9AE}" pid="10" name="MSIP_Label_e545d81b-0f42-495e-8347-551223c9dd3e_Method">
    <vt:lpwstr>Privileged</vt:lpwstr>
  </property>
  <property fmtid="{D5CDD505-2E9C-101B-9397-08002B2CF9AE}" pid="11" name="MSIP_Label_e545d81b-0f42-495e-8347-551223c9dd3e_Name">
    <vt:lpwstr>Internal</vt:lpwstr>
  </property>
  <property fmtid="{D5CDD505-2E9C-101B-9397-08002B2CF9AE}" pid="12" name="MSIP_Label_e545d81b-0f42-495e-8347-551223c9dd3e_SiteId">
    <vt:lpwstr>6b1311e5-123f-49db-acdf-8847c2d00bed</vt:lpwstr>
  </property>
  <property fmtid="{D5CDD505-2E9C-101B-9397-08002B2CF9AE}" pid="13" name="MSIP_Label_e545d81b-0f42-495e-8347-551223c9dd3e_ActionId">
    <vt:lpwstr>bfeea79c-27aa-4b7d-a9ba-7aef735e2ac2</vt:lpwstr>
  </property>
  <property fmtid="{D5CDD505-2E9C-101B-9397-08002B2CF9AE}" pid="14" name="MSIP_Label_e545d81b-0f42-495e-8347-551223c9dd3e_ContentBits">
    <vt:lpwstr>2</vt:lpwstr>
  </property>
  <property fmtid="{D5CDD505-2E9C-101B-9397-08002B2CF9AE}" pid="15" name="MSIP_Label_e545d81b-0f42-495e-8347-551223c9dd3e_Tag">
    <vt:lpwstr>10, 0, 1, 1</vt:lpwstr>
  </property>
  <property fmtid="{D5CDD505-2E9C-101B-9397-08002B2CF9AE}" pid="16" name="ClassificationContentMarkingFooterLocations">
    <vt:lpwstr>Aptiv Master Theme:19\Aptiv Theme Instructions:19</vt:lpwstr>
  </property>
  <property fmtid="{D5CDD505-2E9C-101B-9397-08002B2CF9AE}" pid="17" name="ClassificationContentMarkingFooterText">
    <vt:lpwstr>Internal</vt:lpwstr>
  </property>
</Properties>
</file>